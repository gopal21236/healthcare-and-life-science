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72" r:id="rId5"/>
    <p:sldId id="273" r:id="rId6"/>
    <p:sldId id="267" r:id="rId7"/>
    <p:sldId id="259" r:id="rId8"/>
    <p:sldId id="275" r:id="rId9"/>
    <p:sldId id="277" r:id="rId10"/>
    <p:sldId id="260" r:id="rId11"/>
    <p:sldId id="278" r:id="rId12"/>
    <p:sldId id="279" r:id="rId13"/>
    <p:sldId id="261" r:id="rId14"/>
    <p:sldId id="262" r:id="rId15"/>
    <p:sldId id="263" r:id="rId16"/>
    <p:sldId id="269" r:id="rId17"/>
    <p:sldId id="270" r:id="rId18"/>
    <p:sldId id="271" r:id="rId19"/>
    <p:sldId id="268" r:id="rId20"/>
  </p:sldIdLst>
  <p:sldSz cx="12649200" cy="7772400"/>
  <p:notesSz cx="126492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>
      <p:cViewPr varScale="1">
        <p:scale>
          <a:sx n="81" d="100"/>
          <a:sy n="81" d="100"/>
        </p:scale>
        <p:origin x="198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3912" y="1310157"/>
            <a:ext cx="8437880" cy="1078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3936" y="2464808"/>
            <a:ext cx="8448675" cy="29806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29CE-2HOPDKJISTHiTcrvuASvJ-sPHN_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26" Type="http://schemas.openxmlformats.org/officeDocument/2006/relationships/image" Target="../media/image28.png"/><Relationship Id="rId3" Type="http://schemas.openxmlformats.org/officeDocument/2006/relationships/image" Target="../media/image2.png"/><Relationship Id="rId21" Type="http://schemas.openxmlformats.org/officeDocument/2006/relationships/image" Target="../media/image23.png"/><Relationship Id="rId7" Type="http://schemas.openxmlformats.org/officeDocument/2006/relationships/image" Target="../media/image10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5" Type="http://schemas.openxmlformats.org/officeDocument/2006/relationships/image" Target="../media/image27.png"/><Relationship Id="rId2" Type="http://schemas.openxmlformats.org/officeDocument/2006/relationships/image" Target="../media/image1.png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3.png"/><Relationship Id="rId24" Type="http://schemas.openxmlformats.org/officeDocument/2006/relationships/image" Target="../media/image26.png"/><Relationship Id="rId5" Type="http://schemas.openxmlformats.org/officeDocument/2006/relationships/image" Target="../media/image4.png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3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26" Type="http://schemas.openxmlformats.org/officeDocument/2006/relationships/image" Target="../media/image53.png"/><Relationship Id="rId3" Type="http://schemas.openxmlformats.org/officeDocument/2006/relationships/image" Target="../media/image30.png"/><Relationship Id="rId21" Type="http://schemas.openxmlformats.org/officeDocument/2006/relationships/image" Target="../media/image48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5" Type="http://schemas.openxmlformats.org/officeDocument/2006/relationships/image" Target="../media/image52.png"/><Relationship Id="rId2" Type="http://schemas.openxmlformats.org/officeDocument/2006/relationships/image" Target="../media/image29.png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24" Type="http://schemas.openxmlformats.org/officeDocument/2006/relationships/image" Target="../media/image51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23" Type="http://schemas.openxmlformats.org/officeDocument/2006/relationships/image" Target="../media/image50.png"/><Relationship Id="rId10" Type="http://schemas.openxmlformats.org/officeDocument/2006/relationships/image" Target="../media/image37.png"/><Relationship Id="rId19" Type="http://schemas.openxmlformats.org/officeDocument/2006/relationships/image" Target="../media/image46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Relationship Id="rId22" Type="http://schemas.openxmlformats.org/officeDocument/2006/relationships/image" Target="../media/image4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://dx.doi.org/10.7910/DVN/26526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70663" y="2428728"/>
            <a:ext cx="6921500" cy="145923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2468880" marR="5080" indent="-2456815">
              <a:lnSpc>
                <a:spcPts val="5340"/>
              </a:lnSpc>
              <a:spcBef>
                <a:spcPts val="780"/>
              </a:spcBef>
            </a:pPr>
            <a:r>
              <a:rPr sz="4950" spc="-140" dirty="0"/>
              <a:t>Report</a:t>
            </a:r>
            <a:r>
              <a:rPr sz="4950" spc="-145" dirty="0"/>
              <a:t> </a:t>
            </a:r>
            <a:r>
              <a:rPr sz="4950" dirty="0"/>
              <a:t>on</a:t>
            </a:r>
            <a:r>
              <a:rPr sz="4950" spc="-220" dirty="0"/>
              <a:t> </a:t>
            </a:r>
            <a:r>
              <a:rPr sz="4950" spc="-130" dirty="0"/>
              <a:t>Indian-</a:t>
            </a:r>
            <a:r>
              <a:rPr sz="4950" spc="-150" dirty="0"/>
              <a:t> </a:t>
            </a:r>
            <a:r>
              <a:rPr sz="4950" spc="-70" dirty="0"/>
              <a:t>Elections- </a:t>
            </a:r>
            <a:r>
              <a:rPr sz="4950" spc="-45" dirty="0"/>
              <a:t>Analysis</a:t>
            </a:r>
            <a:endParaRPr sz="4950"/>
          </a:p>
        </p:txBody>
      </p:sp>
      <p:sp>
        <p:nvSpPr>
          <p:cNvPr id="3" name="object 3"/>
          <p:cNvSpPr txBox="1"/>
          <p:nvPr/>
        </p:nvSpPr>
        <p:spPr>
          <a:xfrm>
            <a:off x="2286000" y="4267200"/>
            <a:ext cx="5760720" cy="707245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715"/>
              </a:spcBef>
            </a:pPr>
            <a:r>
              <a:rPr lang="en-US" sz="2000" b="1" dirty="0"/>
              <a:t>Examination of Indian Election Data: State and National Election Records from 1977 – 2015</a:t>
            </a:r>
            <a:endParaRPr sz="1950" b="1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 marR="5080">
              <a:lnSpc>
                <a:spcPts val="3920"/>
              </a:lnSpc>
              <a:spcBef>
                <a:spcPts val="600"/>
              </a:spcBef>
            </a:pPr>
            <a:r>
              <a:rPr spc="-114" dirty="0"/>
              <a:t>Analysis</a:t>
            </a:r>
            <a:r>
              <a:rPr spc="-90" dirty="0"/>
              <a:t> </a:t>
            </a:r>
            <a:r>
              <a:rPr dirty="0"/>
              <a:t>of</a:t>
            </a:r>
            <a:r>
              <a:rPr spc="-75" dirty="0"/>
              <a:t> </a:t>
            </a:r>
            <a:r>
              <a:rPr spc="-90" dirty="0"/>
              <a:t>Indian</a:t>
            </a:r>
            <a:r>
              <a:rPr spc="-105" dirty="0"/>
              <a:t> </a:t>
            </a:r>
            <a:r>
              <a:rPr spc="-60" dirty="0"/>
              <a:t>Election</a:t>
            </a:r>
            <a:r>
              <a:rPr spc="-140" dirty="0"/>
              <a:t> </a:t>
            </a:r>
            <a:r>
              <a:rPr spc="-90" dirty="0"/>
              <a:t>Dataset:</a:t>
            </a:r>
            <a:r>
              <a:rPr spc="-114" dirty="0"/>
              <a:t> </a:t>
            </a:r>
            <a:r>
              <a:rPr spc="-90" dirty="0"/>
              <a:t>State</a:t>
            </a:r>
            <a:r>
              <a:rPr spc="-85" dirty="0"/>
              <a:t> </a:t>
            </a:r>
            <a:r>
              <a:rPr spc="-25" dirty="0"/>
              <a:t>and </a:t>
            </a:r>
            <a:r>
              <a:rPr spc="-105" dirty="0"/>
              <a:t>National</a:t>
            </a:r>
            <a:r>
              <a:rPr spc="-100" dirty="0"/>
              <a:t> </a:t>
            </a:r>
            <a:r>
              <a:rPr spc="-65" dirty="0"/>
              <a:t>Level</a:t>
            </a:r>
            <a:r>
              <a:rPr spc="-100" dirty="0"/>
              <a:t> </a:t>
            </a:r>
            <a:r>
              <a:rPr spc="-60" dirty="0"/>
              <a:t>Election</a:t>
            </a:r>
            <a:r>
              <a:rPr spc="-100" dirty="0"/>
              <a:t> </a:t>
            </a:r>
            <a:r>
              <a:rPr spc="-110" dirty="0"/>
              <a:t>Data</a:t>
            </a:r>
            <a:r>
              <a:rPr spc="-95" dirty="0"/>
              <a:t> </a:t>
            </a:r>
            <a:r>
              <a:rPr spc="-80" dirty="0"/>
              <a:t>from</a:t>
            </a:r>
            <a:r>
              <a:rPr spc="-114" dirty="0"/>
              <a:t> </a:t>
            </a:r>
            <a:r>
              <a:rPr dirty="0"/>
              <a:t>1977</a:t>
            </a:r>
            <a:r>
              <a:rPr spc="-130" dirty="0"/>
              <a:t> </a:t>
            </a:r>
            <a:r>
              <a:rPr dirty="0"/>
              <a:t>–</a:t>
            </a:r>
            <a:r>
              <a:rPr spc="-65" dirty="0"/>
              <a:t> </a:t>
            </a:r>
            <a:r>
              <a:rPr spc="-20" dirty="0"/>
              <a:t>2015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3936" y="2533947"/>
            <a:ext cx="7941309" cy="1656223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065" marR="5080">
              <a:lnSpc>
                <a:spcPts val="2500"/>
              </a:lnSpc>
              <a:spcBef>
                <a:spcPts val="415"/>
              </a:spcBef>
              <a:tabLst>
                <a:tab pos="201295" algn="l"/>
              </a:tabLst>
            </a:pPr>
            <a:r>
              <a:rPr lang="en-US" sz="2300" b="1" dirty="0">
                <a:latin typeface="+mj-lt"/>
              </a:rPr>
              <a:t>1. Introduction</a:t>
            </a:r>
            <a:r>
              <a:rPr lang="en-US" sz="2300" dirty="0">
                <a:latin typeface="+mj-lt"/>
              </a:rPr>
              <a:t> </a:t>
            </a:r>
            <a:r>
              <a:rPr lang="en-US" sz="2300" dirty="0"/>
              <a:t>The Indian Election Dataset offers a detailed look at state and national-level election data spanning nearly four decades, from 1977 to 2015. This report aims to delve into the dataset's intricacies, uncovering significant trends, patterns, and insights.</a:t>
            </a:r>
            <a:endParaRPr lang="en-US" sz="2300" spc="-10" dirty="0" smtClean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3936" y="2533947"/>
            <a:ext cx="8475345" cy="2884764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r>
              <a:rPr sz="2300" b="1" dirty="0" smtClean="0">
                <a:latin typeface="+mj-lt"/>
                <a:cs typeface="Calibri"/>
              </a:rPr>
              <a:t>2.</a:t>
            </a:r>
            <a:r>
              <a:rPr sz="2300" b="1" spc="-35" dirty="0" smtClean="0">
                <a:latin typeface="+mj-lt"/>
                <a:cs typeface="Calibri"/>
              </a:rPr>
              <a:t> </a:t>
            </a:r>
            <a:r>
              <a:rPr sz="2300" b="1" dirty="0" smtClean="0">
                <a:latin typeface="+mj-lt"/>
                <a:cs typeface="Calibri"/>
              </a:rPr>
              <a:t>Dataset</a:t>
            </a:r>
            <a:r>
              <a:rPr sz="2300" b="1" spc="-35" dirty="0" smtClean="0">
                <a:latin typeface="+mj-lt"/>
                <a:cs typeface="Calibri"/>
              </a:rPr>
              <a:t> </a:t>
            </a:r>
            <a:r>
              <a:rPr sz="2300" b="1" dirty="0" smtClean="0">
                <a:latin typeface="+mj-lt"/>
                <a:cs typeface="Calibri"/>
              </a:rPr>
              <a:t>Overview</a:t>
            </a:r>
            <a:r>
              <a:rPr sz="2300" b="1" spc="-45" dirty="0" smtClean="0">
                <a:latin typeface="+mj-lt"/>
                <a:cs typeface="Calibri"/>
              </a:rPr>
              <a:t> </a:t>
            </a:r>
            <a:r>
              <a:rPr lang="en-US" sz="2300" dirty="0"/>
              <a:t>The dataset encompasses a wide range of election-related information, including:</a:t>
            </a:r>
          </a:p>
          <a:p>
            <a:r>
              <a:rPr lang="en-US" sz="2300" dirty="0" smtClean="0"/>
              <a:t>1. Election </a:t>
            </a:r>
            <a:r>
              <a:rPr lang="en-US" sz="2300" dirty="0"/>
              <a:t>year specifics</a:t>
            </a:r>
          </a:p>
          <a:p>
            <a:r>
              <a:rPr lang="en-US" sz="2300" dirty="0" smtClean="0"/>
              <a:t>2. State </a:t>
            </a:r>
            <a:r>
              <a:rPr lang="en-US" sz="2300" dirty="0"/>
              <a:t>and constituency details</a:t>
            </a:r>
          </a:p>
          <a:p>
            <a:r>
              <a:rPr lang="en-US" sz="2300" dirty="0" smtClean="0"/>
              <a:t>3. Candidate </a:t>
            </a:r>
            <a:r>
              <a:rPr lang="en-US" sz="2300" dirty="0"/>
              <a:t>particulars (name, party affiliation, votes obtained)</a:t>
            </a:r>
          </a:p>
          <a:p>
            <a:r>
              <a:rPr lang="en-US" sz="2300" dirty="0" smtClean="0"/>
              <a:t>4. Election </a:t>
            </a:r>
            <a:r>
              <a:rPr lang="en-US" sz="2300" dirty="0"/>
              <a:t>categorization (general, by-election, etc.)</a:t>
            </a:r>
          </a:p>
          <a:p>
            <a:r>
              <a:rPr lang="en-US" sz="2300" dirty="0" smtClean="0"/>
              <a:t>5. Voter </a:t>
            </a:r>
            <a:r>
              <a:rPr lang="en-US" sz="2300" dirty="0"/>
              <a:t>turnout figures</a:t>
            </a:r>
          </a:p>
          <a:p>
            <a:r>
              <a:rPr lang="en-US" sz="2300" dirty="0" smtClean="0"/>
              <a:t>6. Election </a:t>
            </a:r>
            <a:r>
              <a:rPr lang="en-US" sz="2300" dirty="0"/>
              <a:t>outcomes (successful candidate, victory margins, etc.)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 marR="5080">
              <a:lnSpc>
                <a:spcPts val="3920"/>
              </a:lnSpc>
              <a:spcBef>
                <a:spcPts val="600"/>
              </a:spcBef>
            </a:pPr>
            <a:r>
              <a:rPr spc="-114" dirty="0"/>
              <a:t>Analysis</a:t>
            </a:r>
            <a:r>
              <a:rPr spc="-90" dirty="0"/>
              <a:t> </a:t>
            </a:r>
            <a:r>
              <a:rPr dirty="0"/>
              <a:t>of</a:t>
            </a:r>
            <a:r>
              <a:rPr spc="-75" dirty="0"/>
              <a:t> </a:t>
            </a:r>
            <a:r>
              <a:rPr spc="-90" dirty="0"/>
              <a:t>Indian</a:t>
            </a:r>
            <a:r>
              <a:rPr spc="-105" dirty="0"/>
              <a:t> </a:t>
            </a:r>
            <a:r>
              <a:rPr spc="-60" dirty="0"/>
              <a:t>Election</a:t>
            </a:r>
            <a:r>
              <a:rPr spc="-140" dirty="0"/>
              <a:t> </a:t>
            </a:r>
            <a:r>
              <a:rPr spc="-90" dirty="0"/>
              <a:t>Dataset:</a:t>
            </a:r>
            <a:r>
              <a:rPr spc="-114" dirty="0"/>
              <a:t> </a:t>
            </a:r>
            <a:r>
              <a:rPr spc="-90" dirty="0"/>
              <a:t>State</a:t>
            </a:r>
            <a:r>
              <a:rPr spc="-85" dirty="0"/>
              <a:t> </a:t>
            </a:r>
            <a:r>
              <a:rPr spc="-25" dirty="0"/>
              <a:t>and </a:t>
            </a:r>
            <a:r>
              <a:rPr spc="-105" dirty="0"/>
              <a:t>National</a:t>
            </a:r>
            <a:r>
              <a:rPr spc="-100" dirty="0"/>
              <a:t> </a:t>
            </a:r>
            <a:r>
              <a:rPr spc="-65" dirty="0"/>
              <a:t>Level</a:t>
            </a:r>
            <a:r>
              <a:rPr spc="-100" dirty="0"/>
              <a:t> </a:t>
            </a:r>
            <a:r>
              <a:rPr spc="-60" dirty="0"/>
              <a:t>Election</a:t>
            </a:r>
            <a:r>
              <a:rPr spc="-100" dirty="0"/>
              <a:t> </a:t>
            </a:r>
            <a:r>
              <a:rPr spc="-110" dirty="0"/>
              <a:t>Data</a:t>
            </a:r>
            <a:r>
              <a:rPr spc="-95" dirty="0"/>
              <a:t> </a:t>
            </a:r>
            <a:r>
              <a:rPr spc="-80" dirty="0"/>
              <a:t>from</a:t>
            </a:r>
            <a:r>
              <a:rPr spc="-114" dirty="0"/>
              <a:t> </a:t>
            </a:r>
            <a:r>
              <a:rPr dirty="0"/>
              <a:t>1977</a:t>
            </a:r>
            <a:r>
              <a:rPr spc="-130" dirty="0"/>
              <a:t> </a:t>
            </a:r>
            <a:r>
              <a:rPr dirty="0"/>
              <a:t>–</a:t>
            </a:r>
            <a:r>
              <a:rPr spc="-65" dirty="0"/>
              <a:t> </a:t>
            </a:r>
            <a:r>
              <a:rPr spc="-20" dirty="0"/>
              <a:t>2015</a:t>
            </a:r>
          </a:p>
        </p:txBody>
      </p:sp>
      <p:sp>
        <p:nvSpPr>
          <p:cNvPr id="5" name="Rectangle 4"/>
          <p:cNvSpPr/>
          <p:nvPr/>
        </p:nvSpPr>
        <p:spPr>
          <a:xfrm>
            <a:off x="753912" y="6172200"/>
            <a:ext cx="10439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hlinkClick r:id="rId2"/>
              </a:rPr>
              <a:t>https://colab.research.google.com/drive/129CE-2HOPDKJISTHiTcrvuASvJ-sPHN_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14400" y="5638800"/>
            <a:ext cx="10820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The programming calculations are done by using Google </a:t>
            </a:r>
            <a:r>
              <a:rPr lang="en-US" b="1" dirty="0" err="1" smtClean="0"/>
              <a:t>Colab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81687" y="314808"/>
            <a:ext cx="885825" cy="15240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Power</a:t>
            </a:r>
            <a:r>
              <a:rPr sz="900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BI</a:t>
            </a:r>
            <a:r>
              <a:rPr sz="900" spc="-2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Segoe UI"/>
                <a:cs typeface="Segoe UI"/>
              </a:rPr>
              <a:t>Desktop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8600" y="228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12192000" y="0"/>
                </a:lnTo>
                <a:lnTo>
                  <a:pt x="1219200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8775" y="190563"/>
            <a:ext cx="21037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0" spc="-80" dirty="0">
                <a:solidFill>
                  <a:srgbClr val="252423"/>
                </a:solidFill>
                <a:latin typeface="Tahoma"/>
                <a:cs typeface="Tahoma"/>
              </a:rPr>
              <a:t>Sum</a:t>
            </a:r>
            <a:r>
              <a:rPr sz="1400" b="0" spc="-85" dirty="0">
                <a:solidFill>
                  <a:srgbClr val="252423"/>
                </a:solidFill>
                <a:latin typeface="Tahoma"/>
                <a:cs typeface="Tahoma"/>
              </a:rPr>
              <a:t> of</a:t>
            </a:r>
            <a:r>
              <a:rPr sz="1400" b="0" spc="-8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b="0" spc="-55" dirty="0">
                <a:solidFill>
                  <a:srgbClr val="252423"/>
                </a:solidFill>
                <a:latin typeface="Tahoma"/>
                <a:cs typeface="Tahoma"/>
              </a:rPr>
              <a:t>totvotpoll</a:t>
            </a:r>
            <a:r>
              <a:rPr sz="1400" b="0" spc="-8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b="0" spc="-80" dirty="0">
                <a:solidFill>
                  <a:srgbClr val="252423"/>
                </a:solidFill>
                <a:latin typeface="Tahoma"/>
                <a:cs typeface="Tahoma"/>
              </a:rPr>
              <a:t>by </a:t>
            </a:r>
            <a:r>
              <a:rPr sz="1400" b="0" spc="-60" dirty="0">
                <a:solidFill>
                  <a:srgbClr val="252423"/>
                </a:solidFill>
                <a:latin typeface="Tahoma"/>
                <a:cs typeface="Tahoma"/>
              </a:rPr>
              <a:t>st_name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52500" y="1914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4" y="9524"/>
                </a:moveTo>
                <a:lnTo>
                  <a:pt x="0" y="9524"/>
                </a:ln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38250" y="1914537"/>
            <a:ext cx="581025" cy="9525"/>
          </a:xfrm>
          <a:custGeom>
            <a:avLst/>
            <a:gdLst/>
            <a:ahLst/>
            <a:cxnLst/>
            <a:rect l="l" t="t" r="r" b="b"/>
            <a:pathLst>
              <a:path w="58102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58102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581025" h="95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581025" h="9525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  <a:path w="581025" h="9525">
                <a:moveTo>
                  <a:pt x="238125" y="0"/>
                </a:moveTo>
                <a:lnTo>
                  <a:pt x="228600" y="0"/>
                </a:lnTo>
                <a:lnTo>
                  <a:pt x="228600" y="9525"/>
                </a:lnTo>
                <a:lnTo>
                  <a:pt x="238125" y="9525"/>
                </a:lnTo>
                <a:lnTo>
                  <a:pt x="238125" y="0"/>
                </a:lnTo>
                <a:close/>
              </a:path>
              <a:path w="581025" h="9525">
                <a:moveTo>
                  <a:pt x="295275" y="0"/>
                </a:moveTo>
                <a:lnTo>
                  <a:pt x="285750" y="0"/>
                </a:lnTo>
                <a:lnTo>
                  <a:pt x="285750" y="9525"/>
                </a:lnTo>
                <a:lnTo>
                  <a:pt x="295275" y="9525"/>
                </a:lnTo>
                <a:lnTo>
                  <a:pt x="295275" y="0"/>
                </a:lnTo>
                <a:close/>
              </a:path>
              <a:path w="581025" h="9525">
                <a:moveTo>
                  <a:pt x="352412" y="0"/>
                </a:moveTo>
                <a:lnTo>
                  <a:pt x="342887" y="0"/>
                </a:lnTo>
                <a:lnTo>
                  <a:pt x="342887" y="9525"/>
                </a:lnTo>
                <a:lnTo>
                  <a:pt x="352412" y="9525"/>
                </a:lnTo>
                <a:lnTo>
                  <a:pt x="352412" y="0"/>
                </a:lnTo>
                <a:close/>
              </a:path>
              <a:path w="581025" h="9525">
                <a:moveTo>
                  <a:pt x="409562" y="0"/>
                </a:moveTo>
                <a:lnTo>
                  <a:pt x="400037" y="0"/>
                </a:lnTo>
                <a:lnTo>
                  <a:pt x="400037" y="9525"/>
                </a:lnTo>
                <a:lnTo>
                  <a:pt x="409562" y="9525"/>
                </a:lnTo>
                <a:lnTo>
                  <a:pt x="409562" y="0"/>
                </a:lnTo>
                <a:close/>
              </a:path>
              <a:path w="581025" h="9525">
                <a:moveTo>
                  <a:pt x="466712" y="0"/>
                </a:moveTo>
                <a:lnTo>
                  <a:pt x="457187" y="0"/>
                </a:lnTo>
                <a:lnTo>
                  <a:pt x="457187" y="9525"/>
                </a:lnTo>
                <a:lnTo>
                  <a:pt x="466712" y="9525"/>
                </a:lnTo>
                <a:lnTo>
                  <a:pt x="466712" y="0"/>
                </a:lnTo>
                <a:close/>
              </a:path>
              <a:path w="581025" h="9525">
                <a:moveTo>
                  <a:pt x="523862" y="0"/>
                </a:moveTo>
                <a:lnTo>
                  <a:pt x="514337" y="0"/>
                </a:lnTo>
                <a:lnTo>
                  <a:pt x="514337" y="9525"/>
                </a:lnTo>
                <a:lnTo>
                  <a:pt x="523862" y="9525"/>
                </a:lnTo>
                <a:lnTo>
                  <a:pt x="523862" y="0"/>
                </a:lnTo>
                <a:close/>
              </a:path>
              <a:path w="581025" h="9525">
                <a:moveTo>
                  <a:pt x="581025" y="0"/>
                </a:moveTo>
                <a:lnTo>
                  <a:pt x="571500" y="0"/>
                </a:lnTo>
                <a:lnTo>
                  <a:pt x="571500" y="9525"/>
                </a:lnTo>
                <a:lnTo>
                  <a:pt x="581025" y="9525"/>
                </a:lnTo>
                <a:lnTo>
                  <a:pt x="58102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66900" y="1914537"/>
            <a:ext cx="981075" cy="9525"/>
          </a:xfrm>
          <a:custGeom>
            <a:avLst/>
            <a:gdLst/>
            <a:ahLst/>
            <a:cxnLst/>
            <a:rect l="l" t="t" r="r" b="b"/>
            <a:pathLst>
              <a:path w="98107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98107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981075" h="95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981075" h="9525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  <a:path w="981075" h="9525">
                <a:moveTo>
                  <a:pt x="238125" y="0"/>
                </a:moveTo>
                <a:lnTo>
                  <a:pt x="228600" y="0"/>
                </a:lnTo>
                <a:lnTo>
                  <a:pt x="228600" y="9525"/>
                </a:lnTo>
                <a:lnTo>
                  <a:pt x="238125" y="9525"/>
                </a:lnTo>
                <a:lnTo>
                  <a:pt x="238125" y="0"/>
                </a:lnTo>
                <a:close/>
              </a:path>
              <a:path w="981075" h="9525">
                <a:moveTo>
                  <a:pt x="295275" y="0"/>
                </a:moveTo>
                <a:lnTo>
                  <a:pt x="285750" y="0"/>
                </a:lnTo>
                <a:lnTo>
                  <a:pt x="285750" y="9525"/>
                </a:lnTo>
                <a:lnTo>
                  <a:pt x="295275" y="9525"/>
                </a:lnTo>
                <a:lnTo>
                  <a:pt x="295275" y="0"/>
                </a:lnTo>
                <a:close/>
              </a:path>
              <a:path w="981075" h="9525">
                <a:moveTo>
                  <a:pt x="352412" y="0"/>
                </a:moveTo>
                <a:lnTo>
                  <a:pt x="342887" y="0"/>
                </a:lnTo>
                <a:lnTo>
                  <a:pt x="342887" y="9525"/>
                </a:lnTo>
                <a:lnTo>
                  <a:pt x="352412" y="9525"/>
                </a:lnTo>
                <a:lnTo>
                  <a:pt x="352412" y="0"/>
                </a:lnTo>
                <a:close/>
              </a:path>
              <a:path w="981075" h="9525">
                <a:moveTo>
                  <a:pt x="409562" y="0"/>
                </a:moveTo>
                <a:lnTo>
                  <a:pt x="400037" y="0"/>
                </a:lnTo>
                <a:lnTo>
                  <a:pt x="400037" y="9525"/>
                </a:lnTo>
                <a:lnTo>
                  <a:pt x="409562" y="9525"/>
                </a:lnTo>
                <a:lnTo>
                  <a:pt x="409562" y="0"/>
                </a:lnTo>
                <a:close/>
              </a:path>
              <a:path w="981075" h="9525">
                <a:moveTo>
                  <a:pt x="466712" y="0"/>
                </a:moveTo>
                <a:lnTo>
                  <a:pt x="457187" y="0"/>
                </a:lnTo>
                <a:lnTo>
                  <a:pt x="457187" y="9525"/>
                </a:lnTo>
                <a:lnTo>
                  <a:pt x="466712" y="9525"/>
                </a:lnTo>
                <a:lnTo>
                  <a:pt x="466712" y="0"/>
                </a:lnTo>
                <a:close/>
              </a:path>
              <a:path w="981075" h="9525">
                <a:moveTo>
                  <a:pt x="523862" y="0"/>
                </a:moveTo>
                <a:lnTo>
                  <a:pt x="514337" y="0"/>
                </a:lnTo>
                <a:lnTo>
                  <a:pt x="514337" y="9525"/>
                </a:lnTo>
                <a:lnTo>
                  <a:pt x="523862" y="9525"/>
                </a:lnTo>
                <a:lnTo>
                  <a:pt x="523862" y="0"/>
                </a:lnTo>
                <a:close/>
              </a:path>
              <a:path w="981075" h="9525">
                <a:moveTo>
                  <a:pt x="581012" y="0"/>
                </a:moveTo>
                <a:lnTo>
                  <a:pt x="571487" y="0"/>
                </a:lnTo>
                <a:lnTo>
                  <a:pt x="571487" y="9525"/>
                </a:lnTo>
                <a:lnTo>
                  <a:pt x="581012" y="9525"/>
                </a:lnTo>
                <a:lnTo>
                  <a:pt x="581012" y="0"/>
                </a:lnTo>
                <a:close/>
              </a:path>
              <a:path w="981075" h="9525">
                <a:moveTo>
                  <a:pt x="638162" y="0"/>
                </a:moveTo>
                <a:lnTo>
                  <a:pt x="628637" y="0"/>
                </a:lnTo>
                <a:lnTo>
                  <a:pt x="628637" y="9525"/>
                </a:lnTo>
                <a:lnTo>
                  <a:pt x="638162" y="9525"/>
                </a:lnTo>
                <a:lnTo>
                  <a:pt x="638162" y="0"/>
                </a:lnTo>
                <a:close/>
              </a:path>
              <a:path w="981075" h="9525">
                <a:moveTo>
                  <a:pt x="695312" y="0"/>
                </a:moveTo>
                <a:lnTo>
                  <a:pt x="685787" y="0"/>
                </a:lnTo>
                <a:lnTo>
                  <a:pt x="685787" y="9525"/>
                </a:lnTo>
                <a:lnTo>
                  <a:pt x="695312" y="9525"/>
                </a:lnTo>
                <a:lnTo>
                  <a:pt x="695312" y="0"/>
                </a:lnTo>
                <a:close/>
              </a:path>
              <a:path w="981075" h="9525">
                <a:moveTo>
                  <a:pt x="752462" y="0"/>
                </a:moveTo>
                <a:lnTo>
                  <a:pt x="742937" y="0"/>
                </a:lnTo>
                <a:lnTo>
                  <a:pt x="742937" y="9525"/>
                </a:lnTo>
                <a:lnTo>
                  <a:pt x="752462" y="9525"/>
                </a:lnTo>
                <a:lnTo>
                  <a:pt x="752462" y="0"/>
                </a:lnTo>
                <a:close/>
              </a:path>
              <a:path w="981075" h="9525">
                <a:moveTo>
                  <a:pt x="809612" y="0"/>
                </a:moveTo>
                <a:lnTo>
                  <a:pt x="800087" y="0"/>
                </a:lnTo>
                <a:lnTo>
                  <a:pt x="800087" y="9525"/>
                </a:lnTo>
                <a:lnTo>
                  <a:pt x="809612" y="9525"/>
                </a:lnTo>
                <a:lnTo>
                  <a:pt x="809612" y="0"/>
                </a:lnTo>
                <a:close/>
              </a:path>
              <a:path w="981075" h="9525">
                <a:moveTo>
                  <a:pt x="866762" y="0"/>
                </a:moveTo>
                <a:lnTo>
                  <a:pt x="857237" y="0"/>
                </a:lnTo>
                <a:lnTo>
                  <a:pt x="857237" y="9525"/>
                </a:lnTo>
                <a:lnTo>
                  <a:pt x="866762" y="9525"/>
                </a:lnTo>
                <a:lnTo>
                  <a:pt x="866762" y="0"/>
                </a:lnTo>
                <a:close/>
              </a:path>
              <a:path w="981075" h="9525">
                <a:moveTo>
                  <a:pt x="923912" y="0"/>
                </a:moveTo>
                <a:lnTo>
                  <a:pt x="914387" y="0"/>
                </a:lnTo>
                <a:lnTo>
                  <a:pt x="914387" y="9525"/>
                </a:lnTo>
                <a:lnTo>
                  <a:pt x="923912" y="9525"/>
                </a:lnTo>
                <a:lnTo>
                  <a:pt x="923912" y="0"/>
                </a:lnTo>
                <a:close/>
              </a:path>
              <a:path w="981075" h="9525">
                <a:moveTo>
                  <a:pt x="981062" y="0"/>
                </a:moveTo>
                <a:lnTo>
                  <a:pt x="971537" y="0"/>
                </a:lnTo>
                <a:lnTo>
                  <a:pt x="971537" y="9525"/>
                </a:lnTo>
                <a:lnTo>
                  <a:pt x="981062" y="9525"/>
                </a:lnTo>
                <a:lnTo>
                  <a:pt x="981062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895600" y="1914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09650" y="771537"/>
            <a:ext cx="180975" cy="1152525"/>
          </a:xfrm>
          <a:custGeom>
            <a:avLst/>
            <a:gdLst/>
            <a:ahLst/>
            <a:cxnLst/>
            <a:rect l="l" t="t" r="r" b="b"/>
            <a:pathLst>
              <a:path w="180975" h="1152525">
                <a:moveTo>
                  <a:pt x="9525" y="1143000"/>
                </a:moveTo>
                <a:lnTo>
                  <a:pt x="0" y="1143000"/>
                </a:lnTo>
                <a:lnTo>
                  <a:pt x="0" y="1152525"/>
                </a:lnTo>
                <a:lnTo>
                  <a:pt x="9525" y="1152525"/>
                </a:lnTo>
                <a:lnTo>
                  <a:pt x="9525" y="1143000"/>
                </a:lnTo>
                <a:close/>
              </a:path>
              <a:path w="180975" h="1152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180975" h="1152525">
                <a:moveTo>
                  <a:pt x="66675" y="1143000"/>
                </a:moveTo>
                <a:lnTo>
                  <a:pt x="57150" y="1143000"/>
                </a:lnTo>
                <a:lnTo>
                  <a:pt x="57150" y="1152525"/>
                </a:lnTo>
                <a:lnTo>
                  <a:pt x="66675" y="1152525"/>
                </a:lnTo>
                <a:lnTo>
                  <a:pt x="66675" y="1143000"/>
                </a:lnTo>
                <a:close/>
              </a:path>
              <a:path w="180975" h="1152525">
                <a:moveTo>
                  <a:pt x="123825" y="1143000"/>
                </a:moveTo>
                <a:lnTo>
                  <a:pt x="114300" y="1143000"/>
                </a:lnTo>
                <a:lnTo>
                  <a:pt x="114300" y="1152525"/>
                </a:lnTo>
                <a:lnTo>
                  <a:pt x="123825" y="1152525"/>
                </a:lnTo>
                <a:lnTo>
                  <a:pt x="123825" y="1143000"/>
                </a:lnTo>
                <a:close/>
              </a:path>
              <a:path w="180975" h="1152525">
                <a:moveTo>
                  <a:pt x="180975" y="1143000"/>
                </a:moveTo>
                <a:lnTo>
                  <a:pt x="171450" y="1143000"/>
                </a:lnTo>
                <a:lnTo>
                  <a:pt x="171450" y="1152525"/>
                </a:lnTo>
                <a:lnTo>
                  <a:pt x="180975" y="1152525"/>
                </a:lnTo>
                <a:lnTo>
                  <a:pt x="180975" y="1143000"/>
                </a:lnTo>
                <a:close/>
              </a:path>
              <a:path w="180975" h="1152525">
                <a:moveTo>
                  <a:pt x="180975" y="0"/>
                </a:moveTo>
                <a:lnTo>
                  <a:pt x="178193" y="0"/>
                </a:lnTo>
                <a:lnTo>
                  <a:pt x="178193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64604" y="1828899"/>
            <a:ext cx="3054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0.0bn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525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4" y="9524"/>
                </a:moveTo>
                <a:lnTo>
                  <a:pt x="0" y="9524"/>
                </a:ln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2382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2954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3525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4097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4668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5240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5811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6383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6954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7526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8097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8669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9240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812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0383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0955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1526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2098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2669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3241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3812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4384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4955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5527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6098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6670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7241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7813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8384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8956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564604" y="685899"/>
            <a:ext cx="3054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0.5bn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675010" y="2578100"/>
            <a:ext cx="5461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65" dirty="0">
                <a:solidFill>
                  <a:srgbClr val="252423"/>
                </a:solidFill>
                <a:latin typeface="Tahoma"/>
                <a:cs typeface="Tahoma"/>
              </a:rPr>
              <a:t>st_name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63845" y="693266"/>
            <a:ext cx="177800" cy="107124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275"/>
              </a:lnSpc>
            </a:pPr>
            <a:r>
              <a:rPr sz="1200" spc="-80" dirty="0">
                <a:solidFill>
                  <a:srgbClr val="252423"/>
                </a:solidFill>
                <a:latin typeface="Tahoma"/>
                <a:cs typeface="Tahoma"/>
              </a:rPr>
              <a:t>Sum </a:t>
            </a:r>
            <a:r>
              <a:rPr sz="1200" spc="-75" dirty="0">
                <a:solidFill>
                  <a:srgbClr val="252423"/>
                </a:solidFill>
                <a:latin typeface="Tahoma"/>
                <a:cs typeface="Tahoma"/>
              </a:rPr>
              <a:t>of</a:t>
            </a:r>
            <a:r>
              <a:rPr sz="1200" spc="-8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200" spc="-35" dirty="0">
                <a:solidFill>
                  <a:srgbClr val="252423"/>
                </a:solidFill>
                <a:latin typeface="Tahoma"/>
                <a:cs typeface="Tahoma"/>
              </a:rPr>
              <a:t>totvotpoll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022387" y="1962100"/>
            <a:ext cx="1836420" cy="580390"/>
          </a:xfrm>
          <a:prstGeom prst="rect">
            <a:avLst/>
          </a:prstGeom>
        </p:spPr>
        <p:txBody>
          <a:bodyPr vert="vert270" wrap="square" lIns="0" tIns="21590" rIns="0" bIns="0" rtlCol="0">
            <a:spAutoFit/>
          </a:bodyPr>
          <a:lstStyle/>
          <a:p>
            <a:pPr marL="36195" algn="just">
              <a:lnSpc>
                <a:spcPct val="100000"/>
              </a:lnSpc>
              <a:spcBef>
                <a:spcPts val="170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Uttar </a:t>
            </a: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Pra…</a:t>
            </a:r>
            <a:endParaRPr sz="900">
              <a:latin typeface="Segoe UI"/>
              <a:cs typeface="Segoe UI"/>
            </a:endParaRPr>
          </a:p>
          <a:p>
            <a:pPr marL="19685" marR="5080" indent="-7620" algn="just">
              <a:lnSpc>
                <a:spcPct val="151200"/>
              </a:lnSpc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West</a:t>
            </a:r>
            <a:r>
              <a:rPr sz="900" spc="-5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Ben…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Andhra</a:t>
            </a:r>
            <a:r>
              <a:rPr sz="900" spc="-3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P…</a:t>
            </a:r>
            <a:endParaRPr sz="900">
              <a:latin typeface="Segoe UI"/>
              <a:cs typeface="Segoe UI"/>
            </a:endParaRPr>
          </a:p>
          <a:p>
            <a:pPr marL="45720" marR="5080" indent="265430" algn="just">
              <a:lnSpc>
                <a:spcPct val="151200"/>
              </a:lnSpc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Bihar Maharas… </a:t>
            </a: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Tamil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Na…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Madhya</a:t>
            </a:r>
            <a:r>
              <a:rPr sz="900" spc="-3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…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 Karnataka Rajasthan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035446" y="740960"/>
            <a:ext cx="152400" cy="1174115"/>
          </a:xfrm>
          <a:custGeom>
            <a:avLst/>
            <a:gdLst/>
            <a:ahLst/>
            <a:cxnLst/>
            <a:rect l="l" t="t" r="r" b="b"/>
            <a:pathLst>
              <a:path w="152400" h="1174114">
                <a:moveTo>
                  <a:pt x="152399" y="1173564"/>
                </a:moveTo>
                <a:lnTo>
                  <a:pt x="0" y="1173564"/>
                </a:lnTo>
                <a:lnTo>
                  <a:pt x="0" y="0"/>
                </a:lnTo>
                <a:lnTo>
                  <a:pt x="152399" y="0"/>
                </a:lnTo>
                <a:lnTo>
                  <a:pt x="152399" y="1173564"/>
                </a:lnTo>
                <a:close/>
              </a:path>
            </a:pathLst>
          </a:custGeom>
          <a:solidFill>
            <a:srgbClr val="118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242809" y="1084186"/>
            <a:ext cx="567690" cy="830580"/>
          </a:xfrm>
          <a:custGeom>
            <a:avLst/>
            <a:gdLst/>
            <a:ahLst/>
            <a:cxnLst/>
            <a:rect l="l" t="t" r="r" b="b"/>
            <a:pathLst>
              <a:path w="567689" h="830580">
                <a:moveTo>
                  <a:pt x="152400" y="0"/>
                </a:moveTo>
                <a:lnTo>
                  <a:pt x="0" y="0"/>
                </a:lnTo>
                <a:lnTo>
                  <a:pt x="0" y="830351"/>
                </a:lnTo>
                <a:lnTo>
                  <a:pt x="152400" y="830351"/>
                </a:lnTo>
                <a:lnTo>
                  <a:pt x="152400" y="0"/>
                </a:lnTo>
                <a:close/>
              </a:path>
              <a:path w="567689" h="830580">
                <a:moveTo>
                  <a:pt x="359765" y="70497"/>
                </a:moveTo>
                <a:lnTo>
                  <a:pt x="207365" y="70497"/>
                </a:lnTo>
                <a:lnTo>
                  <a:pt x="207365" y="830351"/>
                </a:lnTo>
                <a:lnTo>
                  <a:pt x="359765" y="830351"/>
                </a:lnTo>
                <a:lnTo>
                  <a:pt x="359765" y="70497"/>
                </a:lnTo>
                <a:close/>
              </a:path>
              <a:path w="567689" h="830580">
                <a:moveTo>
                  <a:pt x="567131" y="92100"/>
                </a:moveTo>
                <a:lnTo>
                  <a:pt x="414731" y="92100"/>
                </a:lnTo>
                <a:lnTo>
                  <a:pt x="414731" y="830351"/>
                </a:lnTo>
                <a:lnTo>
                  <a:pt x="567131" y="830351"/>
                </a:lnTo>
                <a:lnTo>
                  <a:pt x="567131" y="92100"/>
                </a:lnTo>
                <a:close/>
              </a:path>
            </a:pathLst>
          </a:custGeom>
          <a:solidFill>
            <a:srgbClr val="118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864906" y="1180934"/>
            <a:ext cx="982344" cy="734060"/>
          </a:xfrm>
          <a:custGeom>
            <a:avLst/>
            <a:gdLst/>
            <a:ahLst/>
            <a:cxnLst/>
            <a:rect l="l" t="t" r="r" b="b"/>
            <a:pathLst>
              <a:path w="982344" h="734060">
                <a:moveTo>
                  <a:pt x="152400" y="0"/>
                </a:moveTo>
                <a:lnTo>
                  <a:pt x="0" y="0"/>
                </a:lnTo>
                <a:lnTo>
                  <a:pt x="0" y="733602"/>
                </a:lnTo>
                <a:lnTo>
                  <a:pt x="152400" y="733602"/>
                </a:lnTo>
                <a:lnTo>
                  <a:pt x="152400" y="0"/>
                </a:lnTo>
                <a:close/>
              </a:path>
              <a:path w="982344" h="734060">
                <a:moveTo>
                  <a:pt x="359765" y="73596"/>
                </a:moveTo>
                <a:lnTo>
                  <a:pt x="207365" y="73596"/>
                </a:lnTo>
                <a:lnTo>
                  <a:pt x="207365" y="733602"/>
                </a:lnTo>
                <a:lnTo>
                  <a:pt x="359765" y="733602"/>
                </a:lnTo>
                <a:lnTo>
                  <a:pt x="359765" y="73596"/>
                </a:lnTo>
                <a:close/>
              </a:path>
              <a:path w="982344" h="734060">
                <a:moveTo>
                  <a:pt x="567143" y="234848"/>
                </a:moveTo>
                <a:lnTo>
                  <a:pt x="414743" y="234848"/>
                </a:lnTo>
                <a:lnTo>
                  <a:pt x="414743" y="733602"/>
                </a:lnTo>
                <a:lnTo>
                  <a:pt x="567143" y="733602"/>
                </a:lnTo>
                <a:lnTo>
                  <a:pt x="567143" y="234848"/>
                </a:lnTo>
                <a:close/>
              </a:path>
              <a:path w="982344" h="734060">
                <a:moveTo>
                  <a:pt x="774509" y="250240"/>
                </a:moveTo>
                <a:lnTo>
                  <a:pt x="622109" y="250240"/>
                </a:lnTo>
                <a:lnTo>
                  <a:pt x="622109" y="733602"/>
                </a:lnTo>
                <a:lnTo>
                  <a:pt x="774509" y="733602"/>
                </a:lnTo>
                <a:lnTo>
                  <a:pt x="774509" y="250240"/>
                </a:lnTo>
                <a:close/>
              </a:path>
              <a:path w="982344" h="734060">
                <a:moveTo>
                  <a:pt x="981875" y="355904"/>
                </a:moveTo>
                <a:lnTo>
                  <a:pt x="829475" y="355904"/>
                </a:lnTo>
                <a:lnTo>
                  <a:pt x="829475" y="733602"/>
                </a:lnTo>
                <a:lnTo>
                  <a:pt x="981875" y="733602"/>
                </a:lnTo>
                <a:lnTo>
                  <a:pt x="981875" y="355904"/>
                </a:lnTo>
                <a:close/>
              </a:path>
            </a:pathLst>
          </a:custGeom>
          <a:solidFill>
            <a:srgbClr val="118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9" name="object 49"/>
          <p:cNvGrpSpPr/>
          <p:nvPr/>
        </p:nvGrpSpPr>
        <p:grpSpPr>
          <a:xfrm>
            <a:off x="947737" y="2767012"/>
            <a:ext cx="1995805" cy="85725"/>
            <a:chOff x="947737" y="2767012"/>
            <a:chExt cx="1995805" cy="85725"/>
          </a:xfrm>
        </p:grpSpPr>
        <p:sp>
          <p:nvSpPr>
            <p:cNvPr id="50" name="object 50"/>
            <p:cNvSpPr/>
            <p:nvPr/>
          </p:nvSpPr>
          <p:spPr>
            <a:xfrm>
              <a:off x="952500" y="2771775"/>
              <a:ext cx="1990725" cy="76200"/>
            </a:xfrm>
            <a:custGeom>
              <a:avLst/>
              <a:gdLst/>
              <a:ahLst/>
              <a:cxnLst/>
              <a:rect l="l" t="t" r="r" b="b"/>
              <a:pathLst>
                <a:path w="1990725" h="76200">
                  <a:moveTo>
                    <a:pt x="1957677" y="76199"/>
                  </a:moveTo>
                  <a:lnTo>
                    <a:pt x="33047" y="76199"/>
                  </a:lnTo>
                  <a:lnTo>
                    <a:pt x="28187" y="75233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100" y="0"/>
                  </a:lnTo>
                  <a:lnTo>
                    <a:pt x="1957677" y="0"/>
                  </a:lnTo>
                  <a:lnTo>
                    <a:pt x="1989758" y="28187"/>
                  </a:lnTo>
                  <a:lnTo>
                    <a:pt x="1990724" y="33047"/>
                  </a:lnTo>
                  <a:lnTo>
                    <a:pt x="1990724" y="43152"/>
                  </a:lnTo>
                  <a:lnTo>
                    <a:pt x="1962537" y="75233"/>
                  </a:lnTo>
                  <a:lnTo>
                    <a:pt x="1957677" y="76199"/>
                  </a:lnTo>
                  <a:close/>
                </a:path>
              </a:pathLst>
            </a:custGeom>
            <a:solidFill>
              <a:srgbClr val="E1E1E1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952500" y="2771775"/>
              <a:ext cx="413384" cy="76200"/>
            </a:xfrm>
            <a:custGeom>
              <a:avLst/>
              <a:gdLst/>
              <a:ahLst/>
              <a:cxnLst/>
              <a:rect l="l" t="t" r="r" b="b"/>
              <a:pathLst>
                <a:path w="413384" h="76200">
                  <a:moveTo>
                    <a:pt x="379946" y="76199"/>
                  </a:moveTo>
                  <a:lnTo>
                    <a:pt x="33047" y="76199"/>
                  </a:lnTo>
                  <a:lnTo>
                    <a:pt x="28187" y="75233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100" y="0"/>
                  </a:lnTo>
                  <a:lnTo>
                    <a:pt x="379946" y="0"/>
                  </a:lnTo>
                  <a:lnTo>
                    <a:pt x="412027" y="28187"/>
                  </a:lnTo>
                  <a:lnTo>
                    <a:pt x="412994" y="33047"/>
                  </a:lnTo>
                  <a:lnTo>
                    <a:pt x="412994" y="43152"/>
                  </a:lnTo>
                  <a:lnTo>
                    <a:pt x="384806" y="75233"/>
                  </a:lnTo>
                  <a:lnTo>
                    <a:pt x="379946" y="76199"/>
                  </a:lnTo>
                  <a:close/>
                </a:path>
              </a:pathLst>
            </a:custGeom>
            <a:solidFill>
              <a:srgbClr val="000000">
                <a:alpha val="2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952500" y="2771775"/>
              <a:ext cx="413384" cy="76200"/>
            </a:xfrm>
            <a:custGeom>
              <a:avLst/>
              <a:gdLst/>
              <a:ahLst/>
              <a:cxnLst/>
              <a:rect l="l" t="t" r="r" b="b"/>
              <a:pathLst>
                <a:path w="413384" h="76200">
                  <a:moveTo>
                    <a:pt x="38100" y="0"/>
                  </a:moveTo>
                  <a:lnTo>
                    <a:pt x="374894" y="0"/>
                  </a:lnTo>
                  <a:lnTo>
                    <a:pt x="379946" y="0"/>
                  </a:lnTo>
                  <a:lnTo>
                    <a:pt x="384806" y="966"/>
                  </a:lnTo>
                  <a:lnTo>
                    <a:pt x="389474" y="2900"/>
                  </a:lnTo>
                  <a:lnTo>
                    <a:pt x="394142" y="4833"/>
                  </a:lnTo>
                  <a:lnTo>
                    <a:pt x="398262" y="7586"/>
                  </a:lnTo>
                  <a:lnTo>
                    <a:pt x="401834" y="11159"/>
                  </a:lnTo>
                  <a:lnTo>
                    <a:pt x="405407" y="14731"/>
                  </a:lnTo>
                  <a:lnTo>
                    <a:pt x="408160" y="18851"/>
                  </a:lnTo>
                  <a:lnTo>
                    <a:pt x="410094" y="23519"/>
                  </a:lnTo>
                  <a:lnTo>
                    <a:pt x="412027" y="28187"/>
                  </a:lnTo>
                  <a:lnTo>
                    <a:pt x="412994" y="33047"/>
                  </a:lnTo>
                  <a:lnTo>
                    <a:pt x="412994" y="38100"/>
                  </a:lnTo>
                  <a:lnTo>
                    <a:pt x="412994" y="43152"/>
                  </a:lnTo>
                  <a:lnTo>
                    <a:pt x="389474" y="73299"/>
                  </a:lnTo>
                  <a:lnTo>
                    <a:pt x="384806" y="75233"/>
                  </a:lnTo>
                  <a:lnTo>
                    <a:pt x="379946" y="76199"/>
                  </a:lnTo>
                  <a:lnTo>
                    <a:pt x="374894" y="76200"/>
                  </a:lnTo>
                  <a:lnTo>
                    <a:pt x="38100" y="76200"/>
                  </a:lnTo>
                  <a:lnTo>
                    <a:pt x="33047" y="76199"/>
                  </a:lnTo>
                  <a:lnTo>
                    <a:pt x="28187" y="75233"/>
                  </a:lnTo>
                  <a:lnTo>
                    <a:pt x="23519" y="73299"/>
                  </a:lnTo>
                  <a:lnTo>
                    <a:pt x="18851" y="71366"/>
                  </a:lnTo>
                  <a:lnTo>
                    <a:pt x="0" y="43152"/>
                  </a:lnTo>
                  <a:lnTo>
                    <a:pt x="0" y="38100"/>
                  </a:lnTo>
                  <a:lnTo>
                    <a:pt x="0" y="33047"/>
                  </a:lnTo>
                  <a:lnTo>
                    <a:pt x="11159" y="11159"/>
                  </a:lnTo>
                  <a:lnTo>
                    <a:pt x="14731" y="7586"/>
                  </a:lnTo>
                  <a:lnTo>
                    <a:pt x="18851" y="4833"/>
                  </a:lnTo>
                  <a:lnTo>
                    <a:pt x="23519" y="2900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/>
          <p:nvPr/>
        </p:nvSpPr>
        <p:spPr>
          <a:xfrm>
            <a:off x="914400" y="48291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200150" y="4829187"/>
            <a:ext cx="809625" cy="9525"/>
          </a:xfrm>
          <a:custGeom>
            <a:avLst/>
            <a:gdLst/>
            <a:ahLst/>
            <a:cxnLst/>
            <a:rect l="l" t="t" r="r" b="b"/>
            <a:pathLst>
              <a:path w="80962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80962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809625" h="95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809625" h="9525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  <a:path w="809625" h="9525">
                <a:moveTo>
                  <a:pt x="238125" y="0"/>
                </a:moveTo>
                <a:lnTo>
                  <a:pt x="228600" y="0"/>
                </a:lnTo>
                <a:lnTo>
                  <a:pt x="228600" y="9525"/>
                </a:lnTo>
                <a:lnTo>
                  <a:pt x="238125" y="9525"/>
                </a:lnTo>
                <a:lnTo>
                  <a:pt x="238125" y="0"/>
                </a:lnTo>
                <a:close/>
              </a:path>
              <a:path w="809625" h="9525">
                <a:moveTo>
                  <a:pt x="295275" y="0"/>
                </a:moveTo>
                <a:lnTo>
                  <a:pt x="285750" y="0"/>
                </a:lnTo>
                <a:lnTo>
                  <a:pt x="285750" y="9525"/>
                </a:lnTo>
                <a:lnTo>
                  <a:pt x="295275" y="9525"/>
                </a:lnTo>
                <a:lnTo>
                  <a:pt x="295275" y="0"/>
                </a:lnTo>
                <a:close/>
              </a:path>
              <a:path w="809625" h="9525">
                <a:moveTo>
                  <a:pt x="352425" y="0"/>
                </a:moveTo>
                <a:lnTo>
                  <a:pt x="342900" y="0"/>
                </a:lnTo>
                <a:lnTo>
                  <a:pt x="342900" y="9525"/>
                </a:lnTo>
                <a:lnTo>
                  <a:pt x="352425" y="9525"/>
                </a:lnTo>
                <a:lnTo>
                  <a:pt x="352425" y="0"/>
                </a:lnTo>
                <a:close/>
              </a:path>
              <a:path w="809625" h="9525">
                <a:moveTo>
                  <a:pt x="409575" y="0"/>
                </a:moveTo>
                <a:lnTo>
                  <a:pt x="400050" y="0"/>
                </a:lnTo>
                <a:lnTo>
                  <a:pt x="400050" y="9525"/>
                </a:lnTo>
                <a:lnTo>
                  <a:pt x="409575" y="9525"/>
                </a:lnTo>
                <a:lnTo>
                  <a:pt x="409575" y="0"/>
                </a:lnTo>
                <a:close/>
              </a:path>
              <a:path w="809625" h="9525">
                <a:moveTo>
                  <a:pt x="466725" y="0"/>
                </a:moveTo>
                <a:lnTo>
                  <a:pt x="457200" y="0"/>
                </a:lnTo>
                <a:lnTo>
                  <a:pt x="457200" y="9525"/>
                </a:lnTo>
                <a:lnTo>
                  <a:pt x="466725" y="9525"/>
                </a:lnTo>
                <a:lnTo>
                  <a:pt x="466725" y="0"/>
                </a:lnTo>
                <a:close/>
              </a:path>
              <a:path w="809625" h="9525">
                <a:moveTo>
                  <a:pt x="523875" y="0"/>
                </a:moveTo>
                <a:lnTo>
                  <a:pt x="514350" y="0"/>
                </a:lnTo>
                <a:lnTo>
                  <a:pt x="514350" y="9525"/>
                </a:lnTo>
                <a:lnTo>
                  <a:pt x="523875" y="9525"/>
                </a:lnTo>
                <a:lnTo>
                  <a:pt x="523875" y="0"/>
                </a:lnTo>
                <a:close/>
              </a:path>
              <a:path w="809625" h="9525">
                <a:moveTo>
                  <a:pt x="581025" y="0"/>
                </a:moveTo>
                <a:lnTo>
                  <a:pt x="571500" y="0"/>
                </a:lnTo>
                <a:lnTo>
                  <a:pt x="571500" y="9525"/>
                </a:lnTo>
                <a:lnTo>
                  <a:pt x="581025" y="9525"/>
                </a:lnTo>
                <a:lnTo>
                  <a:pt x="581025" y="0"/>
                </a:lnTo>
                <a:close/>
              </a:path>
              <a:path w="809625" h="9525">
                <a:moveTo>
                  <a:pt x="638175" y="0"/>
                </a:moveTo>
                <a:lnTo>
                  <a:pt x="628650" y="0"/>
                </a:lnTo>
                <a:lnTo>
                  <a:pt x="628650" y="9525"/>
                </a:lnTo>
                <a:lnTo>
                  <a:pt x="638175" y="9525"/>
                </a:lnTo>
                <a:lnTo>
                  <a:pt x="638175" y="0"/>
                </a:lnTo>
                <a:close/>
              </a:path>
              <a:path w="809625" h="9525">
                <a:moveTo>
                  <a:pt x="695325" y="0"/>
                </a:moveTo>
                <a:lnTo>
                  <a:pt x="685800" y="0"/>
                </a:lnTo>
                <a:lnTo>
                  <a:pt x="685800" y="9525"/>
                </a:lnTo>
                <a:lnTo>
                  <a:pt x="695325" y="9525"/>
                </a:lnTo>
                <a:lnTo>
                  <a:pt x="695325" y="0"/>
                </a:lnTo>
                <a:close/>
              </a:path>
              <a:path w="809625" h="9525">
                <a:moveTo>
                  <a:pt x="752475" y="0"/>
                </a:moveTo>
                <a:lnTo>
                  <a:pt x="742950" y="0"/>
                </a:lnTo>
                <a:lnTo>
                  <a:pt x="742950" y="9525"/>
                </a:lnTo>
                <a:lnTo>
                  <a:pt x="752475" y="9525"/>
                </a:lnTo>
                <a:lnTo>
                  <a:pt x="752475" y="0"/>
                </a:lnTo>
                <a:close/>
              </a:path>
              <a:path w="809625" h="9525">
                <a:moveTo>
                  <a:pt x="809625" y="0"/>
                </a:moveTo>
                <a:lnTo>
                  <a:pt x="800100" y="0"/>
                </a:lnTo>
                <a:lnTo>
                  <a:pt x="800100" y="9525"/>
                </a:lnTo>
                <a:lnTo>
                  <a:pt x="809625" y="9525"/>
                </a:lnTo>
                <a:lnTo>
                  <a:pt x="80962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2057400" y="4829187"/>
            <a:ext cx="581025" cy="9525"/>
          </a:xfrm>
          <a:custGeom>
            <a:avLst/>
            <a:gdLst/>
            <a:ahLst/>
            <a:cxnLst/>
            <a:rect l="l" t="t" r="r" b="b"/>
            <a:pathLst>
              <a:path w="58102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58102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581025" h="95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581025" h="9525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  <a:path w="581025" h="9525">
                <a:moveTo>
                  <a:pt x="238125" y="0"/>
                </a:moveTo>
                <a:lnTo>
                  <a:pt x="228600" y="0"/>
                </a:lnTo>
                <a:lnTo>
                  <a:pt x="228600" y="9525"/>
                </a:lnTo>
                <a:lnTo>
                  <a:pt x="238125" y="9525"/>
                </a:lnTo>
                <a:lnTo>
                  <a:pt x="238125" y="0"/>
                </a:lnTo>
                <a:close/>
              </a:path>
              <a:path w="581025" h="9525">
                <a:moveTo>
                  <a:pt x="295275" y="0"/>
                </a:moveTo>
                <a:lnTo>
                  <a:pt x="285750" y="0"/>
                </a:lnTo>
                <a:lnTo>
                  <a:pt x="285750" y="9525"/>
                </a:lnTo>
                <a:lnTo>
                  <a:pt x="295275" y="9525"/>
                </a:lnTo>
                <a:lnTo>
                  <a:pt x="295275" y="0"/>
                </a:lnTo>
                <a:close/>
              </a:path>
              <a:path w="581025" h="9525">
                <a:moveTo>
                  <a:pt x="352425" y="0"/>
                </a:moveTo>
                <a:lnTo>
                  <a:pt x="342900" y="0"/>
                </a:lnTo>
                <a:lnTo>
                  <a:pt x="342900" y="9525"/>
                </a:lnTo>
                <a:lnTo>
                  <a:pt x="352425" y="9525"/>
                </a:lnTo>
                <a:lnTo>
                  <a:pt x="352425" y="0"/>
                </a:lnTo>
                <a:close/>
              </a:path>
              <a:path w="581025" h="9525">
                <a:moveTo>
                  <a:pt x="409575" y="0"/>
                </a:moveTo>
                <a:lnTo>
                  <a:pt x="400050" y="0"/>
                </a:lnTo>
                <a:lnTo>
                  <a:pt x="400050" y="9525"/>
                </a:lnTo>
                <a:lnTo>
                  <a:pt x="409575" y="9525"/>
                </a:lnTo>
                <a:lnTo>
                  <a:pt x="409575" y="0"/>
                </a:lnTo>
                <a:close/>
              </a:path>
              <a:path w="581025" h="9525">
                <a:moveTo>
                  <a:pt x="466725" y="0"/>
                </a:moveTo>
                <a:lnTo>
                  <a:pt x="457200" y="0"/>
                </a:lnTo>
                <a:lnTo>
                  <a:pt x="457200" y="9525"/>
                </a:lnTo>
                <a:lnTo>
                  <a:pt x="466725" y="9525"/>
                </a:lnTo>
                <a:lnTo>
                  <a:pt x="466725" y="0"/>
                </a:lnTo>
                <a:close/>
              </a:path>
              <a:path w="581025" h="9525">
                <a:moveTo>
                  <a:pt x="523875" y="0"/>
                </a:moveTo>
                <a:lnTo>
                  <a:pt x="514350" y="0"/>
                </a:lnTo>
                <a:lnTo>
                  <a:pt x="514350" y="9525"/>
                </a:lnTo>
                <a:lnTo>
                  <a:pt x="523875" y="9525"/>
                </a:lnTo>
                <a:lnTo>
                  <a:pt x="523875" y="0"/>
                </a:lnTo>
                <a:close/>
              </a:path>
              <a:path w="581025" h="9525">
                <a:moveTo>
                  <a:pt x="581025" y="0"/>
                </a:moveTo>
                <a:lnTo>
                  <a:pt x="571500" y="0"/>
                </a:lnTo>
                <a:lnTo>
                  <a:pt x="571500" y="9525"/>
                </a:lnTo>
                <a:lnTo>
                  <a:pt x="581025" y="9525"/>
                </a:lnTo>
                <a:lnTo>
                  <a:pt x="58102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2686050" y="4829187"/>
            <a:ext cx="180975" cy="9525"/>
          </a:xfrm>
          <a:custGeom>
            <a:avLst/>
            <a:gdLst/>
            <a:ahLst/>
            <a:cxnLst/>
            <a:rect l="l" t="t" r="r" b="b"/>
            <a:pathLst>
              <a:path w="18097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18097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180975" h="95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180975" h="9525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2914650" y="48291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971550" y="4291024"/>
            <a:ext cx="180975" cy="548005"/>
          </a:xfrm>
          <a:custGeom>
            <a:avLst/>
            <a:gdLst/>
            <a:ahLst/>
            <a:cxnLst/>
            <a:rect l="l" t="t" r="r" b="b"/>
            <a:pathLst>
              <a:path w="180975" h="548004">
                <a:moveTo>
                  <a:pt x="9525" y="538162"/>
                </a:moveTo>
                <a:lnTo>
                  <a:pt x="0" y="538162"/>
                </a:lnTo>
                <a:lnTo>
                  <a:pt x="0" y="547687"/>
                </a:lnTo>
                <a:lnTo>
                  <a:pt x="9525" y="547687"/>
                </a:lnTo>
                <a:lnTo>
                  <a:pt x="9525" y="538162"/>
                </a:lnTo>
                <a:close/>
              </a:path>
              <a:path w="180975" h="548004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180975" h="548004">
                <a:moveTo>
                  <a:pt x="66675" y="538162"/>
                </a:moveTo>
                <a:lnTo>
                  <a:pt x="57150" y="538162"/>
                </a:lnTo>
                <a:lnTo>
                  <a:pt x="57150" y="547687"/>
                </a:lnTo>
                <a:lnTo>
                  <a:pt x="66675" y="547687"/>
                </a:lnTo>
                <a:lnTo>
                  <a:pt x="66675" y="538162"/>
                </a:lnTo>
                <a:close/>
              </a:path>
              <a:path w="180975" h="548004">
                <a:moveTo>
                  <a:pt x="123825" y="538162"/>
                </a:moveTo>
                <a:lnTo>
                  <a:pt x="114300" y="538162"/>
                </a:lnTo>
                <a:lnTo>
                  <a:pt x="114300" y="547687"/>
                </a:lnTo>
                <a:lnTo>
                  <a:pt x="123825" y="547687"/>
                </a:lnTo>
                <a:lnTo>
                  <a:pt x="123825" y="538162"/>
                </a:lnTo>
                <a:close/>
              </a:path>
              <a:path w="180975" h="548004">
                <a:moveTo>
                  <a:pt x="180975" y="538162"/>
                </a:moveTo>
                <a:lnTo>
                  <a:pt x="171450" y="538162"/>
                </a:lnTo>
                <a:lnTo>
                  <a:pt x="171450" y="547687"/>
                </a:lnTo>
                <a:lnTo>
                  <a:pt x="180975" y="547687"/>
                </a:lnTo>
                <a:lnTo>
                  <a:pt x="180975" y="538162"/>
                </a:lnTo>
                <a:close/>
              </a:path>
              <a:path w="180975" h="548004">
                <a:moveTo>
                  <a:pt x="180975" y="0"/>
                </a:moveTo>
                <a:lnTo>
                  <a:pt x="179781" y="0"/>
                </a:lnTo>
                <a:lnTo>
                  <a:pt x="179781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526504" y="4743549"/>
            <a:ext cx="3054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0.0bn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91440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20015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25730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31445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37160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42875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48590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54305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60020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65735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171450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177165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182880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188595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194310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200025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205740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211455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217170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222885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228600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234315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240030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245745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251460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257175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262890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268605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274320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280035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285750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2914650" y="429101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 txBox="1"/>
          <p:nvPr/>
        </p:nvSpPr>
        <p:spPr>
          <a:xfrm>
            <a:off x="526504" y="4205386"/>
            <a:ext cx="3054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0.5bn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91440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97155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102870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108585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114300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120015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125730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131445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137160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142875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148590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154305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160020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165735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171450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177165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182880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188595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194310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200025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205740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211455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217170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222885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228600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234315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240030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245745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251460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257175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262890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268605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274320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280035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285750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2914650" y="3752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 txBox="1"/>
          <p:nvPr/>
        </p:nvSpPr>
        <p:spPr>
          <a:xfrm>
            <a:off x="1668909" y="5387975"/>
            <a:ext cx="5200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40" dirty="0">
                <a:solidFill>
                  <a:srgbClr val="252423"/>
                </a:solidFill>
                <a:latin typeface="Tahoma"/>
                <a:cs typeface="Tahoma"/>
              </a:rPr>
              <a:t>partyname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355434" y="3886243"/>
            <a:ext cx="139700" cy="80962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spc="-55" dirty="0">
                <a:solidFill>
                  <a:srgbClr val="252423"/>
                </a:solidFill>
                <a:latin typeface="Tahoma"/>
                <a:cs typeface="Tahoma"/>
              </a:rPr>
              <a:t>Sum of </a:t>
            </a:r>
            <a:r>
              <a:rPr sz="900" spc="-30" dirty="0">
                <a:solidFill>
                  <a:srgbClr val="252423"/>
                </a:solidFill>
                <a:latin typeface="Tahoma"/>
                <a:cs typeface="Tahoma"/>
              </a:rPr>
              <a:t>totvotpoll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987462" y="4876769"/>
            <a:ext cx="1868170" cy="434340"/>
          </a:xfrm>
          <a:prstGeom prst="rect">
            <a:avLst/>
          </a:prstGeom>
        </p:spPr>
        <p:txBody>
          <a:bodyPr vert="vert270" wrap="square" lIns="0" tIns="21590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17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Indian…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Bharat…</a:t>
            </a:r>
            <a:endParaRPr sz="900">
              <a:latin typeface="Segoe UI"/>
              <a:cs typeface="Segoe UI"/>
            </a:endParaRPr>
          </a:p>
          <a:p>
            <a:pPr marL="234315" marR="5080" indent="15875">
              <a:lnSpc>
                <a:spcPct val="154100"/>
              </a:lnSpc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BJP INC</a:t>
            </a:r>
            <a:endParaRPr sz="900">
              <a:latin typeface="Segoe UI"/>
              <a:cs typeface="Segoe UI"/>
            </a:endParaRPr>
          </a:p>
          <a:p>
            <a:pPr marL="18415" marR="5080" indent="82550" algn="just">
              <a:lnSpc>
                <a:spcPct val="154100"/>
              </a:lnSpc>
            </a:pP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Com…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Janata… Indep… Indian… Bahuj…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132" name="object 132"/>
          <p:cNvGrpSpPr/>
          <p:nvPr/>
        </p:nvGrpSpPr>
        <p:grpSpPr>
          <a:xfrm>
            <a:off x="998934" y="3947345"/>
            <a:ext cx="152400" cy="882015"/>
            <a:chOff x="998934" y="3947345"/>
            <a:chExt cx="152400" cy="882015"/>
          </a:xfrm>
        </p:grpSpPr>
        <p:sp>
          <p:nvSpPr>
            <p:cNvPr id="133" name="object 133"/>
            <p:cNvSpPr/>
            <p:nvPr/>
          </p:nvSpPr>
          <p:spPr>
            <a:xfrm>
              <a:off x="998934" y="4700973"/>
              <a:ext cx="152400" cy="128270"/>
            </a:xfrm>
            <a:custGeom>
              <a:avLst/>
              <a:gdLst/>
              <a:ahLst/>
              <a:cxnLst/>
              <a:rect l="l" t="t" r="r" b="b"/>
              <a:pathLst>
                <a:path w="152400" h="128270">
                  <a:moveTo>
                    <a:pt x="152400" y="128201"/>
                  </a:moveTo>
                  <a:lnTo>
                    <a:pt x="0" y="128201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28201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998934" y="4099919"/>
              <a:ext cx="152400" cy="601345"/>
            </a:xfrm>
            <a:custGeom>
              <a:avLst/>
              <a:gdLst/>
              <a:ahLst/>
              <a:cxnLst/>
              <a:rect l="l" t="t" r="r" b="b"/>
              <a:pathLst>
                <a:path w="152400" h="601345">
                  <a:moveTo>
                    <a:pt x="152400" y="601054"/>
                  </a:moveTo>
                  <a:lnTo>
                    <a:pt x="0" y="601054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601054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998934" y="3999483"/>
              <a:ext cx="152400" cy="100965"/>
            </a:xfrm>
            <a:custGeom>
              <a:avLst/>
              <a:gdLst/>
              <a:ahLst/>
              <a:cxnLst/>
              <a:rect l="l" t="t" r="r" b="b"/>
              <a:pathLst>
                <a:path w="152400" h="100964">
                  <a:moveTo>
                    <a:pt x="152400" y="100435"/>
                  </a:moveTo>
                  <a:lnTo>
                    <a:pt x="0" y="100435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00435"/>
                  </a:lnTo>
                  <a:close/>
                </a:path>
              </a:pathLst>
            </a:custGeom>
            <a:solidFill>
              <a:srgbClr val="E66B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998934" y="3947345"/>
              <a:ext cx="152400" cy="52705"/>
            </a:xfrm>
            <a:custGeom>
              <a:avLst/>
              <a:gdLst/>
              <a:ahLst/>
              <a:cxnLst/>
              <a:rect l="l" t="t" r="r" b="b"/>
              <a:pathLst>
                <a:path w="152400" h="52704">
                  <a:moveTo>
                    <a:pt x="152400" y="52137"/>
                  </a:moveTo>
                  <a:lnTo>
                    <a:pt x="0" y="52137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52137"/>
                  </a:lnTo>
                  <a:close/>
                </a:path>
              </a:pathLst>
            </a:custGeom>
            <a:solidFill>
              <a:srgbClr val="6A00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7" name="object 137"/>
          <p:cNvGrpSpPr/>
          <p:nvPr/>
        </p:nvGrpSpPr>
        <p:grpSpPr>
          <a:xfrm>
            <a:off x="1210270" y="4381350"/>
            <a:ext cx="786765" cy="448309"/>
            <a:chOff x="1210270" y="4381350"/>
            <a:chExt cx="786765" cy="448309"/>
          </a:xfrm>
        </p:grpSpPr>
        <p:sp>
          <p:nvSpPr>
            <p:cNvPr id="138" name="object 138"/>
            <p:cNvSpPr/>
            <p:nvPr/>
          </p:nvSpPr>
          <p:spPr>
            <a:xfrm>
              <a:off x="1210259" y="4744758"/>
              <a:ext cx="786765" cy="84455"/>
            </a:xfrm>
            <a:custGeom>
              <a:avLst/>
              <a:gdLst/>
              <a:ahLst/>
              <a:cxnLst/>
              <a:rect l="l" t="t" r="r" b="b"/>
              <a:pathLst>
                <a:path w="786764" h="84454">
                  <a:moveTo>
                    <a:pt x="152400" y="0"/>
                  </a:moveTo>
                  <a:lnTo>
                    <a:pt x="0" y="0"/>
                  </a:lnTo>
                  <a:lnTo>
                    <a:pt x="0" y="84429"/>
                  </a:lnTo>
                  <a:lnTo>
                    <a:pt x="152400" y="84429"/>
                  </a:lnTo>
                  <a:lnTo>
                    <a:pt x="152400" y="0"/>
                  </a:lnTo>
                  <a:close/>
                </a:path>
                <a:path w="786764" h="84454">
                  <a:moveTo>
                    <a:pt x="786409" y="60502"/>
                  </a:moveTo>
                  <a:lnTo>
                    <a:pt x="634009" y="60502"/>
                  </a:lnTo>
                  <a:lnTo>
                    <a:pt x="634009" y="84429"/>
                  </a:lnTo>
                  <a:lnTo>
                    <a:pt x="786409" y="84429"/>
                  </a:lnTo>
                  <a:lnTo>
                    <a:pt x="786409" y="60502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1210259" y="4459846"/>
              <a:ext cx="786765" cy="369570"/>
            </a:xfrm>
            <a:custGeom>
              <a:avLst/>
              <a:gdLst/>
              <a:ahLst/>
              <a:cxnLst/>
              <a:rect l="l" t="t" r="r" b="b"/>
              <a:pathLst>
                <a:path w="786764" h="369570">
                  <a:moveTo>
                    <a:pt x="152400" y="0"/>
                  </a:moveTo>
                  <a:lnTo>
                    <a:pt x="0" y="0"/>
                  </a:lnTo>
                  <a:lnTo>
                    <a:pt x="0" y="284911"/>
                  </a:lnTo>
                  <a:lnTo>
                    <a:pt x="152400" y="284911"/>
                  </a:lnTo>
                  <a:lnTo>
                    <a:pt x="152400" y="0"/>
                  </a:lnTo>
                  <a:close/>
                </a:path>
                <a:path w="786764" h="369570">
                  <a:moveTo>
                    <a:pt x="363740" y="155702"/>
                  </a:moveTo>
                  <a:lnTo>
                    <a:pt x="211340" y="155702"/>
                  </a:lnTo>
                  <a:lnTo>
                    <a:pt x="211340" y="369341"/>
                  </a:lnTo>
                  <a:lnTo>
                    <a:pt x="363740" y="369341"/>
                  </a:lnTo>
                  <a:lnTo>
                    <a:pt x="363740" y="155702"/>
                  </a:lnTo>
                  <a:close/>
                </a:path>
                <a:path w="786764" h="369570">
                  <a:moveTo>
                    <a:pt x="575081" y="195338"/>
                  </a:moveTo>
                  <a:lnTo>
                    <a:pt x="422681" y="195338"/>
                  </a:lnTo>
                  <a:lnTo>
                    <a:pt x="422681" y="369341"/>
                  </a:lnTo>
                  <a:lnTo>
                    <a:pt x="575081" y="369341"/>
                  </a:lnTo>
                  <a:lnTo>
                    <a:pt x="575081" y="195338"/>
                  </a:lnTo>
                  <a:close/>
                </a:path>
                <a:path w="786764" h="369570">
                  <a:moveTo>
                    <a:pt x="786409" y="233324"/>
                  </a:moveTo>
                  <a:lnTo>
                    <a:pt x="634009" y="233324"/>
                  </a:lnTo>
                  <a:lnTo>
                    <a:pt x="634009" y="345414"/>
                  </a:lnTo>
                  <a:lnTo>
                    <a:pt x="786409" y="345414"/>
                  </a:lnTo>
                  <a:lnTo>
                    <a:pt x="786409" y="233324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1210259" y="4409808"/>
              <a:ext cx="786765" cy="283845"/>
            </a:xfrm>
            <a:custGeom>
              <a:avLst/>
              <a:gdLst/>
              <a:ahLst/>
              <a:cxnLst/>
              <a:rect l="l" t="t" r="r" b="b"/>
              <a:pathLst>
                <a:path w="786764" h="283845">
                  <a:moveTo>
                    <a:pt x="152400" y="0"/>
                  </a:moveTo>
                  <a:lnTo>
                    <a:pt x="0" y="0"/>
                  </a:lnTo>
                  <a:lnTo>
                    <a:pt x="0" y="50038"/>
                  </a:lnTo>
                  <a:lnTo>
                    <a:pt x="152400" y="50038"/>
                  </a:lnTo>
                  <a:lnTo>
                    <a:pt x="152400" y="0"/>
                  </a:lnTo>
                  <a:close/>
                </a:path>
                <a:path w="786764" h="283845">
                  <a:moveTo>
                    <a:pt x="363740" y="167462"/>
                  </a:moveTo>
                  <a:lnTo>
                    <a:pt x="211340" y="167462"/>
                  </a:lnTo>
                  <a:lnTo>
                    <a:pt x="211340" y="205740"/>
                  </a:lnTo>
                  <a:lnTo>
                    <a:pt x="363740" y="205740"/>
                  </a:lnTo>
                  <a:lnTo>
                    <a:pt x="363740" y="167462"/>
                  </a:lnTo>
                  <a:close/>
                </a:path>
                <a:path w="786764" h="283845">
                  <a:moveTo>
                    <a:pt x="575081" y="214706"/>
                  </a:moveTo>
                  <a:lnTo>
                    <a:pt x="422681" y="214706"/>
                  </a:lnTo>
                  <a:lnTo>
                    <a:pt x="422681" y="245376"/>
                  </a:lnTo>
                  <a:lnTo>
                    <a:pt x="575081" y="245376"/>
                  </a:lnTo>
                  <a:lnTo>
                    <a:pt x="575081" y="214706"/>
                  </a:lnTo>
                  <a:close/>
                </a:path>
                <a:path w="786764" h="283845">
                  <a:moveTo>
                    <a:pt x="786409" y="261061"/>
                  </a:moveTo>
                  <a:lnTo>
                    <a:pt x="634009" y="261061"/>
                  </a:lnTo>
                  <a:lnTo>
                    <a:pt x="634009" y="283362"/>
                  </a:lnTo>
                  <a:lnTo>
                    <a:pt x="786409" y="283362"/>
                  </a:lnTo>
                  <a:lnTo>
                    <a:pt x="786409" y="261061"/>
                  </a:lnTo>
                  <a:close/>
                </a:path>
              </a:pathLst>
            </a:custGeom>
            <a:solidFill>
              <a:srgbClr val="E66B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1210259" y="4381360"/>
              <a:ext cx="786765" cy="289560"/>
            </a:xfrm>
            <a:custGeom>
              <a:avLst/>
              <a:gdLst/>
              <a:ahLst/>
              <a:cxnLst/>
              <a:rect l="l" t="t" r="r" b="b"/>
              <a:pathLst>
                <a:path w="786764" h="289560">
                  <a:moveTo>
                    <a:pt x="152400" y="0"/>
                  </a:moveTo>
                  <a:lnTo>
                    <a:pt x="0" y="0"/>
                  </a:lnTo>
                  <a:lnTo>
                    <a:pt x="0" y="28448"/>
                  </a:lnTo>
                  <a:lnTo>
                    <a:pt x="152400" y="28448"/>
                  </a:lnTo>
                  <a:lnTo>
                    <a:pt x="152400" y="0"/>
                  </a:lnTo>
                  <a:close/>
                </a:path>
                <a:path w="786764" h="289560">
                  <a:moveTo>
                    <a:pt x="363740" y="170091"/>
                  </a:moveTo>
                  <a:lnTo>
                    <a:pt x="211340" y="170091"/>
                  </a:lnTo>
                  <a:lnTo>
                    <a:pt x="211340" y="195910"/>
                  </a:lnTo>
                  <a:lnTo>
                    <a:pt x="363740" y="195910"/>
                  </a:lnTo>
                  <a:lnTo>
                    <a:pt x="363740" y="170091"/>
                  </a:lnTo>
                  <a:close/>
                </a:path>
                <a:path w="786764" h="289560">
                  <a:moveTo>
                    <a:pt x="575081" y="221424"/>
                  </a:moveTo>
                  <a:lnTo>
                    <a:pt x="422681" y="221424"/>
                  </a:lnTo>
                  <a:lnTo>
                    <a:pt x="422681" y="243154"/>
                  </a:lnTo>
                  <a:lnTo>
                    <a:pt x="575081" y="243154"/>
                  </a:lnTo>
                  <a:lnTo>
                    <a:pt x="575081" y="221424"/>
                  </a:lnTo>
                  <a:close/>
                </a:path>
                <a:path w="786764" h="289560">
                  <a:moveTo>
                    <a:pt x="786409" y="283248"/>
                  </a:moveTo>
                  <a:lnTo>
                    <a:pt x="634009" y="283248"/>
                  </a:lnTo>
                  <a:lnTo>
                    <a:pt x="634009" y="289509"/>
                  </a:lnTo>
                  <a:lnTo>
                    <a:pt x="786409" y="289509"/>
                  </a:lnTo>
                  <a:lnTo>
                    <a:pt x="786409" y="283248"/>
                  </a:lnTo>
                  <a:close/>
                </a:path>
              </a:pathLst>
            </a:custGeom>
            <a:solidFill>
              <a:srgbClr val="6A00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2" name="object 142"/>
          <p:cNvGrpSpPr/>
          <p:nvPr/>
        </p:nvGrpSpPr>
        <p:grpSpPr>
          <a:xfrm>
            <a:off x="2055614" y="4694475"/>
            <a:ext cx="575310" cy="135255"/>
            <a:chOff x="2055614" y="4694475"/>
            <a:chExt cx="575310" cy="135255"/>
          </a:xfrm>
        </p:grpSpPr>
        <p:sp>
          <p:nvSpPr>
            <p:cNvPr id="143" name="object 143"/>
            <p:cNvSpPr/>
            <p:nvPr/>
          </p:nvSpPr>
          <p:spPr>
            <a:xfrm>
              <a:off x="2266950" y="4805873"/>
              <a:ext cx="152400" cy="23495"/>
            </a:xfrm>
            <a:custGeom>
              <a:avLst/>
              <a:gdLst/>
              <a:ahLst/>
              <a:cxnLst/>
              <a:rect l="l" t="t" r="r" b="b"/>
              <a:pathLst>
                <a:path w="152400" h="23495">
                  <a:moveTo>
                    <a:pt x="152400" y="23301"/>
                  </a:moveTo>
                  <a:lnTo>
                    <a:pt x="0" y="23301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23301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2055609" y="4722786"/>
              <a:ext cx="575310" cy="106680"/>
            </a:xfrm>
            <a:custGeom>
              <a:avLst/>
              <a:gdLst/>
              <a:ahLst/>
              <a:cxnLst/>
              <a:rect l="l" t="t" r="r" b="b"/>
              <a:pathLst>
                <a:path w="575310" h="106679">
                  <a:moveTo>
                    <a:pt x="152400" y="0"/>
                  </a:moveTo>
                  <a:lnTo>
                    <a:pt x="0" y="0"/>
                  </a:lnTo>
                  <a:lnTo>
                    <a:pt x="0" y="106400"/>
                  </a:lnTo>
                  <a:lnTo>
                    <a:pt x="152400" y="106400"/>
                  </a:lnTo>
                  <a:lnTo>
                    <a:pt x="152400" y="0"/>
                  </a:lnTo>
                  <a:close/>
                </a:path>
                <a:path w="575310" h="106679">
                  <a:moveTo>
                    <a:pt x="363740" y="2400"/>
                  </a:moveTo>
                  <a:lnTo>
                    <a:pt x="211340" y="2400"/>
                  </a:lnTo>
                  <a:lnTo>
                    <a:pt x="211340" y="83096"/>
                  </a:lnTo>
                  <a:lnTo>
                    <a:pt x="363740" y="83096"/>
                  </a:lnTo>
                  <a:lnTo>
                    <a:pt x="363740" y="2400"/>
                  </a:lnTo>
                  <a:close/>
                </a:path>
                <a:path w="575310" h="106679">
                  <a:moveTo>
                    <a:pt x="575068" y="34150"/>
                  </a:moveTo>
                  <a:lnTo>
                    <a:pt x="422668" y="34150"/>
                  </a:lnTo>
                  <a:lnTo>
                    <a:pt x="422668" y="106400"/>
                  </a:lnTo>
                  <a:lnTo>
                    <a:pt x="575068" y="106400"/>
                  </a:lnTo>
                  <a:lnTo>
                    <a:pt x="575068" y="34150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2055609" y="4701463"/>
              <a:ext cx="575310" cy="55880"/>
            </a:xfrm>
            <a:custGeom>
              <a:avLst/>
              <a:gdLst/>
              <a:ahLst/>
              <a:cxnLst/>
              <a:rect l="l" t="t" r="r" b="b"/>
              <a:pathLst>
                <a:path w="575310" h="55879">
                  <a:moveTo>
                    <a:pt x="152400" y="0"/>
                  </a:moveTo>
                  <a:lnTo>
                    <a:pt x="0" y="0"/>
                  </a:lnTo>
                  <a:lnTo>
                    <a:pt x="0" y="21323"/>
                  </a:lnTo>
                  <a:lnTo>
                    <a:pt x="152400" y="21323"/>
                  </a:lnTo>
                  <a:lnTo>
                    <a:pt x="152400" y="0"/>
                  </a:lnTo>
                  <a:close/>
                </a:path>
                <a:path w="575310" h="55879">
                  <a:moveTo>
                    <a:pt x="363740" y="13792"/>
                  </a:moveTo>
                  <a:lnTo>
                    <a:pt x="211340" y="13792"/>
                  </a:lnTo>
                  <a:lnTo>
                    <a:pt x="211340" y="23723"/>
                  </a:lnTo>
                  <a:lnTo>
                    <a:pt x="363740" y="23723"/>
                  </a:lnTo>
                  <a:lnTo>
                    <a:pt x="363740" y="13792"/>
                  </a:lnTo>
                  <a:close/>
                </a:path>
                <a:path w="575310" h="55879">
                  <a:moveTo>
                    <a:pt x="575068" y="42024"/>
                  </a:moveTo>
                  <a:lnTo>
                    <a:pt x="422668" y="42024"/>
                  </a:lnTo>
                  <a:lnTo>
                    <a:pt x="422668" y="55473"/>
                  </a:lnTo>
                  <a:lnTo>
                    <a:pt x="575068" y="55473"/>
                  </a:lnTo>
                  <a:lnTo>
                    <a:pt x="575068" y="42024"/>
                  </a:lnTo>
                  <a:close/>
                </a:path>
              </a:pathLst>
            </a:custGeom>
            <a:solidFill>
              <a:srgbClr val="E66B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2055609" y="4694478"/>
              <a:ext cx="575310" cy="49530"/>
            </a:xfrm>
            <a:custGeom>
              <a:avLst/>
              <a:gdLst/>
              <a:ahLst/>
              <a:cxnLst/>
              <a:rect l="l" t="t" r="r" b="b"/>
              <a:pathLst>
                <a:path w="575310" h="49529">
                  <a:moveTo>
                    <a:pt x="152400" y="0"/>
                  </a:moveTo>
                  <a:lnTo>
                    <a:pt x="0" y="0"/>
                  </a:lnTo>
                  <a:lnTo>
                    <a:pt x="0" y="6985"/>
                  </a:lnTo>
                  <a:lnTo>
                    <a:pt x="152400" y="6985"/>
                  </a:lnTo>
                  <a:lnTo>
                    <a:pt x="152400" y="0"/>
                  </a:lnTo>
                  <a:close/>
                </a:path>
                <a:path w="575310" h="49529">
                  <a:moveTo>
                    <a:pt x="363740" y="13906"/>
                  </a:moveTo>
                  <a:lnTo>
                    <a:pt x="211340" y="13906"/>
                  </a:lnTo>
                  <a:lnTo>
                    <a:pt x="211340" y="20777"/>
                  </a:lnTo>
                  <a:lnTo>
                    <a:pt x="363740" y="20777"/>
                  </a:lnTo>
                  <a:lnTo>
                    <a:pt x="363740" y="13906"/>
                  </a:lnTo>
                  <a:close/>
                </a:path>
                <a:path w="575310" h="49529">
                  <a:moveTo>
                    <a:pt x="575068" y="43802"/>
                  </a:moveTo>
                  <a:lnTo>
                    <a:pt x="422668" y="43802"/>
                  </a:lnTo>
                  <a:lnTo>
                    <a:pt x="422668" y="49009"/>
                  </a:lnTo>
                  <a:lnTo>
                    <a:pt x="575068" y="49009"/>
                  </a:lnTo>
                  <a:lnTo>
                    <a:pt x="575068" y="43802"/>
                  </a:lnTo>
                  <a:close/>
                </a:path>
              </a:pathLst>
            </a:custGeom>
            <a:solidFill>
              <a:srgbClr val="6A00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7" name="object 147"/>
          <p:cNvGrpSpPr/>
          <p:nvPr/>
        </p:nvGrpSpPr>
        <p:grpSpPr>
          <a:xfrm>
            <a:off x="2689621" y="4740328"/>
            <a:ext cx="152400" cy="88900"/>
            <a:chOff x="2689621" y="4740328"/>
            <a:chExt cx="152400" cy="88900"/>
          </a:xfrm>
        </p:grpSpPr>
        <p:sp>
          <p:nvSpPr>
            <p:cNvPr id="148" name="object 148"/>
            <p:cNvSpPr/>
            <p:nvPr/>
          </p:nvSpPr>
          <p:spPr>
            <a:xfrm>
              <a:off x="2689621" y="4801482"/>
              <a:ext cx="152400" cy="27940"/>
            </a:xfrm>
            <a:custGeom>
              <a:avLst/>
              <a:gdLst/>
              <a:ahLst/>
              <a:cxnLst/>
              <a:rect l="l" t="t" r="r" b="b"/>
              <a:pathLst>
                <a:path w="152400" h="27939">
                  <a:moveTo>
                    <a:pt x="152400" y="27692"/>
                  </a:moveTo>
                  <a:lnTo>
                    <a:pt x="0" y="27692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27692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2689621" y="4757558"/>
              <a:ext cx="152400" cy="44450"/>
            </a:xfrm>
            <a:custGeom>
              <a:avLst/>
              <a:gdLst/>
              <a:ahLst/>
              <a:cxnLst/>
              <a:rect l="l" t="t" r="r" b="b"/>
              <a:pathLst>
                <a:path w="152400" h="44450">
                  <a:moveTo>
                    <a:pt x="152400" y="43923"/>
                  </a:moveTo>
                  <a:lnTo>
                    <a:pt x="0" y="43923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43923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2689621" y="4741190"/>
              <a:ext cx="152400" cy="16510"/>
            </a:xfrm>
            <a:custGeom>
              <a:avLst/>
              <a:gdLst/>
              <a:ahLst/>
              <a:cxnLst/>
              <a:rect l="l" t="t" r="r" b="b"/>
              <a:pathLst>
                <a:path w="152400" h="16510">
                  <a:moveTo>
                    <a:pt x="152400" y="16368"/>
                  </a:moveTo>
                  <a:lnTo>
                    <a:pt x="0" y="16368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6368"/>
                  </a:lnTo>
                  <a:close/>
                </a:path>
              </a:pathLst>
            </a:custGeom>
            <a:solidFill>
              <a:srgbClr val="E66B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2689621" y="4740328"/>
              <a:ext cx="152400" cy="1270"/>
            </a:xfrm>
            <a:custGeom>
              <a:avLst/>
              <a:gdLst/>
              <a:ahLst/>
              <a:cxnLst/>
              <a:rect l="l" t="t" r="r" b="b"/>
              <a:pathLst>
                <a:path w="152400" h="1270">
                  <a:moveTo>
                    <a:pt x="152400" y="862"/>
                  </a:moveTo>
                  <a:lnTo>
                    <a:pt x="0" y="862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862"/>
                  </a:lnTo>
                  <a:close/>
                </a:path>
              </a:pathLst>
            </a:custGeom>
            <a:solidFill>
              <a:srgbClr val="6A00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2" name="object 152"/>
          <p:cNvGrpSpPr/>
          <p:nvPr/>
        </p:nvGrpSpPr>
        <p:grpSpPr>
          <a:xfrm>
            <a:off x="909637" y="5529262"/>
            <a:ext cx="2033905" cy="85725"/>
            <a:chOff x="909637" y="5529262"/>
            <a:chExt cx="2033905" cy="85725"/>
          </a:xfrm>
        </p:grpSpPr>
        <p:sp>
          <p:nvSpPr>
            <p:cNvPr id="153" name="object 153"/>
            <p:cNvSpPr/>
            <p:nvPr/>
          </p:nvSpPr>
          <p:spPr>
            <a:xfrm>
              <a:off x="914400" y="5534025"/>
              <a:ext cx="2028825" cy="76200"/>
            </a:xfrm>
            <a:custGeom>
              <a:avLst/>
              <a:gdLst/>
              <a:ahLst/>
              <a:cxnLst/>
              <a:rect l="l" t="t" r="r" b="b"/>
              <a:pathLst>
                <a:path w="2028825" h="76200">
                  <a:moveTo>
                    <a:pt x="1995777" y="76199"/>
                  </a:moveTo>
                  <a:lnTo>
                    <a:pt x="33047" y="76199"/>
                  </a:lnTo>
                  <a:lnTo>
                    <a:pt x="28187" y="75233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100" y="0"/>
                  </a:lnTo>
                  <a:lnTo>
                    <a:pt x="1995777" y="0"/>
                  </a:lnTo>
                  <a:lnTo>
                    <a:pt x="2027857" y="28187"/>
                  </a:lnTo>
                  <a:lnTo>
                    <a:pt x="2028824" y="33047"/>
                  </a:lnTo>
                  <a:lnTo>
                    <a:pt x="2028824" y="43152"/>
                  </a:lnTo>
                  <a:lnTo>
                    <a:pt x="2000637" y="75233"/>
                  </a:lnTo>
                  <a:lnTo>
                    <a:pt x="1995777" y="76199"/>
                  </a:lnTo>
                  <a:close/>
                </a:path>
              </a:pathLst>
            </a:custGeom>
            <a:solidFill>
              <a:srgbClr val="E1E1E1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4" name="object 15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9637" y="5529262"/>
              <a:ext cx="99852" cy="85725"/>
            </a:xfrm>
            <a:prstGeom prst="rect">
              <a:avLst/>
            </a:prstGeom>
          </p:spPr>
        </p:pic>
      </p:grpSp>
      <p:pic>
        <p:nvPicPr>
          <p:cNvPr id="155" name="object 15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4870" y="3491484"/>
            <a:ext cx="95249" cy="95249"/>
          </a:xfrm>
          <a:prstGeom prst="rect">
            <a:avLst/>
          </a:prstGeom>
        </p:spPr>
      </p:pic>
      <p:pic>
        <p:nvPicPr>
          <p:cNvPr id="156" name="object 15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6795" y="3491484"/>
            <a:ext cx="95249" cy="95249"/>
          </a:xfrm>
          <a:prstGeom prst="rect">
            <a:avLst/>
          </a:prstGeom>
        </p:spPr>
      </p:pic>
      <p:pic>
        <p:nvPicPr>
          <p:cNvPr id="157" name="object 15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17320" y="3491484"/>
            <a:ext cx="95249" cy="95249"/>
          </a:xfrm>
          <a:prstGeom prst="rect">
            <a:avLst/>
          </a:prstGeom>
        </p:spPr>
      </p:pic>
      <p:pic>
        <p:nvPicPr>
          <p:cNvPr id="158" name="object 15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12595" y="3491484"/>
            <a:ext cx="95249" cy="95249"/>
          </a:xfrm>
          <a:prstGeom prst="rect">
            <a:avLst/>
          </a:prstGeom>
        </p:spPr>
      </p:pic>
      <p:sp>
        <p:nvSpPr>
          <p:cNvPr id="159" name="object 159"/>
          <p:cNvSpPr txBox="1"/>
          <p:nvPr/>
        </p:nvSpPr>
        <p:spPr>
          <a:xfrm>
            <a:off x="358775" y="2952813"/>
            <a:ext cx="2565400" cy="877569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355"/>
              </a:spcBef>
            </a:pP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Sum </a:t>
            </a:r>
            <a:r>
              <a:rPr sz="1400" spc="-85" dirty="0">
                <a:solidFill>
                  <a:srgbClr val="252423"/>
                </a:solidFill>
                <a:latin typeface="Tahoma"/>
                <a:cs typeface="Tahoma"/>
              </a:rPr>
              <a:t>of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55" dirty="0">
                <a:solidFill>
                  <a:srgbClr val="252423"/>
                </a:solidFill>
                <a:latin typeface="Tahoma"/>
                <a:cs typeface="Tahoma"/>
              </a:rPr>
              <a:t>totvotpoll</a:t>
            </a:r>
            <a:r>
              <a:rPr sz="1400" spc="-7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by </a:t>
            </a:r>
            <a:r>
              <a:rPr sz="1400" spc="-70" dirty="0">
                <a:solidFill>
                  <a:srgbClr val="252423"/>
                </a:solidFill>
                <a:latin typeface="Tahoma"/>
                <a:cs typeface="Tahoma"/>
              </a:rPr>
              <a:t>partyname</a:t>
            </a:r>
            <a:r>
              <a:rPr sz="1400" spc="-7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70" dirty="0">
                <a:solidFill>
                  <a:srgbClr val="252423"/>
                </a:solidFill>
                <a:latin typeface="Tahoma"/>
                <a:cs typeface="Tahoma"/>
              </a:rPr>
              <a:t>and </a:t>
            </a:r>
            <a:r>
              <a:rPr sz="1400" spc="-10" dirty="0">
                <a:solidFill>
                  <a:srgbClr val="252423"/>
                </a:solidFill>
                <a:latin typeface="Tahoma"/>
                <a:cs typeface="Tahoma"/>
              </a:rPr>
              <a:t>pc_type</a:t>
            </a:r>
            <a:endParaRPr sz="1400">
              <a:latin typeface="Tahoma"/>
              <a:cs typeface="Tahoma"/>
            </a:endParaRPr>
          </a:p>
          <a:p>
            <a:pPr marL="180340" marR="970280" indent="-168275">
              <a:lnSpc>
                <a:spcPct val="155200"/>
              </a:lnSpc>
              <a:spcBef>
                <a:spcPts val="235"/>
              </a:spcBef>
              <a:tabLst>
                <a:tab pos="781050" algn="l"/>
                <a:tab pos="1169035" algn="l"/>
                <a:tab pos="1466215" algn="l"/>
              </a:tabLst>
            </a:pPr>
            <a:r>
              <a:rPr sz="900" b="1" spc="-10" dirty="0">
                <a:solidFill>
                  <a:srgbClr val="605D5C"/>
                </a:solidFill>
                <a:latin typeface="Segoe UI"/>
                <a:cs typeface="Segoe UI"/>
              </a:rPr>
              <a:t>pc_type</a:t>
            </a:r>
            <a:r>
              <a:rPr sz="900" b="1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GEN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SC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ST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1.0bn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60" name="object 160"/>
          <p:cNvSpPr txBox="1"/>
          <p:nvPr/>
        </p:nvSpPr>
        <p:spPr>
          <a:xfrm>
            <a:off x="6492875" y="682625"/>
            <a:ext cx="177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252423"/>
                </a:solidFill>
                <a:latin typeface="Verdana"/>
                <a:cs typeface="Verdana"/>
              </a:rPr>
              <a:t>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61" name="object 161"/>
          <p:cNvSpPr txBox="1"/>
          <p:nvPr/>
        </p:nvSpPr>
        <p:spPr>
          <a:xfrm>
            <a:off x="6276776" y="374681"/>
            <a:ext cx="3562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52423"/>
                </a:solidFill>
                <a:latin typeface="Verdana"/>
                <a:cs typeface="Verdana"/>
              </a:rPr>
              <a:t></a:t>
            </a:r>
            <a:r>
              <a:rPr sz="1000" spc="245" dirty="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sz="1000" spc="-50" dirty="0">
                <a:solidFill>
                  <a:srgbClr val="252423"/>
                </a:solidFill>
                <a:latin typeface="Verdana"/>
                <a:cs typeface="Verdana"/>
              </a:rPr>
              <a:t>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162" name="object 162"/>
          <p:cNvGrpSpPr/>
          <p:nvPr/>
        </p:nvGrpSpPr>
        <p:grpSpPr>
          <a:xfrm>
            <a:off x="4124325" y="314325"/>
            <a:ext cx="2085975" cy="295275"/>
            <a:chOff x="4124325" y="314325"/>
            <a:chExt cx="2085975" cy="295275"/>
          </a:xfrm>
        </p:grpSpPr>
        <p:sp>
          <p:nvSpPr>
            <p:cNvPr id="163" name="object 163"/>
            <p:cNvSpPr/>
            <p:nvPr/>
          </p:nvSpPr>
          <p:spPr>
            <a:xfrm>
              <a:off x="4129087" y="319087"/>
              <a:ext cx="2076450" cy="285750"/>
            </a:xfrm>
            <a:custGeom>
              <a:avLst/>
              <a:gdLst/>
              <a:ahLst/>
              <a:cxnLst/>
              <a:rect l="l" t="t" r="r" b="b"/>
              <a:pathLst>
                <a:path w="2076450" h="285750">
                  <a:moveTo>
                    <a:pt x="2064057" y="285749"/>
                  </a:moveTo>
                  <a:lnTo>
                    <a:pt x="12392" y="285749"/>
                  </a:lnTo>
                  <a:lnTo>
                    <a:pt x="10570" y="285387"/>
                  </a:lnTo>
                  <a:lnTo>
                    <a:pt x="0" y="273357"/>
                  </a:lnTo>
                  <a:lnTo>
                    <a:pt x="0" y="271462"/>
                  </a:lnTo>
                  <a:lnTo>
                    <a:pt x="0" y="12392"/>
                  </a:lnTo>
                  <a:lnTo>
                    <a:pt x="12392" y="0"/>
                  </a:lnTo>
                  <a:lnTo>
                    <a:pt x="2064057" y="0"/>
                  </a:lnTo>
                  <a:lnTo>
                    <a:pt x="2076449" y="12392"/>
                  </a:lnTo>
                  <a:lnTo>
                    <a:pt x="2076449" y="273357"/>
                  </a:lnTo>
                  <a:lnTo>
                    <a:pt x="2065879" y="285387"/>
                  </a:lnTo>
                  <a:lnTo>
                    <a:pt x="2064057" y="285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4129087" y="319087"/>
              <a:ext cx="2076450" cy="285750"/>
            </a:xfrm>
            <a:custGeom>
              <a:avLst/>
              <a:gdLst/>
              <a:ahLst/>
              <a:cxnLst/>
              <a:rect l="l" t="t" r="r" b="b"/>
              <a:pathLst>
                <a:path w="2076450" h="285750">
                  <a:moveTo>
                    <a:pt x="0" y="271462"/>
                  </a:moveTo>
                  <a:lnTo>
                    <a:pt x="0" y="14287"/>
                  </a:lnTo>
                  <a:lnTo>
                    <a:pt x="0" y="12392"/>
                  </a:lnTo>
                  <a:lnTo>
                    <a:pt x="362" y="10570"/>
                  </a:lnTo>
                  <a:lnTo>
                    <a:pt x="1087" y="8819"/>
                  </a:lnTo>
                  <a:lnTo>
                    <a:pt x="1812" y="7069"/>
                  </a:lnTo>
                  <a:lnTo>
                    <a:pt x="2844" y="5524"/>
                  </a:lnTo>
                  <a:lnTo>
                    <a:pt x="4184" y="4184"/>
                  </a:lnTo>
                  <a:lnTo>
                    <a:pt x="5524" y="2844"/>
                  </a:lnTo>
                  <a:lnTo>
                    <a:pt x="7069" y="1812"/>
                  </a:lnTo>
                  <a:lnTo>
                    <a:pt x="8819" y="1087"/>
                  </a:lnTo>
                  <a:lnTo>
                    <a:pt x="10570" y="362"/>
                  </a:lnTo>
                  <a:lnTo>
                    <a:pt x="12392" y="0"/>
                  </a:lnTo>
                  <a:lnTo>
                    <a:pt x="14287" y="0"/>
                  </a:lnTo>
                  <a:lnTo>
                    <a:pt x="2062162" y="0"/>
                  </a:lnTo>
                  <a:lnTo>
                    <a:pt x="2064057" y="0"/>
                  </a:lnTo>
                  <a:lnTo>
                    <a:pt x="2065879" y="362"/>
                  </a:lnTo>
                  <a:lnTo>
                    <a:pt x="2076450" y="14287"/>
                  </a:lnTo>
                  <a:lnTo>
                    <a:pt x="2076450" y="271462"/>
                  </a:lnTo>
                  <a:lnTo>
                    <a:pt x="2062162" y="285750"/>
                  </a:lnTo>
                  <a:lnTo>
                    <a:pt x="14287" y="285750"/>
                  </a:lnTo>
                  <a:lnTo>
                    <a:pt x="1087" y="276930"/>
                  </a:lnTo>
                  <a:lnTo>
                    <a:pt x="362" y="275179"/>
                  </a:lnTo>
                  <a:lnTo>
                    <a:pt x="0" y="273357"/>
                  </a:lnTo>
                  <a:lnTo>
                    <a:pt x="0" y="271462"/>
                  </a:lnTo>
                  <a:close/>
                </a:path>
              </a:pathLst>
            </a:custGeom>
            <a:ln w="9525">
              <a:solidFill>
                <a:srgbClr val="A19E9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5" name="object 165"/>
          <p:cNvSpPr txBox="1"/>
          <p:nvPr/>
        </p:nvSpPr>
        <p:spPr>
          <a:xfrm>
            <a:off x="4113735" y="368300"/>
            <a:ext cx="210756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985">
              <a:lnSpc>
                <a:spcPct val="100000"/>
              </a:lnSpc>
              <a:spcBef>
                <a:spcPts val="100"/>
              </a:spcBef>
            </a:pPr>
            <a:r>
              <a:rPr sz="1575" spc="352" baseline="-13227" dirty="0">
                <a:solidFill>
                  <a:srgbClr val="252423"/>
                </a:solidFill>
                <a:latin typeface="Verdana"/>
                <a:cs typeface="Verdana"/>
              </a:rPr>
              <a:t>D</a:t>
            </a:r>
            <a:r>
              <a:rPr sz="1575" spc="97" baseline="-13227" dirty="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252423"/>
                </a:solidFill>
                <a:latin typeface="Segoe UI"/>
                <a:cs typeface="Segoe UI"/>
              </a:rPr>
              <a:t>average</a:t>
            </a: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 </a:t>
            </a:r>
            <a:r>
              <a:rPr sz="1000" u="heavy" spc="-10" dirty="0">
                <a:solidFill>
                  <a:srgbClr val="252423"/>
                </a:solidFill>
                <a:uFill>
                  <a:solidFill>
                    <a:srgbClr val="0078D4"/>
                  </a:solidFill>
                </a:uFill>
                <a:latin typeface="Segoe UI"/>
                <a:cs typeface="Segoe UI"/>
              </a:rPr>
              <a:t>elector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166" name="object 166"/>
          <p:cNvSpPr txBox="1"/>
          <p:nvPr/>
        </p:nvSpPr>
        <p:spPr>
          <a:xfrm>
            <a:off x="4646810" y="1327943"/>
            <a:ext cx="1355725" cy="93980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4500" spc="-370" dirty="0">
                <a:solidFill>
                  <a:srgbClr val="252423"/>
                </a:solidFill>
                <a:latin typeface="Tahoma"/>
                <a:cs typeface="Tahoma"/>
              </a:rPr>
              <a:t>1.12M</a:t>
            </a:r>
            <a:endParaRPr sz="4500">
              <a:latin typeface="Tahoma"/>
              <a:cs typeface="Tahoma"/>
            </a:endParaRPr>
          </a:p>
          <a:p>
            <a:pPr marL="30480">
              <a:lnSpc>
                <a:spcPct val="100000"/>
              </a:lnSpc>
              <a:spcBef>
                <a:spcPts val="75"/>
              </a:spcBef>
            </a:pPr>
            <a:r>
              <a:rPr sz="1200" dirty="0">
                <a:solidFill>
                  <a:srgbClr val="605D5C"/>
                </a:solidFill>
                <a:latin typeface="Segoe UI"/>
                <a:cs typeface="Segoe UI"/>
              </a:rPr>
              <a:t>Average</a:t>
            </a:r>
            <a:r>
              <a:rPr sz="1200" spc="-2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05D5C"/>
                </a:solidFill>
                <a:latin typeface="Segoe UI"/>
                <a:cs typeface="Segoe UI"/>
              </a:rPr>
              <a:t>of</a:t>
            </a:r>
            <a:r>
              <a:rPr sz="1200" spc="-1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605D5C"/>
                </a:solidFill>
                <a:latin typeface="Segoe UI"/>
                <a:cs typeface="Segoe UI"/>
              </a:rPr>
              <a:t>electors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167" name="object 167"/>
          <p:cNvSpPr/>
          <p:nvPr/>
        </p:nvSpPr>
        <p:spPr>
          <a:xfrm>
            <a:off x="7477125" y="19240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7534275" y="1924062"/>
            <a:ext cx="2238375" cy="9525"/>
          </a:xfrm>
          <a:custGeom>
            <a:avLst/>
            <a:gdLst/>
            <a:ahLst/>
            <a:cxnLst/>
            <a:rect l="l" t="t" r="r" b="b"/>
            <a:pathLst>
              <a:path w="223837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223837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2238375" h="95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2238375" h="9525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  <a:path w="2238375" h="9525">
                <a:moveTo>
                  <a:pt x="238125" y="0"/>
                </a:moveTo>
                <a:lnTo>
                  <a:pt x="228600" y="0"/>
                </a:lnTo>
                <a:lnTo>
                  <a:pt x="228600" y="9525"/>
                </a:lnTo>
                <a:lnTo>
                  <a:pt x="238125" y="9525"/>
                </a:lnTo>
                <a:lnTo>
                  <a:pt x="238125" y="0"/>
                </a:lnTo>
                <a:close/>
              </a:path>
              <a:path w="2238375" h="9525">
                <a:moveTo>
                  <a:pt x="295275" y="0"/>
                </a:moveTo>
                <a:lnTo>
                  <a:pt x="285750" y="0"/>
                </a:lnTo>
                <a:lnTo>
                  <a:pt x="285750" y="9525"/>
                </a:lnTo>
                <a:lnTo>
                  <a:pt x="295275" y="9525"/>
                </a:lnTo>
                <a:lnTo>
                  <a:pt x="295275" y="0"/>
                </a:lnTo>
                <a:close/>
              </a:path>
              <a:path w="2238375" h="9525">
                <a:moveTo>
                  <a:pt x="352425" y="0"/>
                </a:moveTo>
                <a:lnTo>
                  <a:pt x="342900" y="0"/>
                </a:lnTo>
                <a:lnTo>
                  <a:pt x="342900" y="9525"/>
                </a:lnTo>
                <a:lnTo>
                  <a:pt x="352425" y="9525"/>
                </a:lnTo>
                <a:lnTo>
                  <a:pt x="352425" y="0"/>
                </a:lnTo>
                <a:close/>
              </a:path>
              <a:path w="2238375" h="9525">
                <a:moveTo>
                  <a:pt x="409575" y="0"/>
                </a:moveTo>
                <a:lnTo>
                  <a:pt x="400050" y="0"/>
                </a:lnTo>
                <a:lnTo>
                  <a:pt x="400050" y="9525"/>
                </a:lnTo>
                <a:lnTo>
                  <a:pt x="409575" y="9525"/>
                </a:lnTo>
                <a:lnTo>
                  <a:pt x="409575" y="0"/>
                </a:lnTo>
                <a:close/>
              </a:path>
              <a:path w="2238375" h="9525">
                <a:moveTo>
                  <a:pt x="466725" y="0"/>
                </a:moveTo>
                <a:lnTo>
                  <a:pt x="457200" y="0"/>
                </a:lnTo>
                <a:lnTo>
                  <a:pt x="457200" y="9525"/>
                </a:lnTo>
                <a:lnTo>
                  <a:pt x="466725" y="9525"/>
                </a:lnTo>
                <a:lnTo>
                  <a:pt x="466725" y="0"/>
                </a:lnTo>
                <a:close/>
              </a:path>
              <a:path w="2238375" h="9525">
                <a:moveTo>
                  <a:pt x="523875" y="0"/>
                </a:moveTo>
                <a:lnTo>
                  <a:pt x="514350" y="0"/>
                </a:lnTo>
                <a:lnTo>
                  <a:pt x="514350" y="9525"/>
                </a:lnTo>
                <a:lnTo>
                  <a:pt x="523875" y="9525"/>
                </a:lnTo>
                <a:lnTo>
                  <a:pt x="523875" y="0"/>
                </a:lnTo>
                <a:close/>
              </a:path>
              <a:path w="2238375" h="9525">
                <a:moveTo>
                  <a:pt x="581025" y="0"/>
                </a:moveTo>
                <a:lnTo>
                  <a:pt x="571500" y="0"/>
                </a:lnTo>
                <a:lnTo>
                  <a:pt x="571500" y="9525"/>
                </a:lnTo>
                <a:lnTo>
                  <a:pt x="581025" y="9525"/>
                </a:lnTo>
                <a:lnTo>
                  <a:pt x="581025" y="0"/>
                </a:lnTo>
                <a:close/>
              </a:path>
              <a:path w="2238375" h="9525">
                <a:moveTo>
                  <a:pt x="638175" y="0"/>
                </a:moveTo>
                <a:lnTo>
                  <a:pt x="628650" y="0"/>
                </a:lnTo>
                <a:lnTo>
                  <a:pt x="628650" y="9525"/>
                </a:lnTo>
                <a:lnTo>
                  <a:pt x="638175" y="9525"/>
                </a:lnTo>
                <a:lnTo>
                  <a:pt x="638175" y="0"/>
                </a:lnTo>
                <a:close/>
              </a:path>
              <a:path w="2238375" h="9525">
                <a:moveTo>
                  <a:pt x="695325" y="0"/>
                </a:moveTo>
                <a:lnTo>
                  <a:pt x="685800" y="0"/>
                </a:lnTo>
                <a:lnTo>
                  <a:pt x="685800" y="9525"/>
                </a:lnTo>
                <a:lnTo>
                  <a:pt x="695325" y="9525"/>
                </a:lnTo>
                <a:lnTo>
                  <a:pt x="695325" y="0"/>
                </a:lnTo>
                <a:close/>
              </a:path>
              <a:path w="2238375" h="9525">
                <a:moveTo>
                  <a:pt x="752475" y="0"/>
                </a:moveTo>
                <a:lnTo>
                  <a:pt x="742950" y="0"/>
                </a:lnTo>
                <a:lnTo>
                  <a:pt x="742950" y="9525"/>
                </a:lnTo>
                <a:lnTo>
                  <a:pt x="752475" y="9525"/>
                </a:lnTo>
                <a:lnTo>
                  <a:pt x="752475" y="0"/>
                </a:lnTo>
                <a:close/>
              </a:path>
              <a:path w="2238375" h="9525">
                <a:moveTo>
                  <a:pt x="809625" y="0"/>
                </a:moveTo>
                <a:lnTo>
                  <a:pt x="800100" y="0"/>
                </a:lnTo>
                <a:lnTo>
                  <a:pt x="800100" y="9525"/>
                </a:lnTo>
                <a:lnTo>
                  <a:pt x="809625" y="9525"/>
                </a:lnTo>
                <a:lnTo>
                  <a:pt x="809625" y="0"/>
                </a:lnTo>
                <a:close/>
              </a:path>
              <a:path w="2238375" h="9525">
                <a:moveTo>
                  <a:pt x="866775" y="0"/>
                </a:moveTo>
                <a:lnTo>
                  <a:pt x="857250" y="0"/>
                </a:lnTo>
                <a:lnTo>
                  <a:pt x="857250" y="9525"/>
                </a:lnTo>
                <a:lnTo>
                  <a:pt x="866775" y="9525"/>
                </a:lnTo>
                <a:lnTo>
                  <a:pt x="866775" y="0"/>
                </a:lnTo>
                <a:close/>
              </a:path>
              <a:path w="2238375" h="9525">
                <a:moveTo>
                  <a:pt x="923925" y="0"/>
                </a:moveTo>
                <a:lnTo>
                  <a:pt x="914400" y="0"/>
                </a:lnTo>
                <a:lnTo>
                  <a:pt x="914400" y="9525"/>
                </a:lnTo>
                <a:lnTo>
                  <a:pt x="923925" y="9525"/>
                </a:lnTo>
                <a:lnTo>
                  <a:pt x="923925" y="0"/>
                </a:lnTo>
                <a:close/>
              </a:path>
              <a:path w="2238375" h="9525">
                <a:moveTo>
                  <a:pt x="981075" y="0"/>
                </a:moveTo>
                <a:lnTo>
                  <a:pt x="971550" y="0"/>
                </a:lnTo>
                <a:lnTo>
                  <a:pt x="971550" y="9525"/>
                </a:lnTo>
                <a:lnTo>
                  <a:pt x="981075" y="9525"/>
                </a:lnTo>
                <a:lnTo>
                  <a:pt x="981075" y="0"/>
                </a:lnTo>
                <a:close/>
              </a:path>
              <a:path w="2238375" h="9525">
                <a:moveTo>
                  <a:pt x="1038225" y="0"/>
                </a:moveTo>
                <a:lnTo>
                  <a:pt x="1028700" y="0"/>
                </a:lnTo>
                <a:lnTo>
                  <a:pt x="1028700" y="9525"/>
                </a:lnTo>
                <a:lnTo>
                  <a:pt x="1038225" y="9525"/>
                </a:lnTo>
                <a:lnTo>
                  <a:pt x="1038225" y="0"/>
                </a:lnTo>
                <a:close/>
              </a:path>
              <a:path w="2238375" h="9525">
                <a:moveTo>
                  <a:pt x="1095375" y="0"/>
                </a:moveTo>
                <a:lnTo>
                  <a:pt x="1085850" y="0"/>
                </a:lnTo>
                <a:lnTo>
                  <a:pt x="1085850" y="9525"/>
                </a:lnTo>
                <a:lnTo>
                  <a:pt x="1095375" y="9525"/>
                </a:lnTo>
                <a:lnTo>
                  <a:pt x="1095375" y="0"/>
                </a:lnTo>
                <a:close/>
              </a:path>
              <a:path w="2238375" h="9525">
                <a:moveTo>
                  <a:pt x="1152525" y="0"/>
                </a:moveTo>
                <a:lnTo>
                  <a:pt x="1143000" y="0"/>
                </a:lnTo>
                <a:lnTo>
                  <a:pt x="1143000" y="9525"/>
                </a:lnTo>
                <a:lnTo>
                  <a:pt x="1152525" y="9525"/>
                </a:lnTo>
                <a:lnTo>
                  <a:pt x="1152525" y="0"/>
                </a:lnTo>
                <a:close/>
              </a:path>
              <a:path w="2238375" h="9525">
                <a:moveTo>
                  <a:pt x="1209675" y="0"/>
                </a:moveTo>
                <a:lnTo>
                  <a:pt x="1200150" y="0"/>
                </a:lnTo>
                <a:lnTo>
                  <a:pt x="1200150" y="9525"/>
                </a:lnTo>
                <a:lnTo>
                  <a:pt x="1209675" y="9525"/>
                </a:lnTo>
                <a:lnTo>
                  <a:pt x="1209675" y="0"/>
                </a:lnTo>
                <a:close/>
              </a:path>
              <a:path w="2238375" h="9525">
                <a:moveTo>
                  <a:pt x="1266825" y="0"/>
                </a:moveTo>
                <a:lnTo>
                  <a:pt x="1257300" y="0"/>
                </a:lnTo>
                <a:lnTo>
                  <a:pt x="1257300" y="9525"/>
                </a:lnTo>
                <a:lnTo>
                  <a:pt x="1266825" y="9525"/>
                </a:lnTo>
                <a:lnTo>
                  <a:pt x="1266825" y="0"/>
                </a:lnTo>
                <a:close/>
              </a:path>
              <a:path w="2238375" h="9525">
                <a:moveTo>
                  <a:pt x="1323975" y="0"/>
                </a:moveTo>
                <a:lnTo>
                  <a:pt x="1314450" y="0"/>
                </a:lnTo>
                <a:lnTo>
                  <a:pt x="1314450" y="9525"/>
                </a:lnTo>
                <a:lnTo>
                  <a:pt x="1323975" y="9525"/>
                </a:lnTo>
                <a:lnTo>
                  <a:pt x="1323975" y="0"/>
                </a:lnTo>
                <a:close/>
              </a:path>
              <a:path w="2238375" h="9525">
                <a:moveTo>
                  <a:pt x="1381125" y="0"/>
                </a:moveTo>
                <a:lnTo>
                  <a:pt x="1371600" y="0"/>
                </a:lnTo>
                <a:lnTo>
                  <a:pt x="1371600" y="9525"/>
                </a:lnTo>
                <a:lnTo>
                  <a:pt x="1381125" y="9525"/>
                </a:lnTo>
                <a:lnTo>
                  <a:pt x="1381125" y="0"/>
                </a:lnTo>
                <a:close/>
              </a:path>
              <a:path w="2238375" h="9525">
                <a:moveTo>
                  <a:pt x="1438275" y="0"/>
                </a:moveTo>
                <a:lnTo>
                  <a:pt x="1428750" y="0"/>
                </a:lnTo>
                <a:lnTo>
                  <a:pt x="1428750" y="9525"/>
                </a:lnTo>
                <a:lnTo>
                  <a:pt x="1438275" y="9525"/>
                </a:lnTo>
                <a:lnTo>
                  <a:pt x="1438275" y="0"/>
                </a:lnTo>
                <a:close/>
              </a:path>
              <a:path w="2238375" h="9525">
                <a:moveTo>
                  <a:pt x="1495425" y="0"/>
                </a:moveTo>
                <a:lnTo>
                  <a:pt x="1485900" y="0"/>
                </a:lnTo>
                <a:lnTo>
                  <a:pt x="1485900" y="9525"/>
                </a:lnTo>
                <a:lnTo>
                  <a:pt x="1495425" y="9525"/>
                </a:lnTo>
                <a:lnTo>
                  <a:pt x="1495425" y="0"/>
                </a:lnTo>
                <a:close/>
              </a:path>
              <a:path w="2238375" h="9525">
                <a:moveTo>
                  <a:pt x="1552575" y="0"/>
                </a:moveTo>
                <a:lnTo>
                  <a:pt x="1543050" y="0"/>
                </a:lnTo>
                <a:lnTo>
                  <a:pt x="1543050" y="9525"/>
                </a:lnTo>
                <a:lnTo>
                  <a:pt x="1552575" y="9525"/>
                </a:lnTo>
                <a:lnTo>
                  <a:pt x="1552575" y="0"/>
                </a:lnTo>
                <a:close/>
              </a:path>
              <a:path w="2238375" h="9525">
                <a:moveTo>
                  <a:pt x="1609725" y="0"/>
                </a:moveTo>
                <a:lnTo>
                  <a:pt x="1600200" y="0"/>
                </a:lnTo>
                <a:lnTo>
                  <a:pt x="1600200" y="9525"/>
                </a:lnTo>
                <a:lnTo>
                  <a:pt x="1609725" y="9525"/>
                </a:lnTo>
                <a:lnTo>
                  <a:pt x="1609725" y="0"/>
                </a:lnTo>
                <a:close/>
              </a:path>
              <a:path w="2238375" h="9525">
                <a:moveTo>
                  <a:pt x="1666875" y="0"/>
                </a:moveTo>
                <a:lnTo>
                  <a:pt x="1657350" y="0"/>
                </a:lnTo>
                <a:lnTo>
                  <a:pt x="1657350" y="9525"/>
                </a:lnTo>
                <a:lnTo>
                  <a:pt x="1666875" y="9525"/>
                </a:lnTo>
                <a:lnTo>
                  <a:pt x="1666875" y="0"/>
                </a:lnTo>
                <a:close/>
              </a:path>
              <a:path w="2238375" h="9525">
                <a:moveTo>
                  <a:pt x="1724025" y="0"/>
                </a:moveTo>
                <a:lnTo>
                  <a:pt x="1714500" y="0"/>
                </a:lnTo>
                <a:lnTo>
                  <a:pt x="1714500" y="9525"/>
                </a:lnTo>
                <a:lnTo>
                  <a:pt x="1724025" y="9525"/>
                </a:lnTo>
                <a:lnTo>
                  <a:pt x="1724025" y="0"/>
                </a:lnTo>
                <a:close/>
              </a:path>
              <a:path w="2238375" h="9525">
                <a:moveTo>
                  <a:pt x="1781175" y="0"/>
                </a:moveTo>
                <a:lnTo>
                  <a:pt x="1771650" y="0"/>
                </a:lnTo>
                <a:lnTo>
                  <a:pt x="1771650" y="9525"/>
                </a:lnTo>
                <a:lnTo>
                  <a:pt x="1781175" y="9525"/>
                </a:lnTo>
                <a:lnTo>
                  <a:pt x="1781175" y="0"/>
                </a:lnTo>
                <a:close/>
              </a:path>
              <a:path w="2238375" h="9525">
                <a:moveTo>
                  <a:pt x="1838325" y="0"/>
                </a:moveTo>
                <a:lnTo>
                  <a:pt x="1828800" y="0"/>
                </a:lnTo>
                <a:lnTo>
                  <a:pt x="1828800" y="9525"/>
                </a:lnTo>
                <a:lnTo>
                  <a:pt x="1838325" y="9525"/>
                </a:lnTo>
                <a:lnTo>
                  <a:pt x="1838325" y="0"/>
                </a:lnTo>
                <a:close/>
              </a:path>
              <a:path w="2238375" h="9525">
                <a:moveTo>
                  <a:pt x="1895475" y="0"/>
                </a:moveTo>
                <a:lnTo>
                  <a:pt x="1885950" y="0"/>
                </a:lnTo>
                <a:lnTo>
                  <a:pt x="1885950" y="9525"/>
                </a:lnTo>
                <a:lnTo>
                  <a:pt x="1895475" y="9525"/>
                </a:lnTo>
                <a:lnTo>
                  <a:pt x="1895475" y="0"/>
                </a:lnTo>
                <a:close/>
              </a:path>
              <a:path w="2238375" h="9525">
                <a:moveTo>
                  <a:pt x="1952625" y="0"/>
                </a:moveTo>
                <a:lnTo>
                  <a:pt x="1943100" y="0"/>
                </a:lnTo>
                <a:lnTo>
                  <a:pt x="1943100" y="9525"/>
                </a:lnTo>
                <a:lnTo>
                  <a:pt x="1952625" y="9525"/>
                </a:lnTo>
                <a:lnTo>
                  <a:pt x="1952625" y="0"/>
                </a:lnTo>
                <a:close/>
              </a:path>
              <a:path w="2238375" h="9525">
                <a:moveTo>
                  <a:pt x="2009775" y="0"/>
                </a:moveTo>
                <a:lnTo>
                  <a:pt x="2000250" y="0"/>
                </a:lnTo>
                <a:lnTo>
                  <a:pt x="2000250" y="9525"/>
                </a:lnTo>
                <a:lnTo>
                  <a:pt x="2009775" y="9525"/>
                </a:lnTo>
                <a:lnTo>
                  <a:pt x="2009775" y="0"/>
                </a:lnTo>
                <a:close/>
              </a:path>
              <a:path w="2238375" h="9525">
                <a:moveTo>
                  <a:pt x="2066925" y="0"/>
                </a:moveTo>
                <a:lnTo>
                  <a:pt x="2057400" y="0"/>
                </a:lnTo>
                <a:lnTo>
                  <a:pt x="2057400" y="9525"/>
                </a:lnTo>
                <a:lnTo>
                  <a:pt x="2066925" y="9525"/>
                </a:lnTo>
                <a:lnTo>
                  <a:pt x="2066925" y="0"/>
                </a:lnTo>
                <a:close/>
              </a:path>
              <a:path w="2238375" h="9525">
                <a:moveTo>
                  <a:pt x="2124075" y="0"/>
                </a:moveTo>
                <a:lnTo>
                  <a:pt x="2114550" y="0"/>
                </a:lnTo>
                <a:lnTo>
                  <a:pt x="2114550" y="9525"/>
                </a:lnTo>
                <a:lnTo>
                  <a:pt x="2124075" y="9525"/>
                </a:lnTo>
                <a:lnTo>
                  <a:pt x="2124075" y="0"/>
                </a:lnTo>
                <a:close/>
              </a:path>
              <a:path w="2238375" h="9525">
                <a:moveTo>
                  <a:pt x="2181225" y="0"/>
                </a:moveTo>
                <a:lnTo>
                  <a:pt x="2171700" y="0"/>
                </a:lnTo>
                <a:lnTo>
                  <a:pt x="2171700" y="9525"/>
                </a:lnTo>
                <a:lnTo>
                  <a:pt x="2181225" y="9525"/>
                </a:lnTo>
                <a:lnTo>
                  <a:pt x="2181225" y="0"/>
                </a:lnTo>
                <a:close/>
              </a:path>
              <a:path w="2238375" h="9525">
                <a:moveTo>
                  <a:pt x="2238375" y="0"/>
                </a:moveTo>
                <a:lnTo>
                  <a:pt x="2228850" y="0"/>
                </a:lnTo>
                <a:lnTo>
                  <a:pt x="2228850" y="9525"/>
                </a:lnTo>
                <a:lnTo>
                  <a:pt x="2238375" y="9525"/>
                </a:lnTo>
                <a:lnTo>
                  <a:pt x="22383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69"/>
          <p:cNvSpPr/>
          <p:nvPr/>
        </p:nvSpPr>
        <p:spPr>
          <a:xfrm>
            <a:off x="9820275" y="19240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 txBox="1"/>
          <p:nvPr/>
        </p:nvSpPr>
        <p:spPr>
          <a:xfrm>
            <a:off x="7089229" y="1838424"/>
            <a:ext cx="3054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0.0bn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71" name="object 171"/>
          <p:cNvSpPr/>
          <p:nvPr/>
        </p:nvSpPr>
        <p:spPr>
          <a:xfrm>
            <a:off x="747712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/>
          <p:cNvSpPr/>
          <p:nvPr/>
        </p:nvSpPr>
        <p:spPr>
          <a:xfrm>
            <a:off x="753427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3"/>
          <p:cNvSpPr/>
          <p:nvPr/>
        </p:nvSpPr>
        <p:spPr>
          <a:xfrm>
            <a:off x="759142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764857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/>
          <p:nvPr/>
        </p:nvSpPr>
        <p:spPr>
          <a:xfrm>
            <a:off x="770572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776287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782002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787717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793432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799147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804862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810577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816292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822007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827722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833437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7"/>
          <p:cNvSpPr/>
          <p:nvPr/>
        </p:nvSpPr>
        <p:spPr>
          <a:xfrm>
            <a:off x="839152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8"/>
          <p:cNvSpPr/>
          <p:nvPr/>
        </p:nvSpPr>
        <p:spPr>
          <a:xfrm>
            <a:off x="844867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89"/>
          <p:cNvSpPr/>
          <p:nvPr/>
        </p:nvSpPr>
        <p:spPr>
          <a:xfrm>
            <a:off x="850582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90"/>
          <p:cNvSpPr/>
          <p:nvPr/>
        </p:nvSpPr>
        <p:spPr>
          <a:xfrm>
            <a:off x="856297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191"/>
          <p:cNvSpPr/>
          <p:nvPr/>
        </p:nvSpPr>
        <p:spPr>
          <a:xfrm>
            <a:off x="862012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192"/>
          <p:cNvSpPr/>
          <p:nvPr/>
        </p:nvSpPr>
        <p:spPr>
          <a:xfrm>
            <a:off x="867727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193"/>
          <p:cNvSpPr/>
          <p:nvPr/>
        </p:nvSpPr>
        <p:spPr>
          <a:xfrm>
            <a:off x="873442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194"/>
          <p:cNvSpPr/>
          <p:nvPr/>
        </p:nvSpPr>
        <p:spPr>
          <a:xfrm>
            <a:off x="879157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95"/>
          <p:cNvSpPr/>
          <p:nvPr/>
        </p:nvSpPr>
        <p:spPr>
          <a:xfrm>
            <a:off x="884872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196"/>
          <p:cNvSpPr/>
          <p:nvPr/>
        </p:nvSpPr>
        <p:spPr>
          <a:xfrm>
            <a:off x="890587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97"/>
          <p:cNvSpPr/>
          <p:nvPr/>
        </p:nvSpPr>
        <p:spPr>
          <a:xfrm>
            <a:off x="896302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198"/>
          <p:cNvSpPr/>
          <p:nvPr/>
        </p:nvSpPr>
        <p:spPr>
          <a:xfrm>
            <a:off x="902017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object 199"/>
          <p:cNvSpPr/>
          <p:nvPr/>
        </p:nvSpPr>
        <p:spPr>
          <a:xfrm>
            <a:off x="907732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00"/>
          <p:cNvSpPr/>
          <p:nvPr/>
        </p:nvSpPr>
        <p:spPr>
          <a:xfrm>
            <a:off x="913447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201"/>
          <p:cNvSpPr/>
          <p:nvPr/>
        </p:nvSpPr>
        <p:spPr>
          <a:xfrm>
            <a:off x="919162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202"/>
          <p:cNvSpPr/>
          <p:nvPr/>
        </p:nvSpPr>
        <p:spPr>
          <a:xfrm>
            <a:off x="924877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object 203"/>
          <p:cNvSpPr/>
          <p:nvPr/>
        </p:nvSpPr>
        <p:spPr>
          <a:xfrm>
            <a:off x="930592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object 204"/>
          <p:cNvSpPr/>
          <p:nvPr/>
        </p:nvSpPr>
        <p:spPr>
          <a:xfrm>
            <a:off x="936307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object 205"/>
          <p:cNvSpPr/>
          <p:nvPr/>
        </p:nvSpPr>
        <p:spPr>
          <a:xfrm>
            <a:off x="942022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object 206"/>
          <p:cNvSpPr/>
          <p:nvPr/>
        </p:nvSpPr>
        <p:spPr>
          <a:xfrm>
            <a:off x="947737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object 207"/>
          <p:cNvSpPr/>
          <p:nvPr/>
        </p:nvSpPr>
        <p:spPr>
          <a:xfrm>
            <a:off x="953452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208"/>
          <p:cNvSpPr/>
          <p:nvPr/>
        </p:nvSpPr>
        <p:spPr>
          <a:xfrm>
            <a:off x="959167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object 209"/>
          <p:cNvSpPr/>
          <p:nvPr/>
        </p:nvSpPr>
        <p:spPr>
          <a:xfrm>
            <a:off x="964882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object 210"/>
          <p:cNvSpPr/>
          <p:nvPr/>
        </p:nvSpPr>
        <p:spPr>
          <a:xfrm>
            <a:off x="970597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object 211"/>
          <p:cNvSpPr/>
          <p:nvPr/>
        </p:nvSpPr>
        <p:spPr>
          <a:xfrm>
            <a:off x="976312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object 212"/>
          <p:cNvSpPr/>
          <p:nvPr/>
        </p:nvSpPr>
        <p:spPr>
          <a:xfrm>
            <a:off x="9820275" y="134064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object 213"/>
          <p:cNvSpPr txBox="1"/>
          <p:nvPr/>
        </p:nvSpPr>
        <p:spPr>
          <a:xfrm>
            <a:off x="7089229" y="1255017"/>
            <a:ext cx="3054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0.5bn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214" name="object 214"/>
          <p:cNvSpPr txBox="1"/>
          <p:nvPr/>
        </p:nvSpPr>
        <p:spPr>
          <a:xfrm>
            <a:off x="8456513" y="2444750"/>
            <a:ext cx="43243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5" dirty="0">
                <a:solidFill>
                  <a:srgbClr val="252423"/>
                </a:solidFill>
                <a:latin typeface="Tahoma"/>
                <a:cs typeface="Tahoma"/>
              </a:rPr>
              <a:t>pc_name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15" name="object 215"/>
          <p:cNvSpPr txBox="1"/>
          <p:nvPr/>
        </p:nvSpPr>
        <p:spPr>
          <a:xfrm>
            <a:off x="6918159" y="982197"/>
            <a:ext cx="139700" cy="95059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spc="-55" dirty="0">
                <a:solidFill>
                  <a:srgbClr val="252423"/>
                </a:solidFill>
                <a:latin typeface="Tahoma"/>
                <a:cs typeface="Tahoma"/>
              </a:rPr>
              <a:t>Sum</a:t>
            </a:r>
            <a:r>
              <a:rPr sz="900" spc="-4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900" spc="-55" dirty="0">
                <a:solidFill>
                  <a:srgbClr val="252423"/>
                </a:solidFill>
                <a:latin typeface="Tahoma"/>
                <a:cs typeface="Tahoma"/>
              </a:rPr>
              <a:t>of</a:t>
            </a:r>
            <a:r>
              <a:rPr sz="900" spc="-4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900" spc="-35" dirty="0">
                <a:solidFill>
                  <a:srgbClr val="252423"/>
                </a:solidFill>
                <a:latin typeface="Tahoma"/>
                <a:cs typeface="Tahoma"/>
              </a:rPr>
              <a:t>totvotpoll</a:t>
            </a:r>
            <a:r>
              <a:rPr sz="900" spc="-4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900" spc="-125" dirty="0">
                <a:solidFill>
                  <a:srgbClr val="252423"/>
                </a:solidFill>
                <a:latin typeface="Tahoma"/>
                <a:cs typeface="Tahoma"/>
              </a:rPr>
              <a:t>a…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16" name="object 216"/>
          <p:cNvSpPr txBox="1"/>
          <p:nvPr/>
        </p:nvSpPr>
        <p:spPr>
          <a:xfrm>
            <a:off x="7546000" y="1971625"/>
            <a:ext cx="2239010" cy="393065"/>
          </a:xfrm>
          <a:prstGeom prst="rect">
            <a:avLst/>
          </a:prstGeom>
        </p:spPr>
        <p:txBody>
          <a:bodyPr vert="vert270" wrap="square" lIns="0" tIns="21590" rIns="0" bIns="0" rtlCol="0">
            <a:spAutoFit/>
          </a:bodyPr>
          <a:lstStyle/>
          <a:p>
            <a:pPr marL="59690">
              <a:lnSpc>
                <a:spcPct val="100000"/>
              </a:lnSpc>
              <a:spcBef>
                <a:spcPts val="17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Aura…</a:t>
            </a:r>
            <a:endParaRPr sz="900">
              <a:latin typeface="Segoe UI"/>
              <a:cs typeface="Segoe UI"/>
            </a:endParaRPr>
          </a:p>
          <a:p>
            <a:pPr marL="12700" marR="5080" indent="-635" algn="just">
              <a:lnSpc>
                <a:spcPct val="150300"/>
              </a:lnSpc>
            </a:pP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Maha…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Hami…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Dum </a:t>
            </a: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…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 Barasat Jadav… Aram… Tamluk Cooc… Murs… Hoog…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217" name="object 217"/>
          <p:cNvGrpSpPr/>
          <p:nvPr/>
        </p:nvGrpSpPr>
        <p:grpSpPr>
          <a:xfrm>
            <a:off x="7559565" y="1482447"/>
            <a:ext cx="2213610" cy="441959"/>
            <a:chOff x="7559565" y="1482447"/>
            <a:chExt cx="2213610" cy="441959"/>
          </a:xfrm>
        </p:grpSpPr>
        <p:sp>
          <p:nvSpPr>
            <p:cNvPr id="218" name="object 218"/>
            <p:cNvSpPr/>
            <p:nvPr/>
          </p:nvSpPr>
          <p:spPr>
            <a:xfrm>
              <a:off x="7559565" y="1915993"/>
              <a:ext cx="2137410" cy="0"/>
            </a:xfrm>
            <a:custGeom>
              <a:avLst/>
              <a:gdLst/>
              <a:ahLst/>
              <a:cxnLst/>
              <a:rect l="l" t="t" r="r" b="b"/>
              <a:pathLst>
                <a:path w="2137409">
                  <a:moveTo>
                    <a:pt x="0" y="0"/>
                  </a:moveTo>
                  <a:lnTo>
                    <a:pt x="2137212" y="0"/>
                  </a:lnTo>
                </a:path>
              </a:pathLst>
            </a:custGeom>
            <a:ln w="16112">
              <a:solidFill>
                <a:srgbClr val="118CF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" name="object 219"/>
            <p:cNvSpPr/>
            <p:nvPr/>
          </p:nvSpPr>
          <p:spPr>
            <a:xfrm>
              <a:off x="7635760" y="1482458"/>
              <a:ext cx="2137410" cy="441959"/>
            </a:xfrm>
            <a:custGeom>
              <a:avLst/>
              <a:gdLst/>
              <a:ahLst/>
              <a:cxnLst/>
              <a:rect l="l" t="t" r="r" b="b"/>
              <a:pathLst>
                <a:path w="2137409" h="441960">
                  <a:moveTo>
                    <a:pt x="76200" y="0"/>
                  </a:moveTo>
                  <a:lnTo>
                    <a:pt x="0" y="0"/>
                  </a:lnTo>
                  <a:lnTo>
                    <a:pt x="0" y="441604"/>
                  </a:lnTo>
                  <a:lnTo>
                    <a:pt x="76200" y="441604"/>
                  </a:lnTo>
                  <a:lnTo>
                    <a:pt x="76200" y="0"/>
                  </a:lnTo>
                  <a:close/>
                </a:path>
                <a:path w="2137409" h="441960">
                  <a:moveTo>
                    <a:pt x="282295" y="71221"/>
                  </a:moveTo>
                  <a:lnTo>
                    <a:pt x="206095" y="71221"/>
                  </a:lnTo>
                  <a:lnTo>
                    <a:pt x="206095" y="441604"/>
                  </a:lnTo>
                  <a:lnTo>
                    <a:pt x="282295" y="441604"/>
                  </a:lnTo>
                  <a:lnTo>
                    <a:pt x="282295" y="71221"/>
                  </a:lnTo>
                  <a:close/>
                </a:path>
                <a:path w="2137409" h="441960">
                  <a:moveTo>
                    <a:pt x="488403" y="123266"/>
                  </a:moveTo>
                  <a:lnTo>
                    <a:pt x="412203" y="123266"/>
                  </a:lnTo>
                  <a:lnTo>
                    <a:pt x="412203" y="441604"/>
                  </a:lnTo>
                  <a:lnTo>
                    <a:pt x="488403" y="441604"/>
                  </a:lnTo>
                  <a:lnTo>
                    <a:pt x="488403" y="123266"/>
                  </a:lnTo>
                  <a:close/>
                </a:path>
                <a:path w="2137409" h="441960">
                  <a:moveTo>
                    <a:pt x="694499" y="323824"/>
                  </a:moveTo>
                  <a:lnTo>
                    <a:pt x="618299" y="323824"/>
                  </a:lnTo>
                  <a:lnTo>
                    <a:pt x="618299" y="441604"/>
                  </a:lnTo>
                  <a:lnTo>
                    <a:pt x="694499" y="441604"/>
                  </a:lnTo>
                  <a:lnTo>
                    <a:pt x="694499" y="323824"/>
                  </a:lnTo>
                  <a:close/>
                </a:path>
                <a:path w="2137409" h="441960">
                  <a:moveTo>
                    <a:pt x="900607" y="309994"/>
                  </a:moveTo>
                  <a:lnTo>
                    <a:pt x="824407" y="309994"/>
                  </a:lnTo>
                  <a:lnTo>
                    <a:pt x="824407" y="441604"/>
                  </a:lnTo>
                  <a:lnTo>
                    <a:pt x="900607" y="441604"/>
                  </a:lnTo>
                  <a:lnTo>
                    <a:pt x="900607" y="309994"/>
                  </a:lnTo>
                  <a:close/>
                </a:path>
                <a:path w="2137409" h="441960">
                  <a:moveTo>
                    <a:pt x="1106703" y="297942"/>
                  </a:moveTo>
                  <a:lnTo>
                    <a:pt x="1030503" y="297942"/>
                  </a:lnTo>
                  <a:lnTo>
                    <a:pt x="1030503" y="441604"/>
                  </a:lnTo>
                  <a:lnTo>
                    <a:pt x="1106703" y="441604"/>
                  </a:lnTo>
                  <a:lnTo>
                    <a:pt x="1106703" y="297942"/>
                  </a:lnTo>
                  <a:close/>
                </a:path>
                <a:path w="2137409" h="441960">
                  <a:moveTo>
                    <a:pt x="1312811" y="381736"/>
                  </a:moveTo>
                  <a:lnTo>
                    <a:pt x="1236611" y="381736"/>
                  </a:lnTo>
                  <a:lnTo>
                    <a:pt x="1236611" y="441604"/>
                  </a:lnTo>
                  <a:lnTo>
                    <a:pt x="1312811" y="441604"/>
                  </a:lnTo>
                  <a:lnTo>
                    <a:pt x="1312811" y="381736"/>
                  </a:lnTo>
                  <a:close/>
                </a:path>
                <a:path w="2137409" h="441960">
                  <a:moveTo>
                    <a:pt x="1518907" y="346202"/>
                  </a:moveTo>
                  <a:lnTo>
                    <a:pt x="1442707" y="346202"/>
                  </a:lnTo>
                  <a:lnTo>
                    <a:pt x="1442707" y="441604"/>
                  </a:lnTo>
                  <a:lnTo>
                    <a:pt x="1518907" y="441604"/>
                  </a:lnTo>
                  <a:lnTo>
                    <a:pt x="1518907" y="346202"/>
                  </a:lnTo>
                  <a:close/>
                </a:path>
                <a:path w="2137409" h="441960">
                  <a:moveTo>
                    <a:pt x="1725002" y="343954"/>
                  </a:moveTo>
                  <a:lnTo>
                    <a:pt x="1648802" y="343954"/>
                  </a:lnTo>
                  <a:lnTo>
                    <a:pt x="1648802" y="441604"/>
                  </a:lnTo>
                  <a:lnTo>
                    <a:pt x="1725002" y="441604"/>
                  </a:lnTo>
                  <a:lnTo>
                    <a:pt x="1725002" y="343954"/>
                  </a:lnTo>
                  <a:close/>
                </a:path>
                <a:path w="2137409" h="441960">
                  <a:moveTo>
                    <a:pt x="1931111" y="315556"/>
                  </a:moveTo>
                  <a:lnTo>
                    <a:pt x="1854911" y="315556"/>
                  </a:lnTo>
                  <a:lnTo>
                    <a:pt x="1854911" y="441604"/>
                  </a:lnTo>
                  <a:lnTo>
                    <a:pt x="1931111" y="441604"/>
                  </a:lnTo>
                  <a:lnTo>
                    <a:pt x="1931111" y="315556"/>
                  </a:lnTo>
                  <a:close/>
                </a:path>
                <a:path w="2137409" h="441960">
                  <a:moveTo>
                    <a:pt x="2137206" y="348996"/>
                  </a:moveTo>
                  <a:lnTo>
                    <a:pt x="2061006" y="348996"/>
                  </a:lnTo>
                  <a:lnTo>
                    <a:pt x="2061006" y="441604"/>
                  </a:lnTo>
                  <a:lnTo>
                    <a:pt x="2137206" y="441604"/>
                  </a:lnTo>
                  <a:lnTo>
                    <a:pt x="2137206" y="348996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0" name="object 220"/>
          <p:cNvGrpSpPr/>
          <p:nvPr/>
        </p:nvGrpSpPr>
        <p:grpSpPr>
          <a:xfrm>
            <a:off x="7472362" y="2586037"/>
            <a:ext cx="2395855" cy="85725"/>
            <a:chOff x="7472362" y="2586037"/>
            <a:chExt cx="2395855" cy="85725"/>
          </a:xfrm>
        </p:grpSpPr>
        <p:sp>
          <p:nvSpPr>
            <p:cNvPr id="221" name="object 221"/>
            <p:cNvSpPr/>
            <p:nvPr/>
          </p:nvSpPr>
          <p:spPr>
            <a:xfrm>
              <a:off x="7477125" y="2590800"/>
              <a:ext cx="2390775" cy="76200"/>
            </a:xfrm>
            <a:custGeom>
              <a:avLst/>
              <a:gdLst/>
              <a:ahLst/>
              <a:cxnLst/>
              <a:rect l="l" t="t" r="r" b="b"/>
              <a:pathLst>
                <a:path w="2390775" h="76200">
                  <a:moveTo>
                    <a:pt x="2357727" y="76199"/>
                  </a:moveTo>
                  <a:lnTo>
                    <a:pt x="33047" y="76199"/>
                  </a:lnTo>
                  <a:lnTo>
                    <a:pt x="28187" y="75233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100" y="0"/>
                  </a:lnTo>
                  <a:lnTo>
                    <a:pt x="2357727" y="0"/>
                  </a:lnTo>
                  <a:lnTo>
                    <a:pt x="2389807" y="28187"/>
                  </a:lnTo>
                  <a:lnTo>
                    <a:pt x="2390774" y="33047"/>
                  </a:lnTo>
                  <a:lnTo>
                    <a:pt x="2390774" y="43152"/>
                  </a:lnTo>
                  <a:lnTo>
                    <a:pt x="2362587" y="75233"/>
                  </a:lnTo>
                  <a:lnTo>
                    <a:pt x="2357727" y="76199"/>
                  </a:lnTo>
                  <a:close/>
                </a:path>
              </a:pathLst>
            </a:custGeom>
            <a:solidFill>
              <a:srgbClr val="E1E1E1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" name="object 222"/>
            <p:cNvSpPr/>
            <p:nvPr/>
          </p:nvSpPr>
          <p:spPr>
            <a:xfrm>
              <a:off x="7477125" y="2590800"/>
              <a:ext cx="36830" cy="76200"/>
            </a:xfrm>
            <a:custGeom>
              <a:avLst/>
              <a:gdLst/>
              <a:ahLst/>
              <a:cxnLst/>
              <a:rect l="l" t="t" r="r" b="b"/>
              <a:pathLst>
                <a:path w="36829" h="76200">
                  <a:moveTo>
                    <a:pt x="20585" y="76199"/>
                  </a:moveTo>
                  <a:lnTo>
                    <a:pt x="15764" y="76199"/>
                  </a:lnTo>
                  <a:lnTo>
                    <a:pt x="13446" y="75233"/>
                  </a:lnTo>
                  <a:lnTo>
                    <a:pt x="0" y="43152"/>
                  </a:lnTo>
                  <a:lnTo>
                    <a:pt x="0" y="33047"/>
                  </a:lnTo>
                  <a:lnTo>
                    <a:pt x="15764" y="0"/>
                  </a:lnTo>
                  <a:lnTo>
                    <a:pt x="18175" y="0"/>
                  </a:lnTo>
                  <a:lnTo>
                    <a:pt x="20585" y="0"/>
                  </a:lnTo>
                  <a:lnTo>
                    <a:pt x="36350" y="33047"/>
                  </a:lnTo>
                  <a:lnTo>
                    <a:pt x="36350" y="43152"/>
                  </a:lnTo>
                  <a:lnTo>
                    <a:pt x="22903" y="75233"/>
                  </a:lnTo>
                  <a:lnTo>
                    <a:pt x="20585" y="76199"/>
                  </a:lnTo>
                  <a:close/>
                </a:path>
              </a:pathLst>
            </a:custGeom>
            <a:solidFill>
              <a:srgbClr val="000000">
                <a:alpha val="2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" name="object 223"/>
            <p:cNvSpPr/>
            <p:nvPr/>
          </p:nvSpPr>
          <p:spPr>
            <a:xfrm>
              <a:off x="7477125" y="2590800"/>
              <a:ext cx="36830" cy="76200"/>
            </a:xfrm>
            <a:custGeom>
              <a:avLst/>
              <a:gdLst/>
              <a:ahLst/>
              <a:cxnLst/>
              <a:rect l="l" t="t" r="r" b="b"/>
              <a:pathLst>
                <a:path w="36829" h="76200">
                  <a:moveTo>
                    <a:pt x="18175" y="0"/>
                  </a:moveTo>
                  <a:lnTo>
                    <a:pt x="20585" y="0"/>
                  </a:lnTo>
                  <a:lnTo>
                    <a:pt x="22903" y="966"/>
                  </a:lnTo>
                  <a:lnTo>
                    <a:pt x="25130" y="2900"/>
                  </a:lnTo>
                  <a:lnTo>
                    <a:pt x="27357" y="4833"/>
                  </a:lnTo>
                  <a:lnTo>
                    <a:pt x="36350" y="38100"/>
                  </a:lnTo>
                  <a:lnTo>
                    <a:pt x="36350" y="43152"/>
                  </a:lnTo>
                  <a:lnTo>
                    <a:pt x="35889" y="48012"/>
                  </a:lnTo>
                  <a:lnTo>
                    <a:pt x="34966" y="52680"/>
                  </a:lnTo>
                  <a:lnTo>
                    <a:pt x="34044" y="57348"/>
                  </a:lnTo>
                  <a:lnTo>
                    <a:pt x="25130" y="73299"/>
                  </a:lnTo>
                  <a:lnTo>
                    <a:pt x="22903" y="75233"/>
                  </a:lnTo>
                  <a:lnTo>
                    <a:pt x="20585" y="76199"/>
                  </a:lnTo>
                  <a:lnTo>
                    <a:pt x="18175" y="76200"/>
                  </a:lnTo>
                  <a:lnTo>
                    <a:pt x="15764" y="76199"/>
                  </a:lnTo>
                  <a:lnTo>
                    <a:pt x="13446" y="75233"/>
                  </a:lnTo>
                  <a:lnTo>
                    <a:pt x="11219" y="73299"/>
                  </a:lnTo>
                  <a:lnTo>
                    <a:pt x="8993" y="71366"/>
                  </a:lnTo>
                  <a:lnTo>
                    <a:pt x="0" y="43152"/>
                  </a:lnTo>
                  <a:lnTo>
                    <a:pt x="0" y="38100"/>
                  </a:lnTo>
                  <a:lnTo>
                    <a:pt x="0" y="33047"/>
                  </a:lnTo>
                  <a:lnTo>
                    <a:pt x="5323" y="11159"/>
                  </a:lnTo>
                  <a:lnTo>
                    <a:pt x="7027" y="7586"/>
                  </a:lnTo>
                  <a:lnTo>
                    <a:pt x="8993" y="4833"/>
                  </a:lnTo>
                  <a:lnTo>
                    <a:pt x="11219" y="2900"/>
                  </a:lnTo>
                  <a:lnTo>
                    <a:pt x="13446" y="966"/>
                  </a:lnTo>
                  <a:lnTo>
                    <a:pt x="15764" y="0"/>
                  </a:lnTo>
                  <a:lnTo>
                    <a:pt x="18175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24" name="object 2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41820" y="729234"/>
            <a:ext cx="95249" cy="95249"/>
          </a:xfrm>
          <a:prstGeom prst="rect">
            <a:avLst/>
          </a:prstGeom>
        </p:spPr>
      </p:pic>
      <p:pic>
        <p:nvPicPr>
          <p:cNvPr id="225" name="object 22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89570" y="729234"/>
            <a:ext cx="95249" cy="95249"/>
          </a:xfrm>
          <a:prstGeom prst="rect">
            <a:avLst/>
          </a:prstGeom>
        </p:spPr>
      </p:pic>
      <p:sp>
        <p:nvSpPr>
          <p:cNvPr id="226" name="object 226"/>
          <p:cNvSpPr txBox="1"/>
          <p:nvPr/>
        </p:nvSpPr>
        <p:spPr>
          <a:xfrm>
            <a:off x="6921500" y="190563"/>
            <a:ext cx="2918460" cy="66421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355"/>
              </a:spcBef>
            </a:pP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Sum </a:t>
            </a:r>
            <a:r>
              <a:rPr sz="1400" spc="-85" dirty="0">
                <a:solidFill>
                  <a:srgbClr val="252423"/>
                </a:solidFill>
                <a:latin typeface="Tahoma"/>
                <a:cs typeface="Tahoma"/>
              </a:rPr>
              <a:t>of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55" dirty="0">
                <a:solidFill>
                  <a:srgbClr val="252423"/>
                </a:solidFill>
                <a:latin typeface="Tahoma"/>
                <a:cs typeface="Tahoma"/>
              </a:rPr>
              <a:t>totvotpoll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95" dirty="0">
                <a:solidFill>
                  <a:srgbClr val="252423"/>
                </a:solidFill>
                <a:latin typeface="Tahoma"/>
                <a:cs typeface="Tahoma"/>
              </a:rPr>
              <a:t>and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 Sum </a:t>
            </a:r>
            <a:r>
              <a:rPr sz="1400" spc="-85" dirty="0">
                <a:solidFill>
                  <a:srgbClr val="252423"/>
                </a:solidFill>
                <a:latin typeface="Tahoma"/>
                <a:cs typeface="Tahoma"/>
              </a:rPr>
              <a:t>of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35" dirty="0">
                <a:solidFill>
                  <a:srgbClr val="252423"/>
                </a:solidFill>
                <a:latin typeface="Tahoma"/>
                <a:cs typeface="Tahoma"/>
              </a:rPr>
              <a:t>electors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40" dirty="0">
                <a:solidFill>
                  <a:srgbClr val="252423"/>
                </a:solidFill>
                <a:latin typeface="Tahoma"/>
                <a:cs typeface="Tahoma"/>
              </a:rPr>
              <a:t>by </a:t>
            </a:r>
            <a:r>
              <a:rPr sz="1400" spc="-10" dirty="0">
                <a:solidFill>
                  <a:srgbClr val="252423"/>
                </a:solidFill>
                <a:latin typeface="Tahoma"/>
                <a:cs typeface="Tahoma"/>
              </a:rPr>
              <a:t>pc_name</a:t>
            </a:r>
            <a:endParaRPr sz="1400">
              <a:latin typeface="Tahoma"/>
              <a:cs typeface="Tahoma"/>
            </a:endParaRPr>
          </a:p>
          <a:p>
            <a:pPr marL="132080">
              <a:lnSpc>
                <a:spcPct val="100000"/>
              </a:lnSpc>
              <a:spcBef>
                <a:spcPts val="835"/>
              </a:spcBef>
              <a:tabLst>
                <a:tab pos="1181735" algn="l"/>
              </a:tabLst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Sum</a:t>
            </a:r>
            <a:r>
              <a:rPr sz="900" spc="-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of</a:t>
            </a:r>
            <a:r>
              <a:rPr sz="900" spc="-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totvotpoll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	Sum</a:t>
            </a:r>
            <a:r>
              <a:rPr sz="900" spc="-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of</a:t>
            </a:r>
            <a:r>
              <a:rPr sz="900" spc="-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electors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227" name="object 227"/>
          <p:cNvSpPr/>
          <p:nvPr/>
        </p:nvSpPr>
        <p:spPr>
          <a:xfrm>
            <a:off x="4171950" y="4768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object 228"/>
          <p:cNvSpPr/>
          <p:nvPr/>
        </p:nvSpPr>
        <p:spPr>
          <a:xfrm>
            <a:off x="4457700" y="4768862"/>
            <a:ext cx="352425" cy="9525"/>
          </a:xfrm>
          <a:custGeom>
            <a:avLst/>
            <a:gdLst/>
            <a:ahLst/>
            <a:cxnLst/>
            <a:rect l="l" t="t" r="r" b="b"/>
            <a:pathLst>
              <a:path w="35242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35242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352425" h="95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352425" h="9525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  <a:path w="352425" h="9525">
                <a:moveTo>
                  <a:pt x="238125" y="0"/>
                </a:moveTo>
                <a:lnTo>
                  <a:pt x="228600" y="0"/>
                </a:lnTo>
                <a:lnTo>
                  <a:pt x="228600" y="9525"/>
                </a:lnTo>
                <a:lnTo>
                  <a:pt x="238125" y="9525"/>
                </a:lnTo>
                <a:lnTo>
                  <a:pt x="238125" y="0"/>
                </a:lnTo>
                <a:close/>
              </a:path>
              <a:path w="352425" h="9525">
                <a:moveTo>
                  <a:pt x="295275" y="0"/>
                </a:moveTo>
                <a:lnTo>
                  <a:pt x="285750" y="0"/>
                </a:lnTo>
                <a:lnTo>
                  <a:pt x="285750" y="9525"/>
                </a:lnTo>
                <a:lnTo>
                  <a:pt x="295275" y="9525"/>
                </a:lnTo>
                <a:lnTo>
                  <a:pt x="295275" y="0"/>
                </a:lnTo>
                <a:close/>
              </a:path>
              <a:path w="352425" h="9525">
                <a:moveTo>
                  <a:pt x="352425" y="0"/>
                </a:moveTo>
                <a:lnTo>
                  <a:pt x="342900" y="0"/>
                </a:lnTo>
                <a:lnTo>
                  <a:pt x="342900" y="9525"/>
                </a:lnTo>
                <a:lnTo>
                  <a:pt x="352425" y="9525"/>
                </a:lnTo>
                <a:lnTo>
                  <a:pt x="35242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object 229"/>
          <p:cNvSpPr/>
          <p:nvPr/>
        </p:nvSpPr>
        <p:spPr>
          <a:xfrm>
            <a:off x="4857750" y="4768862"/>
            <a:ext cx="1381125" cy="9525"/>
          </a:xfrm>
          <a:custGeom>
            <a:avLst/>
            <a:gdLst/>
            <a:ahLst/>
            <a:cxnLst/>
            <a:rect l="l" t="t" r="r" b="b"/>
            <a:pathLst>
              <a:path w="138112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138112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1381125" h="95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1381125" h="9525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  <a:path w="1381125" h="9525">
                <a:moveTo>
                  <a:pt x="238125" y="0"/>
                </a:moveTo>
                <a:lnTo>
                  <a:pt x="228600" y="0"/>
                </a:lnTo>
                <a:lnTo>
                  <a:pt x="228600" y="9525"/>
                </a:lnTo>
                <a:lnTo>
                  <a:pt x="238125" y="9525"/>
                </a:lnTo>
                <a:lnTo>
                  <a:pt x="238125" y="0"/>
                </a:lnTo>
                <a:close/>
              </a:path>
              <a:path w="1381125" h="9525">
                <a:moveTo>
                  <a:pt x="295275" y="0"/>
                </a:moveTo>
                <a:lnTo>
                  <a:pt x="285750" y="0"/>
                </a:lnTo>
                <a:lnTo>
                  <a:pt x="285750" y="9525"/>
                </a:lnTo>
                <a:lnTo>
                  <a:pt x="295275" y="9525"/>
                </a:lnTo>
                <a:lnTo>
                  <a:pt x="295275" y="0"/>
                </a:lnTo>
                <a:close/>
              </a:path>
              <a:path w="1381125" h="9525">
                <a:moveTo>
                  <a:pt x="352425" y="0"/>
                </a:moveTo>
                <a:lnTo>
                  <a:pt x="342900" y="0"/>
                </a:lnTo>
                <a:lnTo>
                  <a:pt x="342900" y="9525"/>
                </a:lnTo>
                <a:lnTo>
                  <a:pt x="352425" y="9525"/>
                </a:lnTo>
                <a:lnTo>
                  <a:pt x="352425" y="0"/>
                </a:lnTo>
                <a:close/>
              </a:path>
              <a:path w="1381125" h="9525">
                <a:moveTo>
                  <a:pt x="409575" y="0"/>
                </a:moveTo>
                <a:lnTo>
                  <a:pt x="400050" y="0"/>
                </a:lnTo>
                <a:lnTo>
                  <a:pt x="400050" y="9525"/>
                </a:lnTo>
                <a:lnTo>
                  <a:pt x="409575" y="9525"/>
                </a:lnTo>
                <a:lnTo>
                  <a:pt x="409575" y="0"/>
                </a:lnTo>
                <a:close/>
              </a:path>
              <a:path w="1381125" h="9525">
                <a:moveTo>
                  <a:pt x="466725" y="0"/>
                </a:moveTo>
                <a:lnTo>
                  <a:pt x="457200" y="0"/>
                </a:lnTo>
                <a:lnTo>
                  <a:pt x="457200" y="9525"/>
                </a:lnTo>
                <a:lnTo>
                  <a:pt x="466725" y="9525"/>
                </a:lnTo>
                <a:lnTo>
                  <a:pt x="466725" y="0"/>
                </a:lnTo>
                <a:close/>
              </a:path>
              <a:path w="1381125" h="9525">
                <a:moveTo>
                  <a:pt x="523875" y="0"/>
                </a:moveTo>
                <a:lnTo>
                  <a:pt x="514350" y="0"/>
                </a:lnTo>
                <a:lnTo>
                  <a:pt x="514350" y="9525"/>
                </a:lnTo>
                <a:lnTo>
                  <a:pt x="523875" y="9525"/>
                </a:lnTo>
                <a:lnTo>
                  <a:pt x="523875" y="0"/>
                </a:lnTo>
                <a:close/>
              </a:path>
              <a:path w="1381125" h="9525">
                <a:moveTo>
                  <a:pt x="581025" y="0"/>
                </a:moveTo>
                <a:lnTo>
                  <a:pt x="571500" y="0"/>
                </a:lnTo>
                <a:lnTo>
                  <a:pt x="571500" y="9525"/>
                </a:lnTo>
                <a:lnTo>
                  <a:pt x="581025" y="9525"/>
                </a:lnTo>
                <a:lnTo>
                  <a:pt x="581025" y="0"/>
                </a:lnTo>
                <a:close/>
              </a:path>
              <a:path w="1381125" h="9525">
                <a:moveTo>
                  <a:pt x="638175" y="0"/>
                </a:moveTo>
                <a:lnTo>
                  <a:pt x="628650" y="0"/>
                </a:lnTo>
                <a:lnTo>
                  <a:pt x="628650" y="9525"/>
                </a:lnTo>
                <a:lnTo>
                  <a:pt x="638175" y="9525"/>
                </a:lnTo>
                <a:lnTo>
                  <a:pt x="638175" y="0"/>
                </a:lnTo>
                <a:close/>
              </a:path>
              <a:path w="1381125" h="9525">
                <a:moveTo>
                  <a:pt x="695325" y="0"/>
                </a:moveTo>
                <a:lnTo>
                  <a:pt x="685800" y="0"/>
                </a:lnTo>
                <a:lnTo>
                  <a:pt x="685800" y="9525"/>
                </a:lnTo>
                <a:lnTo>
                  <a:pt x="695325" y="9525"/>
                </a:lnTo>
                <a:lnTo>
                  <a:pt x="695325" y="0"/>
                </a:lnTo>
                <a:close/>
              </a:path>
              <a:path w="1381125" h="9525">
                <a:moveTo>
                  <a:pt x="752475" y="0"/>
                </a:moveTo>
                <a:lnTo>
                  <a:pt x="742950" y="0"/>
                </a:lnTo>
                <a:lnTo>
                  <a:pt x="742950" y="9525"/>
                </a:lnTo>
                <a:lnTo>
                  <a:pt x="752475" y="9525"/>
                </a:lnTo>
                <a:lnTo>
                  <a:pt x="752475" y="0"/>
                </a:lnTo>
                <a:close/>
              </a:path>
              <a:path w="1381125" h="9525">
                <a:moveTo>
                  <a:pt x="809625" y="0"/>
                </a:moveTo>
                <a:lnTo>
                  <a:pt x="800100" y="0"/>
                </a:lnTo>
                <a:lnTo>
                  <a:pt x="800100" y="9525"/>
                </a:lnTo>
                <a:lnTo>
                  <a:pt x="809625" y="9525"/>
                </a:lnTo>
                <a:lnTo>
                  <a:pt x="809625" y="0"/>
                </a:lnTo>
                <a:close/>
              </a:path>
              <a:path w="1381125" h="9525">
                <a:moveTo>
                  <a:pt x="866775" y="0"/>
                </a:moveTo>
                <a:lnTo>
                  <a:pt x="857250" y="0"/>
                </a:lnTo>
                <a:lnTo>
                  <a:pt x="857250" y="9525"/>
                </a:lnTo>
                <a:lnTo>
                  <a:pt x="866775" y="9525"/>
                </a:lnTo>
                <a:lnTo>
                  <a:pt x="866775" y="0"/>
                </a:lnTo>
                <a:close/>
              </a:path>
              <a:path w="1381125" h="9525">
                <a:moveTo>
                  <a:pt x="923925" y="0"/>
                </a:moveTo>
                <a:lnTo>
                  <a:pt x="914400" y="0"/>
                </a:lnTo>
                <a:lnTo>
                  <a:pt x="914400" y="9525"/>
                </a:lnTo>
                <a:lnTo>
                  <a:pt x="923925" y="9525"/>
                </a:lnTo>
                <a:lnTo>
                  <a:pt x="923925" y="0"/>
                </a:lnTo>
                <a:close/>
              </a:path>
              <a:path w="1381125" h="9525">
                <a:moveTo>
                  <a:pt x="981075" y="0"/>
                </a:moveTo>
                <a:lnTo>
                  <a:pt x="971550" y="0"/>
                </a:lnTo>
                <a:lnTo>
                  <a:pt x="971550" y="9525"/>
                </a:lnTo>
                <a:lnTo>
                  <a:pt x="981075" y="9525"/>
                </a:lnTo>
                <a:lnTo>
                  <a:pt x="981075" y="0"/>
                </a:lnTo>
                <a:close/>
              </a:path>
              <a:path w="1381125" h="9525">
                <a:moveTo>
                  <a:pt x="1038225" y="0"/>
                </a:moveTo>
                <a:lnTo>
                  <a:pt x="1028700" y="0"/>
                </a:lnTo>
                <a:lnTo>
                  <a:pt x="1028700" y="9525"/>
                </a:lnTo>
                <a:lnTo>
                  <a:pt x="1038225" y="9525"/>
                </a:lnTo>
                <a:lnTo>
                  <a:pt x="1038225" y="0"/>
                </a:lnTo>
                <a:close/>
              </a:path>
              <a:path w="1381125" h="9525">
                <a:moveTo>
                  <a:pt x="1095375" y="0"/>
                </a:moveTo>
                <a:lnTo>
                  <a:pt x="1085850" y="0"/>
                </a:lnTo>
                <a:lnTo>
                  <a:pt x="1085850" y="9525"/>
                </a:lnTo>
                <a:lnTo>
                  <a:pt x="1095375" y="9525"/>
                </a:lnTo>
                <a:lnTo>
                  <a:pt x="1095375" y="0"/>
                </a:lnTo>
                <a:close/>
              </a:path>
              <a:path w="1381125" h="9525">
                <a:moveTo>
                  <a:pt x="1152525" y="0"/>
                </a:moveTo>
                <a:lnTo>
                  <a:pt x="1143000" y="0"/>
                </a:lnTo>
                <a:lnTo>
                  <a:pt x="1143000" y="9525"/>
                </a:lnTo>
                <a:lnTo>
                  <a:pt x="1152525" y="9525"/>
                </a:lnTo>
                <a:lnTo>
                  <a:pt x="1152525" y="0"/>
                </a:lnTo>
                <a:close/>
              </a:path>
              <a:path w="1381125" h="9525">
                <a:moveTo>
                  <a:pt x="1209675" y="0"/>
                </a:moveTo>
                <a:lnTo>
                  <a:pt x="1200150" y="0"/>
                </a:lnTo>
                <a:lnTo>
                  <a:pt x="1200150" y="9525"/>
                </a:lnTo>
                <a:lnTo>
                  <a:pt x="1209675" y="9525"/>
                </a:lnTo>
                <a:lnTo>
                  <a:pt x="1209675" y="0"/>
                </a:lnTo>
                <a:close/>
              </a:path>
              <a:path w="1381125" h="9525">
                <a:moveTo>
                  <a:pt x="1266825" y="0"/>
                </a:moveTo>
                <a:lnTo>
                  <a:pt x="1257300" y="0"/>
                </a:lnTo>
                <a:lnTo>
                  <a:pt x="1257300" y="9525"/>
                </a:lnTo>
                <a:lnTo>
                  <a:pt x="1266825" y="9525"/>
                </a:lnTo>
                <a:lnTo>
                  <a:pt x="1266825" y="0"/>
                </a:lnTo>
                <a:close/>
              </a:path>
              <a:path w="1381125" h="9525">
                <a:moveTo>
                  <a:pt x="1323975" y="0"/>
                </a:moveTo>
                <a:lnTo>
                  <a:pt x="1314450" y="0"/>
                </a:lnTo>
                <a:lnTo>
                  <a:pt x="1314450" y="9525"/>
                </a:lnTo>
                <a:lnTo>
                  <a:pt x="1323975" y="9525"/>
                </a:lnTo>
                <a:lnTo>
                  <a:pt x="1323975" y="0"/>
                </a:lnTo>
                <a:close/>
              </a:path>
              <a:path w="1381125" h="9525">
                <a:moveTo>
                  <a:pt x="1381125" y="0"/>
                </a:moveTo>
                <a:lnTo>
                  <a:pt x="1371600" y="0"/>
                </a:lnTo>
                <a:lnTo>
                  <a:pt x="1371600" y="9525"/>
                </a:lnTo>
                <a:lnTo>
                  <a:pt x="1381125" y="9525"/>
                </a:lnTo>
                <a:lnTo>
                  <a:pt x="138112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object 230"/>
          <p:cNvSpPr/>
          <p:nvPr/>
        </p:nvSpPr>
        <p:spPr>
          <a:xfrm>
            <a:off x="6286500" y="4768862"/>
            <a:ext cx="180975" cy="9525"/>
          </a:xfrm>
          <a:custGeom>
            <a:avLst/>
            <a:gdLst/>
            <a:ahLst/>
            <a:cxnLst/>
            <a:rect l="l" t="t" r="r" b="b"/>
            <a:pathLst>
              <a:path w="18097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18097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180975" h="95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180975" h="9525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object 231"/>
          <p:cNvSpPr/>
          <p:nvPr/>
        </p:nvSpPr>
        <p:spPr>
          <a:xfrm>
            <a:off x="6515100" y="4768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object 232"/>
          <p:cNvSpPr/>
          <p:nvPr/>
        </p:nvSpPr>
        <p:spPr>
          <a:xfrm>
            <a:off x="4229100" y="4080281"/>
            <a:ext cx="180975" cy="698500"/>
          </a:xfrm>
          <a:custGeom>
            <a:avLst/>
            <a:gdLst/>
            <a:ahLst/>
            <a:cxnLst/>
            <a:rect l="l" t="t" r="r" b="b"/>
            <a:pathLst>
              <a:path w="180975" h="698500">
                <a:moveTo>
                  <a:pt x="9525" y="688581"/>
                </a:moveTo>
                <a:lnTo>
                  <a:pt x="0" y="688581"/>
                </a:lnTo>
                <a:lnTo>
                  <a:pt x="0" y="698106"/>
                </a:lnTo>
                <a:lnTo>
                  <a:pt x="9525" y="698106"/>
                </a:lnTo>
                <a:lnTo>
                  <a:pt x="9525" y="688581"/>
                </a:lnTo>
                <a:close/>
              </a:path>
              <a:path w="180975" h="698500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180975" h="698500">
                <a:moveTo>
                  <a:pt x="66675" y="688581"/>
                </a:moveTo>
                <a:lnTo>
                  <a:pt x="57150" y="688581"/>
                </a:lnTo>
                <a:lnTo>
                  <a:pt x="57150" y="698106"/>
                </a:lnTo>
                <a:lnTo>
                  <a:pt x="66675" y="698106"/>
                </a:lnTo>
                <a:lnTo>
                  <a:pt x="66675" y="688581"/>
                </a:lnTo>
                <a:close/>
              </a:path>
              <a:path w="180975" h="698500">
                <a:moveTo>
                  <a:pt x="123825" y="688581"/>
                </a:moveTo>
                <a:lnTo>
                  <a:pt x="114300" y="688581"/>
                </a:lnTo>
                <a:lnTo>
                  <a:pt x="114300" y="698106"/>
                </a:lnTo>
                <a:lnTo>
                  <a:pt x="123825" y="698106"/>
                </a:lnTo>
                <a:lnTo>
                  <a:pt x="123825" y="688581"/>
                </a:lnTo>
                <a:close/>
              </a:path>
              <a:path w="180975" h="698500">
                <a:moveTo>
                  <a:pt x="180975" y="688581"/>
                </a:moveTo>
                <a:lnTo>
                  <a:pt x="171450" y="688581"/>
                </a:lnTo>
                <a:lnTo>
                  <a:pt x="171450" y="698106"/>
                </a:lnTo>
                <a:lnTo>
                  <a:pt x="180975" y="698106"/>
                </a:lnTo>
                <a:lnTo>
                  <a:pt x="180975" y="688581"/>
                </a:lnTo>
                <a:close/>
              </a:path>
              <a:path w="180975" h="698500">
                <a:moveTo>
                  <a:pt x="180975" y="0"/>
                </a:moveTo>
                <a:lnTo>
                  <a:pt x="176695" y="0"/>
                </a:lnTo>
                <a:lnTo>
                  <a:pt x="176695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" name="object 233"/>
          <p:cNvSpPr txBox="1"/>
          <p:nvPr/>
        </p:nvSpPr>
        <p:spPr>
          <a:xfrm>
            <a:off x="3899693" y="4683224"/>
            <a:ext cx="1898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0M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234" name="object 234"/>
          <p:cNvSpPr/>
          <p:nvPr/>
        </p:nvSpPr>
        <p:spPr>
          <a:xfrm>
            <a:off x="417195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" name="object 235"/>
          <p:cNvSpPr/>
          <p:nvPr/>
        </p:nvSpPr>
        <p:spPr>
          <a:xfrm>
            <a:off x="445770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object 236"/>
          <p:cNvSpPr/>
          <p:nvPr/>
        </p:nvSpPr>
        <p:spPr>
          <a:xfrm>
            <a:off x="451485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object 237"/>
          <p:cNvSpPr/>
          <p:nvPr/>
        </p:nvSpPr>
        <p:spPr>
          <a:xfrm>
            <a:off x="457200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object 238"/>
          <p:cNvSpPr/>
          <p:nvPr/>
        </p:nvSpPr>
        <p:spPr>
          <a:xfrm>
            <a:off x="462915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" name="object 239"/>
          <p:cNvSpPr/>
          <p:nvPr/>
        </p:nvSpPr>
        <p:spPr>
          <a:xfrm>
            <a:off x="468630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object 240"/>
          <p:cNvSpPr/>
          <p:nvPr/>
        </p:nvSpPr>
        <p:spPr>
          <a:xfrm>
            <a:off x="474345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" name="object 241"/>
          <p:cNvSpPr/>
          <p:nvPr/>
        </p:nvSpPr>
        <p:spPr>
          <a:xfrm>
            <a:off x="480060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" name="object 242"/>
          <p:cNvSpPr/>
          <p:nvPr/>
        </p:nvSpPr>
        <p:spPr>
          <a:xfrm>
            <a:off x="485775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" name="object 243"/>
          <p:cNvSpPr/>
          <p:nvPr/>
        </p:nvSpPr>
        <p:spPr>
          <a:xfrm>
            <a:off x="491490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" name="object 244"/>
          <p:cNvSpPr/>
          <p:nvPr/>
        </p:nvSpPr>
        <p:spPr>
          <a:xfrm>
            <a:off x="497205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" name="object 245"/>
          <p:cNvSpPr/>
          <p:nvPr/>
        </p:nvSpPr>
        <p:spPr>
          <a:xfrm>
            <a:off x="502920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" name="object 246"/>
          <p:cNvSpPr/>
          <p:nvPr/>
        </p:nvSpPr>
        <p:spPr>
          <a:xfrm>
            <a:off x="508635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7" name="object 247"/>
          <p:cNvSpPr/>
          <p:nvPr/>
        </p:nvSpPr>
        <p:spPr>
          <a:xfrm>
            <a:off x="514350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" name="object 248"/>
          <p:cNvSpPr/>
          <p:nvPr/>
        </p:nvSpPr>
        <p:spPr>
          <a:xfrm>
            <a:off x="520065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" name="object 249"/>
          <p:cNvSpPr/>
          <p:nvPr/>
        </p:nvSpPr>
        <p:spPr>
          <a:xfrm>
            <a:off x="525780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" name="object 250"/>
          <p:cNvSpPr/>
          <p:nvPr/>
        </p:nvSpPr>
        <p:spPr>
          <a:xfrm>
            <a:off x="531495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" name="object 251"/>
          <p:cNvSpPr/>
          <p:nvPr/>
        </p:nvSpPr>
        <p:spPr>
          <a:xfrm>
            <a:off x="537210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" name="object 252"/>
          <p:cNvSpPr/>
          <p:nvPr/>
        </p:nvSpPr>
        <p:spPr>
          <a:xfrm>
            <a:off x="542925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3" name="object 253"/>
          <p:cNvSpPr/>
          <p:nvPr/>
        </p:nvSpPr>
        <p:spPr>
          <a:xfrm>
            <a:off x="548640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4" name="object 254"/>
          <p:cNvSpPr/>
          <p:nvPr/>
        </p:nvSpPr>
        <p:spPr>
          <a:xfrm>
            <a:off x="554355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" name="object 255"/>
          <p:cNvSpPr/>
          <p:nvPr/>
        </p:nvSpPr>
        <p:spPr>
          <a:xfrm>
            <a:off x="560070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" name="object 256"/>
          <p:cNvSpPr/>
          <p:nvPr/>
        </p:nvSpPr>
        <p:spPr>
          <a:xfrm>
            <a:off x="565785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" name="object 257"/>
          <p:cNvSpPr/>
          <p:nvPr/>
        </p:nvSpPr>
        <p:spPr>
          <a:xfrm>
            <a:off x="571500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8" name="object 258"/>
          <p:cNvSpPr/>
          <p:nvPr/>
        </p:nvSpPr>
        <p:spPr>
          <a:xfrm>
            <a:off x="577215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9" name="object 259"/>
          <p:cNvSpPr/>
          <p:nvPr/>
        </p:nvSpPr>
        <p:spPr>
          <a:xfrm>
            <a:off x="582930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0" name="object 260"/>
          <p:cNvSpPr/>
          <p:nvPr/>
        </p:nvSpPr>
        <p:spPr>
          <a:xfrm>
            <a:off x="588645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1" name="object 261"/>
          <p:cNvSpPr/>
          <p:nvPr/>
        </p:nvSpPr>
        <p:spPr>
          <a:xfrm>
            <a:off x="594360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" name="object 262"/>
          <p:cNvSpPr/>
          <p:nvPr/>
        </p:nvSpPr>
        <p:spPr>
          <a:xfrm>
            <a:off x="600075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" name="object 263"/>
          <p:cNvSpPr/>
          <p:nvPr/>
        </p:nvSpPr>
        <p:spPr>
          <a:xfrm>
            <a:off x="605790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4" name="object 264"/>
          <p:cNvSpPr/>
          <p:nvPr/>
        </p:nvSpPr>
        <p:spPr>
          <a:xfrm>
            <a:off x="611505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" name="object 265"/>
          <p:cNvSpPr/>
          <p:nvPr/>
        </p:nvSpPr>
        <p:spPr>
          <a:xfrm>
            <a:off x="617220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" name="object 266"/>
          <p:cNvSpPr/>
          <p:nvPr/>
        </p:nvSpPr>
        <p:spPr>
          <a:xfrm>
            <a:off x="622935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7" name="object 267"/>
          <p:cNvSpPr/>
          <p:nvPr/>
        </p:nvSpPr>
        <p:spPr>
          <a:xfrm>
            <a:off x="628650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8" name="object 268"/>
          <p:cNvSpPr/>
          <p:nvPr/>
        </p:nvSpPr>
        <p:spPr>
          <a:xfrm>
            <a:off x="634365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9" name="object 269"/>
          <p:cNvSpPr/>
          <p:nvPr/>
        </p:nvSpPr>
        <p:spPr>
          <a:xfrm>
            <a:off x="640080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0" name="object 270"/>
          <p:cNvSpPr/>
          <p:nvPr/>
        </p:nvSpPr>
        <p:spPr>
          <a:xfrm>
            <a:off x="645795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1" name="object 271"/>
          <p:cNvSpPr/>
          <p:nvPr/>
        </p:nvSpPr>
        <p:spPr>
          <a:xfrm>
            <a:off x="6515100" y="408027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2" name="object 272"/>
          <p:cNvSpPr txBox="1"/>
          <p:nvPr/>
        </p:nvSpPr>
        <p:spPr>
          <a:xfrm>
            <a:off x="3899693" y="3994646"/>
            <a:ext cx="1898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5M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273" name="object 273"/>
          <p:cNvSpPr txBox="1"/>
          <p:nvPr/>
        </p:nvSpPr>
        <p:spPr>
          <a:xfrm>
            <a:off x="4995664" y="5346700"/>
            <a:ext cx="715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80" dirty="0">
                <a:solidFill>
                  <a:srgbClr val="252423"/>
                </a:solidFill>
                <a:latin typeface="Tahoma"/>
                <a:cs typeface="Tahoma"/>
              </a:rPr>
              <a:t>cand_name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74" name="object 274"/>
          <p:cNvSpPr txBox="1"/>
          <p:nvPr/>
        </p:nvSpPr>
        <p:spPr>
          <a:xfrm>
            <a:off x="3697595" y="3682479"/>
            <a:ext cx="177800" cy="107124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275"/>
              </a:lnSpc>
            </a:pPr>
            <a:r>
              <a:rPr sz="1200" spc="-80" dirty="0">
                <a:solidFill>
                  <a:srgbClr val="252423"/>
                </a:solidFill>
                <a:latin typeface="Tahoma"/>
                <a:cs typeface="Tahoma"/>
              </a:rPr>
              <a:t>Sum </a:t>
            </a:r>
            <a:r>
              <a:rPr sz="1200" spc="-75" dirty="0">
                <a:solidFill>
                  <a:srgbClr val="252423"/>
                </a:solidFill>
                <a:latin typeface="Tahoma"/>
                <a:cs typeface="Tahoma"/>
              </a:rPr>
              <a:t>of</a:t>
            </a:r>
            <a:r>
              <a:rPr sz="1200" spc="-8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200" spc="-35" dirty="0">
                <a:solidFill>
                  <a:srgbClr val="252423"/>
                </a:solidFill>
                <a:latin typeface="Tahoma"/>
                <a:cs typeface="Tahoma"/>
              </a:rPr>
              <a:t>totvotpoll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75" name="object 275"/>
          <p:cNvSpPr txBox="1"/>
          <p:nvPr/>
        </p:nvSpPr>
        <p:spPr>
          <a:xfrm>
            <a:off x="4238854" y="4816425"/>
            <a:ext cx="2214245" cy="504190"/>
          </a:xfrm>
          <a:prstGeom prst="rect">
            <a:avLst/>
          </a:prstGeom>
        </p:spPr>
        <p:txBody>
          <a:bodyPr vert="vert270" wrap="square" lIns="0" tIns="2159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70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None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 O…</a:t>
            </a:r>
            <a:endParaRPr sz="900">
              <a:latin typeface="Segoe UI"/>
              <a:cs typeface="Segoe UI"/>
            </a:endParaRPr>
          </a:p>
          <a:p>
            <a:pPr marL="15240" marR="5080" indent="13335" algn="just">
              <a:lnSpc>
                <a:spcPct val="148500"/>
              </a:lnSpc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Anil </a:t>
            </a: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Basu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Mullap…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Ram</a:t>
            </a: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 Vil…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Mamat… Rupcha…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Sharad</a:t>
            </a:r>
            <a:r>
              <a:rPr sz="900" spc="-3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…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 Hannan…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Indrajit </a:t>
            </a: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…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 Pawar</a:t>
            </a:r>
            <a:r>
              <a:rPr sz="900" spc="-5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S…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Mulaya…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276" name="object 276"/>
          <p:cNvSpPr/>
          <p:nvPr/>
        </p:nvSpPr>
        <p:spPr>
          <a:xfrm>
            <a:off x="6289784" y="4357055"/>
            <a:ext cx="152400" cy="412115"/>
          </a:xfrm>
          <a:custGeom>
            <a:avLst/>
            <a:gdLst/>
            <a:ahLst/>
            <a:cxnLst/>
            <a:rect l="l" t="t" r="r" b="b"/>
            <a:pathLst>
              <a:path w="152400" h="412114">
                <a:moveTo>
                  <a:pt x="152400" y="411794"/>
                </a:moveTo>
                <a:lnTo>
                  <a:pt x="0" y="411794"/>
                </a:lnTo>
                <a:lnTo>
                  <a:pt x="0" y="0"/>
                </a:lnTo>
                <a:lnTo>
                  <a:pt x="152400" y="0"/>
                </a:lnTo>
                <a:lnTo>
                  <a:pt x="152400" y="411794"/>
                </a:lnTo>
                <a:close/>
              </a:path>
            </a:pathLst>
          </a:custGeom>
          <a:solidFill>
            <a:srgbClr val="0C3C3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77" name="object 277"/>
          <p:cNvGrpSpPr/>
          <p:nvPr/>
        </p:nvGrpSpPr>
        <p:grpSpPr>
          <a:xfrm>
            <a:off x="4253405" y="3942151"/>
            <a:ext cx="152400" cy="826769"/>
            <a:chOff x="4253405" y="3942151"/>
            <a:chExt cx="152400" cy="826769"/>
          </a:xfrm>
        </p:grpSpPr>
        <p:sp>
          <p:nvSpPr>
            <p:cNvPr id="278" name="object 278"/>
            <p:cNvSpPr/>
            <p:nvPr/>
          </p:nvSpPr>
          <p:spPr>
            <a:xfrm>
              <a:off x="4253405" y="4768634"/>
              <a:ext cx="152400" cy="635"/>
            </a:xfrm>
            <a:custGeom>
              <a:avLst/>
              <a:gdLst/>
              <a:ahLst/>
              <a:cxnLst/>
              <a:rect l="l" t="t" r="r" b="b"/>
              <a:pathLst>
                <a:path w="152400" h="635">
                  <a:moveTo>
                    <a:pt x="152399" y="215"/>
                  </a:moveTo>
                  <a:lnTo>
                    <a:pt x="0" y="215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215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9" name="object 279"/>
            <p:cNvSpPr/>
            <p:nvPr/>
          </p:nvSpPr>
          <p:spPr>
            <a:xfrm>
              <a:off x="4253405" y="4721735"/>
              <a:ext cx="152400" cy="46990"/>
            </a:xfrm>
            <a:custGeom>
              <a:avLst/>
              <a:gdLst/>
              <a:ahLst/>
              <a:cxnLst/>
              <a:rect l="l" t="t" r="r" b="b"/>
              <a:pathLst>
                <a:path w="152400" h="46989">
                  <a:moveTo>
                    <a:pt x="152399" y="46899"/>
                  </a:moveTo>
                  <a:lnTo>
                    <a:pt x="0" y="46899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46899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0" name="object 280"/>
            <p:cNvSpPr/>
            <p:nvPr/>
          </p:nvSpPr>
          <p:spPr>
            <a:xfrm>
              <a:off x="4253405" y="4720864"/>
              <a:ext cx="152400" cy="1270"/>
            </a:xfrm>
            <a:custGeom>
              <a:avLst/>
              <a:gdLst/>
              <a:ahLst/>
              <a:cxnLst/>
              <a:rect l="l" t="t" r="r" b="b"/>
              <a:pathLst>
                <a:path w="152400" h="1270">
                  <a:moveTo>
                    <a:pt x="152399" y="870"/>
                  </a:moveTo>
                  <a:lnTo>
                    <a:pt x="0" y="870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870"/>
                  </a:lnTo>
                  <a:close/>
                </a:path>
              </a:pathLst>
            </a:custGeom>
            <a:solidFill>
              <a:srgbClr val="E66B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1" name="object 281"/>
            <p:cNvSpPr/>
            <p:nvPr/>
          </p:nvSpPr>
          <p:spPr>
            <a:xfrm>
              <a:off x="4253405" y="4700612"/>
              <a:ext cx="152400" cy="20320"/>
            </a:xfrm>
            <a:custGeom>
              <a:avLst/>
              <a:gdLst/>
              <a:ahLst/>
              <a:cxnLst/>
              <a:rect l="l" t="t" r="r" b="b"/>
              <a:pathLst>
                <a:path w="152400" h="20320">
                  <a:moveTo>
                    <a:pt x="152399" y="20252"/>
                  </a:moveTo>
                  <a:lnTo>
                    <a:pt x="0" y="20252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20252"/>
                  </a:lnTo>
                  <a:close/>
                </a:path>
              </a:pathLst>
            </a:custGeom>
            <a:solidFill>
              <a:srgbClr val="6A00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2" name="object 282"/>
            <p:cNvSpPr/>
            <p:nvPr/>
          </p:nvSpPr>
          <p:spPr>
            <a:xfrm>
              <a:off x="4253405" y="4620604"/>
              <a:ext cx="152400" cy="80010"/>
            </a:xfrm>
            <a:custGeom>
              <a:avLst/>
              <a:gdLst/>
              <a:ahLst/>
              <a:cxnLst/>
              <a:rect l="l" t="t" r="r" b="b"/>
              <a:pathLst>
                <a:path w="152400" h="80010">
                  <a:moveTo>
                    <a:pt x="152399" y="80007"/>
                  </a:moveTo>
                  <a:lnTo>
                    <a:pt x="0" y="80007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80007"/>
                  </a:lnTo>
                  <a:close/>
                </a:path>
              </a:pathLst>
            </a:custGeom>
            <a:solidFill>
              <a:srgbClr val="DF44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3" name="object 28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53405" y="4420702"/>
              <a:ext cx="152399" cy="199902"/>
            </a:xfrm>
            <a:prstGeom prst="rect">
              <a:avLst/>
            </a:prstGeom>
          </p:spPr>
        </p:pic>
        <p:sp>
          <p:nvSpPr>
            <p:cNvPr id="284" name="object 284"/>
            <p:cNvSpPr/>
            <p:nvPr/>
          </p:nvSpPr>
          <p:spPr>
            <a:xfrm>
              <a:off x="4253405" y="4366723"/>
              <a:ext cx="152400" cy="53975"/>
            </a:xfrm>
            <a:custGeom>
              <a:avLst/>
              <a:gdLst/>
              <a:ahLst/>
              <a:cxnLst/>
              <a:rect l="l" t="t" r="r" b="b"/>
              <a:pathLst>
                <a:path w="152400" h="53975">
                  <a:moveTo>
                    <a:pt x="152399" y="53962"/>
                  </a:moveTo>
                  <a:lnTo>
                    <a:pt x="0" y="53962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53962"/>
                  </a:lnTo>
                  <a:close/>
                </a:path>
              </a:pathLst>
            </a:custGeom>
            <a:solidFill>
              <a:srgbClr val="FF6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5" name="object 285"/>
            <p:cNvSpPr/>
            <p:nvPr/>
          </p:nvSpPr>
          <p:spPr>
            <a:xfrm>
              <a:off x="4253405" y="4307069"/>
              <a:ext cx="152400" cy="59690"/>
            </a:xfrm>
            <a:custGeom>
              <a:avLst/>
              <a:gdLst/>
              <a:ahLst/>
              <a:cxnLst/>
              <a:rect l="l" t="t" r="r" b="b"/>
              <a:pathLst>
                <a:path w="152400" h="59689">
                  <a:moveTo>
                    <a:pt x="152399" y="59654"/>
                  </a:moveTo>
                  <a:lnTo>
                    <a:pt x="0" y="59654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59654"/>
                  </a:lnTo>
                  <a:close/>
                </a:path>
              </a:pathLst>
            </a:custGeom>
            <a:solidFill>
              <a:srgbClr val="9900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6" name="object 28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253405" y="4027443"/>
              <a:ext cx="152399" cy="279625"/>
            </a:xfrm>
            <a:prstGeom prst="rect">
              <a:avLst/>
            </a:prstGeom>
          </p:spPr>
        </p:pic>
        <p:sp>
          <p:nvSpPr>
            <p:cNvPr id="287" name="object 287"/>
            <p:cNvSpPr/>
            <p:nvPr/>
          </p:nvSpPr>
          <p:spPr>
            <a:xfrm>
              <a:off x="4253405" y="4020827"/>
              <a:ext cx="152400" cy="6985"/>
            </a:xfrm>
            <a:custGeom>
              <a:avLst/>
              <a:gdLst/>
              <a:ahLst/>
              <a:cxnLst/>
              <a:rect l="l" t="t" r="r" b="b"/>
              <a:pathLst>
                <a:path w="152400" h="6985">
                  <a:moveTo>
                    <a:pt x="152399" y="6616"/>
                  </a:moveTo>
                  <a:lnTo>
                    <a:pt x="0" y="6616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6616"/>
                  </a:lnTo>
                  <a:close/>
                </a:path>
              </a:pathLst>
            </a:custGeom>
            <a:solidFill>
              <a:srgbClr val="0A50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8" name="object 288"/>
            <p:cNvSpPr/>
            <p:nvPr/>
          </p:nvSpPr>
          <p:spPr>
            <a:xfrm>
              <a:off x="4253405" y="3942151"/>
              <a:ext cx="152400" cy="78740"/>
            </a:xfrm>
            <a:custGeom>
              <a:avLst/>
              <a:gdLst/>
              <a:ahLst/>
              <a:cxnLst/>
              <a:rect l="l" t="t" r="r" b="b"/>
              <a:pathLst>
                <a:path w="152400" h="78739">
                  <a:moveTo>
                    <a:pt x="152399" y="78676"/>
                  </a:moveTo>
                  <a:lnTo>
                    <a:pt x="0" y="78676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78676"/>
                  </a:lnTo>
                  <a:close/>
                </a:path>
              </a:pathLst>
            </a:custGeom>
            <a:solidFill>
              <a:srgbClr val="FDB0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9" name="object 289"/>
          <p:cNvGrpSpPr/>
          <p:nvPr/>
        </p:nvGrpSpPr>
        <p:grpSpPr>
          <a:xfrm>
            <a:off x="4457043" y="4285007"/>
            <a:ext cx="356235" cy="483870"/>
            <a:chOff x="4457043" y="4285007"/>
            <a:chExt cx="356235" cy="483870"/>
          </a:xfrm>
        </p:grpSpPr>
        <p:sp>
          <p:nvSpPr>
            <p:cNvPr id="290" name="object 290"/>
            <p:cNvSpPr/>
            <p:nvPr/>
          </p:nvSpPr>
          <p:spPr>
            <a:xfrm>
              <a:off x="4660681" y="4306493"/>
              <a:ext cx="152400" cy="462915"/>
            </a:xfrm>
            <a:custGeom>
              <a:avLst/>
              <a:gdLst/>
              <a:ahLst/>
              <a:cxnLst/>
              <a:rect l="l" t="t" r="r" b="b"/>
              <a:pathLst>
                <a:path w="152400" h="462914">
                  <a:moveTo>
                    <a:pt x="152400" y="462356"/>
                  </a:moveTo>
                  <a:lnTo>
                    <a:pt x="0" y="462356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462356"/>
                  </a:lnTo>
                  <a:close/>
                </a:path>
              </a:pathLst>
            </a:custGeom>
            <a:solidFill>
              <a:srgbClr val="0090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1" name="object 291"/>
            <p:cNvSpPr/>
            <p:nvPr/>
          </p:nvSpPr>
          <p:spPr>
            <a:xfrm>
              <a:off x="4457043" y="4285007"/>
              <a:ext cx="152400" cy="483870"/>
            </a:xfrm>
            <a:custGeom>
              <a:avLst/>
              <a:gdLst/>
              <a:ahLst/>
              <a:cxnLst/>
              <a:rect l="l" t="t" r="r" b="b"/>
              <a:pathLst>
                <a:path w="152400" h="483870">
                  <a:moveTo>
                    <a:pt x="152399" y="483842"/>
                  </a:moveTo>
                  <a:lnTo>
                    <a:pt x="0" y="483842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483842"/>
                  </a:lnTo>
                  <a:close/>
                </a:path>
              </a:pathLst>
            </a:custGeom>
            <a:solidFill>
              <a:srgbClr val="FDB0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2" name="object 292"/>
          <p:cNvGrpSpPr/>
          <p:nvPr/>
        </p:nvGrpSpPr>
        <p:grpSpPr>
          <a:xfrm>
            <a:off x="4864318" y="4310052"/>
            <a:ext cx="1374775" cy="459105"/>
            <a:chOff x="4864318" y="4310052"/>
            <a:chExt cx="1374775" cy="459105"/>
          </a:xfrm>
        </p:grpSpPr>
        <p:sp>
          <p:nvSpPr>
            <p:cNvPr id="293" name="object 293"/>
            <p:cNvSpPr/>
            <p:nvPr/>
          </p:nvSpPr>
          <p:spPr>
            <a:xfrm>
              <a:off x="4864315" y="4310062"/>
              <a:ext cx="763905" cy="459105"/>
            </a:xfrm>
            <a:custGeom>
              <a:avLst/>
              <a:gdLst/>
              <a:ahLst/>
              <a:cxnLst/>
              <a:rect l="l" t="t" r="r" b="b"/>
              <a:pathLst>
                <a:path w="763904" h="459104">
                  <a:moveTo>
                    <a:pt x="152400" y="0"/>
                  </a:moveTo>
                  <a:lnTo>
                    <a:pt x="0" y="0"/>
                  </a:lnTo>
                  <a:lnTo>
                    <a:pt x="0" y="458800"/>
                  </a:lnTo>
                  <a:lnTo>
                    <a:pt x="152400" y="458800"/>
                  </a:lnTo>
                  <a:lnTo>
                    <a:pt x="152400" y="0"/>
                  </a:lnTo>
                  <a:close/>
                </a:path>
                <a:path w="763904" h="459104">
                  <a:moveTo>
                    <a:pt x="763308" y="135051"/>
                  </a:moveTo>
                  <a:lnTo>
                    <a:pt x="610908" y="135051"/>
                  </a:lnTo>
                  <a:lnTo>
                    <a:pt x="610908" y="458800"/>
                  </a:lnTo>
                  <a:lnTo>
                    <a:pt x="763308" y="458800"/>
                  </a:lnTo>
                  <a:lnTo>
                    <a:pt x="763308" y="135051"/>
                  </a:lnTo>
                  <a:close/>
                </a:path>
              </a:pathLst>
            </a:custGeom>
            <a:solidFill>
              <a:srgbClr val="DF44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4" name="object 294"/>
            <p:cNvSpPr/>
            <p:nvPr/>
          </p:nvSpPr>
          <p:spPr>
            <a:xfrm>
              <a:off x="5475232" y="4418325"/>
              <a:ext cx="152400" cy="27305"/>
            </a:xfrm>
            <a:custGeom>
              <a:avLst/>
              <a:gdLst/>
              <a:ahLst/>
              <a:cxnLst/>
              <a:rect l="l" t="t" r="r" b="b"/>
              <a:pathLst>
                <a:path w="152400" h="27304">
                  <a:moveTo>
                    <a:pt x="152399" y="26787"/>
                  </a:moveTo>
                  <a:lnTo>
                    <a:pt x="0" y="26787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26787"/>
                  </a:lnTo>
                  <a:close/>
                </a:path>
              </a:pathLst>
            </a:custGeom>
            <a:solidFill>
              <a:srgbClr val="FF6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5" name="object 295"/>
            <p:cNvSpPr/>
            <p:nvPr/>
          </p:nvSpPr>
          <p:spPr>
            <a:xfrm>
              <a:off x="6086146" y="4356482"/>
              <a:ext cx="152400" cy="412750"/>
            </a:xfrm>
            <a:custGeom>
              <a:avLst/>
              <a:gdLst/>
              <a:ahLst/>
              <a:cxnLst/>
              <a:rect l="l" t="t" r="r" b="b"/>
              <a:pathLst>
                <a:path w="152400" h="412750">
                  <a:moveTo>
                    <a:pt x="152399" y="412368"/>
                  </a:moveTo>
                  <a:lnTo>
                    <a:pt x="0" y="412368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412368"/>
                  </a:lnTo>
                  <a:close/>
                </a:path>
              </a:pathLst>
            </a:custGeom>
            <a:solidFill>
              <a:srgbClr val="9900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6" name="object 296"/>
            <p:cNvSpPr/>
            <p:nvPr/>
          </p:nvSpPr>
          <p:spPr>
            <a:xfrm>
              <a:off x="5475232" y="4348658"/>
              <a:ext cx="152400" cy="69850"/>
            </a:xfrm>
            <a:custGeom>
              <a:avLst/>
              <a:gdLst/>
              <a:ahLst/>
              <a:cxnLst/>
              <a:rect l="l" t="t" r="r" b="b"/>
              <a:pathLst>
                <a:path w="152400" h="69850">
                  <a:moveTo>
                    <a:pt x="152399" y="69666"/>
                  </a:moveTo>
                  <a:lnTo>
                    <a:pt x="0" y="69666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69666"/>
                  </a:lnTo>
                  <a:close/>
                </a:path>
              </a:pathLst>
            </a:custGeom>
            <a:solidFill>
              <a:srgbClr val="0C3C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7" name="object 297"/>
            <p:cNvSpPr/>
            <p:nvPr/>
          </p:nvSpPr>
          <p:spPr>
            <a:xfrm>
              <a:off x="5067947" y="4338853"/>
              <a:ext cx="967105" cy="430530"/>
            </a:xfrm>
            <a:custGeom>
              <a:avLst/>
              <a:gdLst/>
              <a:ahLst/>
              <a:cxnLst/>
              <a:rect l="l" t="t" r="r" b="b"/>
              <a:pathLst>
                <a:path w="967104" h="430529">
                  <a:moveTo>
                    <a:pt x="152400" y="0"/>
                  </a:moveTo>
                  <a:lnTo>
                    <a:pt x="0" y="0"/>
                  </a:lnTo>
                  <a:lnTo>
                    <a:pt x="0" y="430009"/>
                  </a:lnTo>
                  <a:lnTo>
                    <a:pt x="152400" y="430009"/>
                  </a:lnTo>
                  <a:lnTo>
                    <a:pt x="152400" y="0"/>
                  </a:lnTo>
                  <a:close/>
                </a:path>
                <a:path w="967104" h="430529">
                  <a:moveTo>
                    <a:pt x="356044" y="254"/>
                  </a:moveTo>
                  <a:lnTo>
                    <a:pt x="203644" y="254"/>
                  </a:lnTo>
                  <a:lnTo>
                    <a:pt x="203644" y="430009"/>
                  </a:lnTo>
                  <a:lnTo>
                    <a:pt x="356044" y="430009"/>
                  </a:lnTo>
                  <a:lnTo>
                    <a:pt x="356044" y="254"/>
                  </a:lnTo>
                  <a:close/>
                </a:path>
                <a:path w="967104" h="430529">
                  <a:moveTo>
                    <a:pt x="763320" y="10337"/>
                  </a:moveTo>
                  <a:lnTo>
                    <a:pt x="610920" y="10337"/>
                  </a:lnTo>
                  <a:lnTo>
                    <a:pt x="610920" y="430009"/>
                  </a:lnTo>
                  <a:lnTo>
                    <a:pt x="763320" y="430009"/>
                  </a:lnTo>
                  <a:lnTo>
                    <a:pt x="763320" y="10337"/>
                  </a:lnTo>
                  <a:close/>
                </a:path>
                <a:path w="967104" h="430529">
                  <a:moveTo>
                    <a:pt x="966952" y="16738"/>
                  </a:moveTo>
                  <a:lnTo>
                    <a:pt x="814552" y="16738"/>
                  </a:lnTo>
                  <a:lnTo>
                    <a:pt x="814552" y="430009"/>
                  </a:lnTo>
                  <a:lnTo>
                    <a:pt x="966952" y="430009"/>
                  </a:lnTo>
                  <a:lnTo>
                    <a:pt x="966952" y="16738"/>
                  </a:lnTo>
                  <a:close/>
                </a:path>
              </a:pathLst>
            </a:custGeom>
            <a:solidFill>
              <a:srgbClr val="FDB0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8" name="object 298"/>
          <p:cNvGrpSpPr/>
          <p:nvPr/>
        </p:nvGrpSpPr>
        <p:grpSpPr>
          <a:xfrm>
            <a:off x="4167187" y="5535612"/>
            <a:ext cx="2367280" cy="85725"/>
            <a:chOff x="4167187" y="5535612"/>
            <a:chExt cx="2367280" cy="85725"/>
          </a:xfrm>
        </p:grpSpPr>
        <p:sp>
          <p:nvSpPr>
            <p:cNvPr id="299" name="object 299"/>
            <p:cNvSpPr/>
            <p:nvPr/>
          </p:nvSpPr>
          <p:spPr>
            <a:xfrm>
              <a:off x="4171950" y="5540375"/>
              <a:ext cx="2362200" cy="76200"/>
            </a:xfrm>
            <a:custGeom>
              <a:avLst/>
              <a:gdLst/>
              <a:ahLst/>
              <a:cxnLst/>
              <a:rect l="l" t="t" r="r" b="b"/>
              <a:pathLst>
                <a:path w="2362200" h="76200">
                  <a:moveTo>
                    <a:pt x="2329152" y="76199"/>
                  </a:moveTo>
                  <a:lnTo>
                    <a:pt x="33047" y="76199"/>
                  </a:lnTo>
                  <a:lnTo>
                    <a:pt x="28187" y="75233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100" y="0"/>
                  </a:lnTo>
                  <a:lnTo>
                    <a:pt x="2329152" y="0"/>
                  </a:lnTo>
                  <a:lnTo>
                    <a:pt x="2361233" y="28187"/>
                  </a:lnTo>
                  <a:lnTo>
                    <a:pt x="2362199" y="33047"/>
                  </a:lnTo>
                  <a:lnTo>
                    <a:pt x="2362199" y="43152"/>
                  </a:lnTo>
                  <a:lnTo>
                    <a:pt x="2334012" y="75233"/>
                  </a:lnTo>
                  <a:lnTo>
                    <a:pt x="2329152" y="76199"/>
                  </a:lnTo>
                  <a:close/>
                </a:path>
              </a:pathLst>
            </a:custGeom>
            <a:solidFill>
              <a:srgbClr val="E1E1E1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0" name="object 30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67187" y="5535612"/>
              <a:ext cx="138329" cy="85725"/>
            </a:xfrm>
            <a:prstGeom prst="rect">
              <a:avLst/>
            </a:prstGeom>
          </p:spPr>
        </p:pic>
      </p:grpSp>
      <p:pic>
        <p:nvPicPr>
          <p:cNvPr id="301" name="object 30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77360" y="3402838"/>
            <a:ext cx="95249" cy="95249"/>
          </a:xfrm>
          <a:prstGeom prst="rect">
            <a:avLst/>
          </a:prstGeom>
        </p:spPr>
      </p:pic>
      <p:pic>
        <p:nvPicPr>
          <p:cNvPr id="302" name="object 30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72735" y="3402838"/>
            <a:ext cx="95249" cy="95249"/>
          </a:xfrm>
          <a:prstGeom prst="rect">
            <a:avLst/>
          </a:prstGeom>
        </p:spPr>
      </p:pic>
      <p:sp>
        <p:nvSpPr>
          <p:cNvPr id="303" name="object 303"/>
          <p:cNvSpPr txBox="1"/>
          <p:nvPr/>
        </p:nvSpPr>
        <p:spPr>
          <a:xfrm>
            <a:off x="3692525" y="2857563"/>
            <a:ext cx="2600325" cy="67627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355"/>
              </a:spcBef>
            </a:pP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Sum </a:t>
            </a:r>
            <a:r>
              <a:rPr sz="1400" spc="-85" dirty="0">
                <a:solidFill>
                  <a:srgbClr val="252423"/>
                </a:solidFill>
                <a:latin typeface="Tahoma"/>
                <a:cs typeface="Tahoma"/>
              </a:rPr>
              <a:t>of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55" dirty="0">
                <a:solidFill>
                  <a:srgbClr val="252423"/>
                </a:solidFill>
                <a:latin typeface="Tahoma"/>
                <a:cs typeface="Tahoma"/>
              </a:rPr>
              <a:t>totvotpoll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 by</a:t>
            </a:r>
            <a:r>
              <a:rPr sz="1400" spc="-7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95" dirty="0">
                <a:solidFill>
                  <a:srgbClr val="252423"/>
                </a:solidFill>
                <a:latin typeface="Tahoma"/>
                <a:cs typeface="Tahoma"/>
              </a:rPr>
              <a:t>cand_name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 and </a:t>
            </a:r>
            <a:r>
              <a:rPr sz="1400" spc="-10" dirty="0">
                <a:solidFill>
                  <a:srgbClr val="252423"/>
                </a:solidFill>
                <a:latin typeface="Tahoma"/>
                <a:cs typeface="Tahoma"/>
              </a:rPr>
              <a:t>st_name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  <a:tabLst>
                <a:tab pos="697230" algn="l"/>
                <a:tab pos="1798955" algn="l"/>
              </a:tabLst>
            </a:pPr>
            <a:r>
              <a:rPr sz="1000" b="1" spc="-10" dirty="0">
                <a:solidFill>
                  <a:srgbClr val="605D5C"/>
                </a:solidFill>
                <a:latin typeface="Segoe UI"/>
                <a:cs typeface="Segoe UI"/>
              </a:rPr>
              <a:t>st_name</a:t>
            </a:r>
            <a:r>
              <a:rPr sz="1000" b="1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Andaman</a:t>
            </a:r>
            <a:r>
              <a:rPr sz="1000" spc="-2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&amp;</a:t>
            </a:r>
            <a:r>
              <a:rPr sz="1000" spc="-2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000" spc="-25" dirty="0">
                <a:solidFill>
                  <a:srgbClr val="605D5C"/>
                </a:solidFill>
                <a:latin typeface="Segoe UI"/>
                <a:cs typeface="Segoe UI"/>
              </a:rPr>
              <a:t>Ni…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	Andhra</a:t>
            </a:r>
            <a:r>
              <a:rPr sz="1000" spc="-2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000" spc="-20" dirty="0">
                <a:solidFill>
                  <a:srgbClr val="605D5C"/>
                </a:solidFill>
                <a:latin typeface="Segoe UI"/>
                <a:cs typeface="Segoe UI"/>
              </a:rPr>
              <a:t>Pra…</a:t>
            </a:r>
            <a:endParaRPr sz="1000">
              <a:latin typeface="Segoe UI"/>
              <a:cs typeface="Segoe UI"/>
            </a:endParaRPr>
          </a:p>
        </p:txBody>
      </p:sp>
      <p:pic>
        <p:nvPicPr>
          <p:cNvPr id="304" name="object 30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355556" y="3362325"/>
            <a:ext cx="90487" cy="161925"/>
          </a:xfrm>
          <a:prstGeom prst="rect">
            <a:avLst/>
          </a:prstGeom>
        </p:spPr>
      </p:pic>
      <p:sp>
        <p:nvSpPr>
          <p:cNvPr id="305" name="object 305"/>
          <p:cNvSpPr/>
          <p:nvPr/>
        </p:nvSpPr>
        <p:spPr>
          <a:xfrm>
            <a:off x="7429500" y="52546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6" name="object 306"/>
          <p:cNvSpPr/>
          <p:nvPr/>
        </p:nvSpPr>
        <p:spPr>
          <a:xfrm>
            <a:off x="7486650" y="52546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7" name="object 307"/>
          <p:cNvSpPr/>
          <p:nvPr/>
        </p:nvSpPr>
        <p:spPr>
          <a:xfrm>
            <a:off x="7543800" y="52546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8" name="object 308"/>
          <p:cNvSpPr/>
          <p:nvPr/>
        </p:nvSpPr>
        <p:spPr>
          <a:xfrm>
            <a:off x="8115300" y="52546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9" name="object 309"/>
          <p:cNvSpPr/>
          <p:nvPr/>
        </p:nvSpPr>
        <p:spPr>
          <a:xfrm>
            <a:off x="8172450" y="5254637"/>
            <a:ext cx="180975" cy="9525"/>
          </a:xfrm>
          <a:custGeom>
            <a:avLst/>
            <a:gdLst/>
            <a:ahLst/>
            <a:cxnLst/>
            <a:rect l="l" t="t" r="r" b="b"/>
            <a:pathLst>
              <a:path w="18097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18097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180975" h="95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180975" h="9525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0" name="object 310"/>
          <p:cNvSpPr/>
          <p:nvPr/>
        </p:nvSpPr>
        <p:spPr>
          <a:xfrm>
            <a:off x="8401050" y="5254637"/>
            <a:ext cx="180975" cy="9525"/>
          </a:xfrm>
          <a:custGeom>
            <a:avLst/>
            <a:gdLst/>
            <a:ahLst/>
            <a:cxnLst/>
            <a:rect l="l" t="t" r="r" b="b"/>
            <a:pathLst>
              <a:path w="18097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18097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180975" h="95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180975" h="9525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1" name="object 311"/>
          <p:cNvSpPr/>
          <p:nvPr/>
        </p:nvSpPr>
        <p:spPr>
          <a:xfrm>
            <a:off x="8629650" y="52546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2" name="object 312"/>
          <p:cNvSpPr/>
          <p:nvPr/>
        </p:nvSpPr>
        <p:spPr>
          <a:xfrm>
            <a:off x="8686800" y="5254637"/>
            <a:ext cx="466725" cy="9525"/>
          </a:xfrm>
          <a:custGeom>
            <a:avLst/>
            <a:gdLst/>
            <a:ahLst/>
            <a:cxnLst/>
            <a:rect l="l" t="t" r="r" b="b"/>
            <a:pathLst>
              <a:path w="46672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46672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466725" h="95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466725" h="9525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  <a:path w="466725" h="9525">
                <a:moveTo>
                  <a:pt x="238125" y="0"/>
                </a:moveTo>
                <a:lnTo>
                  <a:pt x="228600" y="0"/>
                </a:lnTo>
                <a:lnTo>
                  <a:pt x="228600" y="9525"/>
                </a:lnTo>
                <a:lnTo>
                  <a:pt x="238125" y="9525"/>
                </a:lnTo>
                <a:lnTo>
                  <a:pt x="238125" y="0"/>
                </a:lnTo>
                <a:close/>
              </a:path>
              <a:path w="466725" h="9525">
                <a:moveTo>
                  <a:pt x="295275" y="0"/>
                </a:moveTo>
                <a:lnTo>
                  <a:pt x="285750" y="0"/>
                </a:lnTo>
                <a:lnTo>
                  <a:pt x="285750" y="9525"/>
                </a:lnTo>
                <a:lnTo>
                  <a:pt x="295275" y="9525"/>
                </a:lnTo>
                <a:lnTo>
                  <a:pt x="295275" y="0"/>
                </a:lnTo>
                <a:close/>
              </a:path>
              <a:path w="466725" h="9525">
                <a:moveTo>
                  <a:pt x="352425" y="0"/>
                </a:moveTo>
                <a:lnTo>
                  <a:pt x="342900" y="0"/>
                </a:lnTo>
                <a:lnTo>
                  <a:pt x="342900" y="9525"/>
                </a:lnTo>
                <a:lnTo>
                  <a:pt x="352425" y="9525"/>
                </a:lnTo>
                <a:lnTo>
                  <a:pt x="352425" y="0"/>
                </a:lnTo>
                <a:close/>
              </a:path>
              <a:path w="466725" h="9525">
                <a:moveTo>
                  <a:pt x="409575" y="0"/>
                </a:moveTo>
                <a:lnTo>
                  <a:pt x="400050" y="0"/>
                </a:lnTo>
                <a:lnTo>
                  <a:pt x="400050" y="9525"/>
                </a:lnTo>
                <a:lnTo>
                  <a:pt x="409575" y="9525"/>
                </a:lnTo>
                <a:lnTo>
                  <a:pt x="409575" y="0"/>
                </a:lnTo>
                <a:close/>
              </a:path>
              <a:path w="466725" h="9525">
                <a:moveTo>
                  <a:pt x="466725" y="0"/>
                </a:moveTo>
                <a:lnTo>
                  <a:pt x="457200" y="0"/>
                </a:lnTo>
                <a:lnTo>
                  <a:pt x="457200" y="9525"/>
                </a:lnTo>
                <a:lnTo>
                  <a:pt x="466725" y="9525"/>
                </a:lnTo>
                <a:lnTo>
                  <a:pt x="46672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3" name="object 313"/>
          <p:cNvSpPr/>
          <p:nvPr/>
        </p:nvSpPr>
        <p:spPr>
          <a:xfrm>
            <a:off x="9201150" y="5254637"/>
            <a:ext cx="466725" cy="9525"/>
          </a:xfrm>
          <a:custGeom>
            <a:avLst/>
            <a:gdLst/>
            <a:ahLst/>
            <a:cxnLst/>
            <a:rect l="l" t="t" r="r" b="b"/>
            <a:pathLst>
              <a:path w="46672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46672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466725" h="95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466725" h="9525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  <a:path w="466725" h="9525">
                <a:moveTo>
                  <a:pt x="238125" y="0"/>
                </a:moveTo>
                <a:lnTo>
                  <a:pt x="228600" y="0"/>
                </a:lnTo>
                <a:lnTo>
                  <a:pt x="228600" y="9525"/>
                </a:lnTo>
                <a:lnTo>
                  <a:pt x="238125" y="9525"/>
                </a:lnTo>
                <a:lnTo>
                  <a:pt x="238125" y="0"/>
                </a:lnTo>
                <a:close/>
              </a:path>
              <a:path w="466725" h="9525">
                <a:moveTo>
                  <a:pt x="295275" y="0"/>
                </a:moveTo>
                <a:lnTo>
                  <a:pt x="285750" y="0"/>
                </a:lnTo>
                <a:lnTo>
                  <a:pt x="285750" y="9525"/>
                </a:lnTo>
                <a:lnTo>
                  <a:pt x="295275" y="9525"/>
                </a:lnTo>
                <a:lnTo>
                  <a:pt x="295275" y="0"/>
                </a:lnTo>
                <a:close/>
              </a:path>
              <a:path w="466725" h="9525">
                <a:moveTo>
                  <a:pt x="352425" y="0"/>
                </a:moveTo>
                <a:lnTo>
                  <a:pt x="342900" y="0"/>
                </a:lnTo>
                <a:lnTo>
                  <a:pt x="342900" y="9525"/>
                </a:lnTo>
                <a:lnTo>
                  <a:pt x="352425" y="9525"/>
                </a:lnTo>
                <a:lnTo>
                  <a:pt x="352425" y="0"/>
                </a:lnTo>
                <a:close/>
              </a:path>
              <a:path w="466725" h="9525">
                <a:moveTo>
                  <a:pt x="409575" y="0"/>
                </a:moveTo>
                <a:lnTo>
                  <a:pt x="400050" y="0"/>
                </a:lnTo>
                <a:lnTo>
                  <a:pt x="400050" y="9525"/>
                </a:lnTo>
                <a:lnTo>
                  <a:pt x="409575" y="9525"/>
                </a:lnTo>
                <a:lnTo>
                  <a:pt x="409575" y="0"/>
                </a:lnTo>
                <a:close/>
              </a:path>
              <a:path w="466725" h="9525">
                <a:moveTo>
                  <a:pt x="466725" y="0"/>
                </a:moveTo>
                <a:lnTo>
                  <a:pt x="457200" y="0"/>
                </a:lnTo>
                <a:lnTo>
                  <a:pt x="457200" y="9525"/>
                </a:lnTo>
                <a:lnTo>
                  <a:pt x="466725" y="9525"/>
                </a:lnTo>
                <a:lnTo>
                  <a:pt x="46672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4" name="object 314"/>
          <p:cNvSpPr/>
          <p:nvPr/>
        </p:nvSpPr>
        <p:spPr>
          <a:xfrm>
            <a:off x="9715500" y="52546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5" name="object 315"/>
          <p:cNvSpPr/>
          <p:nvPr/>
        </p:nvSpPr>
        <p:spPr>
          <a:xfrm>
            <a:off x="9772650" y="52546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6" name="object 316"/>
          <p:cNvSpPr/>
          <p:nvPr/>
        </p:nvSpPr>
        <p:spPr>
          <a:xfrm>
            <a:off x="9829800" y="52546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7" name="object 317"/>
          <p:cNvSpPr/>
          <p:nvPr/>
        </p:nvSpPr>
        <p:spPr>
          <a:xfrm>
            <a:off x="7600950" y="4196295"/>
            <a:ext cx="466725" cy="1068070"/>
          </a:xfrm>
          <a:custGeom>
            <a:avLst/>
            <a:gdLst/>
            <a:ahLst/>
            <a:cxnLst/>
            <a:rect l="l" t="t" r="r" b="b"/>
            <a:pathLst>
              <a:path w="466725" h="1068070">
                <a:moveTo>
                  <a:pt x="9525" y="1058341"/>
                </a:moveTo>
                <a:lnTo>
                  <a:pt x="0" y="1058341"/>
                </a:lnTo>
                <a:lnTo>
                  <a:pt x="0" y="1067866"/>
                </a:lnTo>
                <a:lnTo>
                  <a:pt x="9525" y="1067866"/>
                </a:lnTo>
                <a:lnTo>
                  <a:pt x="9525" y="1058341"/>
                </a:lnTo>
                <a:close/>
              </a:path>
              <a:path w="466725" h="1068070">
                <a:moveTo>
                  <a:pt x="9525" y="529170"/>
                </a:moveTo>
                <a:lnTo>
                  <a:pt x="0" y="529170"/>
                </a:lnTo>
                <a:lnTo>
                  <a:pt x="0" y="538695"/>
                </a:lnTo>
                <a:lnTo>
                  <a:pt x="9525" y="538695"/>
                </a:lnTo>
                <a:lnTo>
                  <a:pt x="9525" y="529170"/>
                </a:lnTo>
                <a:close/>
              </a:path>
              <a:path w="466725" h="1068070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466725" h="1068070">
                <a:moveTo>
                  <a:pt x="66675" y="1058341"/>
                </a:moveTo>
                <a:lnTo>
                  <a:pt x="57150" y="1058341"/>
                </a:lnTo>
                <a:lnTo>
                  <a:pt x="57150" y="1067866"/>
                </a:lnTo>
                <a:lnTo>
                  <a:pt x="66675" y="1067866"/>
                </a:lnTo>
                <a:lnTo>
                  <a:pt x="66675" y="1058341"/>
                </a:lnTo>
                <a:close/>
              </a:path>
              <a:path w="466725" h="1068070">
                <a:moveTo>
                  <a:pt x="123825" y="1058341"/>
                </a:moveTo>
                <a:lnTo>
                  <a:pt x="114300" y="1058341"/>
                </a:lnTo>
                <a:lnTo>
                  <a:pt x="114300" y="1067866"/>
                </a:lnTo>
                <a:lnTo>
                  <a:pt x="123825" y="1067866"/>
                </a:lnTo>
                <a:lnTo>
                  <a:pt x="123825" y="1058341"/>
                </a:lnTo>
                <a:close/>
              </a:path>
              <a:path w="466725" h="1068070">
                <a:moveTo>
                  <a:pt x="180975" y="1058341"/>
                </a:moveTo>
                <a:lnTo>
                  <a:pt x="171450" y="1058341"/>
                </a:lnTo>
                <a:lnTo>
                  <a:pt x="171450" y="1067866"/>
                </a:lnTo>
                <a:lnTo>
                  <a:pt x="180975" y="1067866"/>
                </a:lnTo>
                <a:lnTo>
                  <a:pt x="180975" y="1058341"/>
                </a:lnTo>
                <a:close/>
              </a:path>
              <a:path w="466725" h="1068070">
                <a:moveTo>
                  <a:pt x="238125" y="1058341"/>
                </a:moveTo>
                <a:lnTo>
                  <a:pt x="228600" y="1058341"/>
                </a:lnTo>
                <a:lnTo>
                  <a:pt x="228600" y="1067866"/>
                </a:lnTo>
                <a:lnTo>
                  <a:pt x="238125" y="1067866"/>
                </a:lnTo>
                <a:lnTo>
                  <a:pt x="238125" y="1058341"/>
                </a:lnTo>
                <a:close/>
              </a:path>
              <a:path w="466725" h="1068070">
                <a:moveTo>
                  <a:pt x="295275" y="1058341"/>
                </a:moveTo>
                <a:lnTo>
                  <a:pt x="285750" y="1058341"/>
                </a:lnTo>
                <a:lnTo>
                  <a:pt x="285750" y="1067866"/>
                </a:lnTo>
                <a:lnTo>
                  <a:pt x="295275" y="1067866"/>
                </a:lnTo>
                <a:lnTo>
                  <a:pt x="295275" y="1058341"/>
                </a:lnTo>
                <a:close/>
              </a:path>
              <a:path w="466725" h="1068070">
                <a:moveTo>
                  <a:pt x="295275" y="529170"/>
                </a:moveTo>
                <a:lnTo>
                  <a:pt x="285750" y="529170"/>
                </a:lnTo>
                <a:lnTo>
                  <a:pt x="285750" y="538695"/>
                </a:lnTo>
                <a:lnTo>
                  <a:pt x="295275" y="538695"/>
                </a:lnTo>
                <a:lnTo>
                  <a:pt x="295275" y="529170"/>
                </a:lnTo>
                <a:close/>
              </a:path>
              <a:path w="466725" h="1068070">
                <a:moveTo>
                  <a:pt x="295275" y="0"/>
                </a:moveTo>
                <a:lnTo>
                  <a:pt x="285750" y="0"/>
                </a:lnTo>
                <a:lnTo>
                  <a:pt x="285750" y="9525"/>
                </a:lnTo>
                <a:lnTo>
                  <a:pt x="295275" y="9525"/>
                </a:lnTo>
                <a:lnTo>
                  <a:pt x="295275" y="0"/>
                </a:lnTo>
                <a:close/>
              </a:path>
              <a:path w="466725" h="1068070">
                <a:moveTo>
                  <a:pt x="352425" y="1058341"/>
                </a:moveTo>
                <a:lnTo>
                  <a:pt x="342900" y="1058341"/>
                </a:lnTo>
                <a:lnTo>
                  <a:pt x="342900" y="1067866"/>
                </a:lnTo>
                <a:lnTo>
                  <a:pt x="352425" y="1067866"/>
                </a:lnTo>
                <a:lnTo>
                  <a:pt x="352425" y="1058341"/>
                </a:lnTo>
                <a:close/>
              </a:path>
              <a:path w="466725" h="1068070">
                <a:moveTo>
                  <a:pt x="409575" y="1058341"/>
                </a:moveTo>
                <a:lnTo>
                  <a:pt x="400050" y="1058341"/>
                </a:lnTo>
                <a:lnTo>
                  <a:pt x="400050" y="1067866"/>
                </a:lnTo>
                <a:lnTo>
                  <a:pt x="409575" y="1067866"/>
                </a:lnTo>
                <a:lnTo>
                  <a:pt x="409575" y="1058341"/>
                </a:lnTo>
                <a:close/>
              </a:path>
              <a:path w="466725" h="1068070">
                <a:moveTo>
                  <a:pt x="466725" y="1058341"/>
                </a:moveTo>
                <a:lnTo>
                  <a:pt x="457200" y="1058341"/>
                </a:lnTo>
                <a:lnTo>
                  <a:pt x="457200" y="1067866"/>
                </a:lnTo>
                <a:lnTo>
                  <a:pt x="466725" y="1067866"/>
                </a:lnTo>
                <a:lnTo>
                  <a:pt x="466725" y="1058341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8" name="object 318"/>
          <p:cNvSpPr txBox="1"/>
          <p:nvPr/>
        </p:nvSpPr>
        <p:spPr>
          <a:xfrm>
            <a:off x="7127924" y="5168999"/>
            <a:ext cx="2190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0bn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19" name="object 319"/>
          <p:cNvSpPr/>
          <p:nvPr/>
        </p:nvSpPr>
        <p:spPr>
          <a:xfrm>
            <a:off x="742950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0" name="object 320"/>
          <p:cNvSpPr/>
          <p:nvPr/>
        </p:nvSpPr>
        <p:spPr>
          <a:xfrm>
            <a:off x="748665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1" name="object 321"/>
          <p:cNvSpPr/>
          <p:nvPr/>
        </p:nvSpPr>
        <p:spPr>
          <a:xfrm>
            <a:off x="754380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2" name="object 322"/>
          <p:cNvSpPr/>
          <p:nvPr/>
        </p:nvSpPr>
        <p:spPr>
          <a:xfrm>
            <a:off x="794385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3" name="object 323"/>
          <p:cNvSpPr/>
          <p:nvPr/>
        </p:nvSpPr>
        <p:spPr>
          <a:xfrm>
            <a:off x="800100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4" name="object 324"/>
          <p:cNvSpPr/>
          <p:nvPr/>
        </p:nvSpPr>
        <p:spPr>
          <a:xfrm>
            <a:off x="805815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5" name="object 325"/>
          <p:cNvSpPr/>
          <p:nvPr/>
        </p:nvSpPr>
        <p:spPr>
          <a:xfrm>
            <a:off x="811530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6" name="object 326"/>
          <p:cNvSpPr/>
          <p:nvPr/>
        </p:nvSpPr>
        <p:spPr>
          <a:xfrm>
            <a:off x="817245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7" name="object 327"/>
          <p:cNvSpPr/>
          <p:nvPr/>
        </p:nvSpPr>
        <p:spPr>
          <a:xfrm>
            <a:off x="822960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8" name="object 328"/>
          <p:cNvSpPr/>
          <p:nvPr/>
        </p:nvSpPr>
        <p:spPr>
          <a:xfrm>
            <a:off x="828675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9" name="object 329"/>
          <p:cNvSpPr/>
          <p:nvPr/>
        </p:nvSpPr>
        <p:spPr>
          <a:xfrm>
            <a:off x="834390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0" name="object 330"/>
          <p:cNvSpPr/>
          <p:nvPr/>
        </p:nvSpPr>
        <p:spPr>
          <a:xfrm>
            <a:off x="840105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1" name="object 331"/>
          <p:cNvSpPr/>
          <p:nvPr/>
        </p:nvSpPr>
        <p:spPr>
          <a:xfrm>
            <a:off x="845820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2" name="object 332"/>
          <p:cNvSpPr/>
          <p:nvPr/>
        </p:nvSpPr>
        <p:spPr>
          <a:xfrm>
            <a:off x="851535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3" name="object 333"/>
          <p:cNvSpPr/>
          <p:nvPr/>
        </p:nvSpPr>
        <p:spPr>
          <a:xfrm>
            <a:off x="857250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4" name="object 334"/>
          <p:cNvSpPr/>
          <p:nvPr/>
        </p:nvSpPr>
        <p:spPr>
          <a:xfrm>
            <a:off x="862965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5" name="object 335"/>
          <p:cNvSpPr/>
          <p:nvPr/>
        </p:nvSpPr>
        <p:spPr>
          <a:xfrm>
            <a:off x="868680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6" name="object 336"/>
          <p:cNvSpPr/>
          <p:nvPr/>
        </p:nvSpPr>
        <p:spPr>
          <a:xfrm>
            <a:off x="874395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7" name="object 337"/>
          <p:cNvSpPr/>
          <p:nvPr/>
        </p:nvSpPr>
        <p:spPr>
          <a:xfrm>
            <a:off x="880110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8" name="object 338"/>
          <p:cNvSpPr/>
          <p:nvPr/>
        </p:nvSpPr>
        <p:spPr>
          <a:xfrm>
            <a:off x="885825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9" name="object 339"/>
          <p:cNvSpPr/>
          <p:nvPr/>
        </p:nvSpPr>
        <p:spPr>
          <a:xfrm>
            <a:off x="891540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0" name="object 340"/>
          <p:cNvSpPr/>
          <p:nvPr/>
        </p:nvSpPr>
        <p:spPr>
          <a:xfrm>
            <a:off x="897255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1" name="object 341"/>
          <p:cNvSpPr/>
          <p:nvPr/>
        </p:nvSpPr>
        <p:spPr>
          <a:xfrm>
            <a:off x="902970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2" name="object 342"/>
          <p:cNvSpPr/>
          <p:nvPr/>
        </p:nvSpPr>
        <p:spPr>
          <a:xfrm>
            <a:off x="908685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3" name="object 343"/>
          <p:cNvSpPr/>
          <p:nvPr/>
        </p:nvSpPr>
        <p:spPr>
          <a:xfrm>
            <a:off x="914400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4" name="object 344"/>
          <p:cNvSpPr/>
          <p:nvPr/>
        </p:nvSpPr>
        <p:spPr>
          <a:xfrm>
            <a:off x="920115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5" name="object 345"/>
          <p:cNvSpPr/>
          <p:nvPr/>
        </p:nvSpPr>
        <p:spPr>
          <a:xfrm>
            <a:off x="925830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6" name="object 346"/>
          <p:cNvSpPr/>
          <p:nvPr/>
        </p:nvSpPr>
        <p:spPr>
          <a:xfrm>
            <a:off x="931545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7" name="object 347"/>
          <p:cNvSpPr/>
          <p:nvPr/>
        </p:nvSpPr>
        <p:spPr>
          <a:xfrm>
            <a:off x="937260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8" name="object 348"/>
          <p:cNvSpPr/>
          <p:nvPr/>
        </p:nvSpPr>
        <p:spPr>
          <a:xfrm>
            <a:off x="942975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9" name="object 349"/>
          <p:cNvSpPr/>
          <p:nvPr/>
        </p:nvSpPr>
        <p:spPr>
          <a:xfrm>
            <a:off x="948690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0" name="object 350"/>
          <p:cNvSpPr/>
          <p:nvPr/>
        </p:nvSpPr>
        <p:spPr>
          <a:xfrm>
            <a:off x="954405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1" name="object 351"/>
          <p:cNvSpPr/>
          <p:nvPr/>
        </p:nvSpPr>
        <p:spPr>
          <a:xfrm>
            <a:off x="960120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2" name="object 352"/>
          <p:cNvSpPr/>
          <p:nvPr/>
        </p:nvSpPr>
        <p:spPr>
          <a:xfrm>
            <a:off x="965835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3" name="object 353"/>
          <p:cNvSpPr/>
          <p:nvPr/>
        </p:nvSpPr>
        <p:spPr>
          <a:xfrm>
            <a:off x="971550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4" name="object 354"/>
          <p:cNvSpPr/>
          <p:nvPr/>
        </p:nvSpPr>
        <p:spPr>
          <a:xfrm>
            <a:off x="977265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5" name="object 355"/>
          <p:cNvSpPr/>
          <p:nvPr/>
        </p:nvSpPr>
        <p:spPr>
          <a:xfrm>
            <a:off x="9829800" y="47254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6" name="object 356"/>
          <p:cNvSpPr txBox="1"/>
          <p:nvPr/>
        </p:nvSpPr>
        <p:spPr>
          <a:xfrm>
            <a:off x="7127924" y="4639832"/>
            <a:ext cx="2190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1bn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57" name="object 357"/>
          <p:cNvSpPr/>
          <p:nvPr/>
        </p:nvSpPr>
        <p:spPr>
          <a:xfrm>
            <a:off x="742950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8" name="object 358"/>
          <p:cNvSpPr/>
          <p:nvPr/>
        </p:nvSpPr>
        <p:spPr>
          <a:xfrm>
            <a:off x="748665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9" name="object 359"/>
          <p:cNvSpPr/>
          <p:nvPr/>
        </p:nvSpPr>
        <p:spPr>
          <a:xfrm>
            <a:off x="754380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0" name="object 360"/>
          <p:cNvSpPr/>
          <p:nvPr/>
        </p:nvSpPr>
        <p:spPr>
          <a:xfrm>
            <a:off x="794385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1" name="object 361"/>
          <p:cNvSpPr/>
          <p:nvPr/>
        </p:nvSpPr>
        <p:spPr>
          <a:xfrm>
            <a:off x="800100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2" name="object 362"/>
          <p:cNvSpPr/>
          <p:nvPr/>
        </p:nvSpPr>
        <p:spPr>
          <a:xfrm>
            <a:off x="805815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3" name="object 363"/>
          <p:cNvSpPr/>
          <p:nvPr/>
        </p:nvSpPr>
        <p:spPr>
          <a:xfrm>
            <a:off x="811530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4" name="object 364"/>
          <p:cNvSpPr/>
          <p:nvPr/>
        </p:nvSpPr>
        <p:spPr>
          <a:xfrm>
            <a:off x="817245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5" name="object 365"/>
          <p:cNvSpPr/>
          <p:nvPr/>
        </p:nvSpPr>
        <p:spPr>
          <a:xfrm>
            <a:off x="822960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6" name="object 366"/>
          <p:cNvSpPr/>
          <p:nvPr/>
        </p:nvSpPr>
        <p:spPr>
          <a:xfrm>
            <a:off x="828675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7" name="object 367"/>
          <p:cNvSpPr/>
          <p:nvPr/>
        </p:nvSpPr>
        <p:spPr>
          <a:xfrm>
            <a:off x="834390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8" name="object 368"/>
          <p:cNvSpPr/>
          <p:nvPr/>
        </p:nvSpPr>
        <p:spPr>
          <a:xfrm>
            <a:off x="840105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9" name="object 369"/>
          <p:cNvSpPr/>
          <p:nvPr/>
        </p:nvSpPr>
        <p:spPr>
          <a:xfrm>
            <a:off x="845820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0" name="object 370"/>
          <p:cNvSpPr/>
          <p:nvPr/>
        </p:nvSpPr>
        <p:spPr>
          <a:xfrm>
            <a:off x="851535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1" name="object 371"/>
          <p:cNvSpPr/>
          <p:nvPr/>
        </p:nvSpPr>
        <p:spPr>
          <a:xfrm>
            <a:off x="857250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2" name="object 372"/>
          <p:cNvSpPr/>
          <p:nvPr/>
        </p:nvSpPr>
        <p:spPr>
          <a:xfrm>
            <a:off x="862965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3" name="object 373"/>
          <p:cNvSpPr/>
          <p:nvPr/>
        </p:nvSpPr>
        <p:spPr>
          <a:xfrm>
            <a:off x="868680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4" name="object 374"/>
          <p:cNvSpPr/>
          <p:nvPr/>
        </p:nvSpPr>
        <p:spPr>
          <a:xfrm>
            <a:off x="874395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5" name="object 375"/>
          <p:cNvSpPr/>
          <p:nvPr/>
        </p:nvSpPr>
        <p:spPr>
          <a:xfrm>
            <a:off x="880110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6" name="object 376"/>
          <p:cNvSpPr/>
          <p:nvPr/>
        </p:nvSpPr>
        <p:spPr>
          <a:xfrm>
            <a:off x="885825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7" name="object 377"/>
          <p:cNvSpPr/>
          <p:nvPr/>
        </p:nvSpPr>
        <p:spPr>
          <a:xfrm>
            <a:off x="891540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8" name="object 378"/>
          <p:cNvSpPr/>
          <p:nvPr/>
        </p:nvSpPr>
        <p:spPr>
          <a:xfrm>
            <a:off x="897255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9" name="object 379"/>
          <p:cNvSpPr/>
          <p:nvPr/>
        </p:nvSpPr>
        <p:spPr>
          <a:xfrm>
            <a:off x="902970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0" name="object 380"/>
          <p:cNvSpPr/>
          <p:nvPr/>
        </p:nvSpPr>
        <p:spPr>
          <a:xfrm>
            <a:off x="908685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1" name="object 381"/>
          <p:cNvSpPr/>
          <p:nvPr/>
        </p:nvSpPr>
        <p:spPr>
          <a:xfrm>
            <a:off x="914400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2" name="object 382"/>
          <p:cNvSpPr/>
          <p:nvPr/>
        </p:nvSpPr>
        <p:spPr>
          <a:xfrm>
            <a:off x="920115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3" name="object 383"/>
          <p:cNvSpPr/>
          <p:nvPr/>
        </p:nvSpPr>
        <p:spPr>
          <a:xfrm>
            <a:off x="925830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4" name="object 384"/>
          <p:cNvSpPr/>
          <p:nvPr/>
        </p:nvSpPr>
        <p:spPr>
          <a:xfrm>
            <a:off x="931545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5" name="object 385"/>
          <p:cNvSpPr/>
          <p:nvPr/>
        </p:nvSpPr>
        <p:spPr>
          <a:xfrm>
            <a:off x="937260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6" name="object 386"/>
          <p:cNvSpPr/>
          <p:nvPr/>
        </p:nvSpPr>
        <p:spPr>
          <a:xfrm>
            <a:off x="942975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7" name="object 387"/>
          <p:cNvSpPr/>
          <p:nvPr/>
        </p:nvSpPr>
        <p:spPr>
          <a:xfrm>
            <a:off x="948690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8" name="object 388"/>
          <p:cNvSpPr/>
          <p:nvPr/>
        </p:nvSpPr>
        <p:spPr>
          <a:xfrm>
            <a:off x="954405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9" name="object 389"/>
          <p:cNvSpPr/>
          <p:nvPr/>
        </p:nvSpPr>
        <p:spPr>
          <a:xfrm>
            <a:off x="960120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0" name="object 390"/>
          <p:cNvSpPr/>
          <p:nvPr/>
        </p:nvSpPr>
        <p:spPr>
          <a:xfrm>
            <a:off x="965835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1" name="object 391"/>
          <p:cNvSpPr/>
          <p:nvPr/>
        </p:nvSpPr>
        <p:spPr>
          <a:xfrm>
            <a:off x="971550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2" name="object 392"/>
          <p:cNvSpPr/>
          <p:nvPr/>
        </p:nvSpPr>
        <p:spPr>
          <a:xfrm>
            <a:off x="977265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3" name="object 393"/>
          <p:cNvSpPr/>
          <p:nvPr/>
        </p:nvSpPr>
        <p:spPr>
          <a:xfrm>
            <a:off x="9829800" y="419629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4" name="object 394"/>
          <p:cNvSpPr txBox="1"/>
          <p:nvPr/>
        </p:nvSpPr>
        <p:spPr>
          <a:xfrm>
            <a:off x="7127924" y="4110665"/>
            <a:ext cx="2190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2bn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95" name="object 395"/>
          <p:cNvSpPr/>
          <p:nvPr/>
        </p:nvSpPr>
        <p:spPr>
          <a:xfrm>
            <a:off x="74295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6" name="object 396"/>
          <p:cNvSpPr/>
          <p:nvPr/>
        </p:nvSpPr>
        <p:spPr>
          <a:xfrm>
            <a:off x="74866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7" name="object 397"/>
          <p:cNvSpPr/>
          <p:nvPr/>
        </p:nvSpPr>
        <p:spPr>
          <a:xfrm>
            <a:off x="75438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8" name="object 398"/>
          <p:cNvSpPr/>
          <p:nvPr/>
        </p:nvSpPr>
        <p:spPr>
          <a:xfrm>
            <a:off x="76009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9" name="object 399"/>
          <p:cNvSpPr/>
          <p:nvPr/>
        </p:nvSpPr>
        <p:spPr>
          <a:xfrm>
            <a:off x="76581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0" name="object 400"/>
          <p:cNvSpPr/>
          <p:nvPr/>
        </p:nvSpPr>
        <p:spPr>
          <a:xfrm>
            <a:off x="77152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1" name="object 401"/>
          <p:cNvSpPr/>
          <p:nvPr/>
        </p:nvSpPr>
        <p:spPr>
          <a:xfrm>
            <a:off x="77724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2" name="object 402"/>
          <p:cNvSpPr/>
          <p:nvPr/>
        </p:nvSpPr>
        <p:spPr>
          <a:xfrm>
            <a:off x="78295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3" name="object 403"/>
          <p:cNvSpPr/>
          <p:nvPr/>
        </p:nvSpPr>
        <p:spPr>
          <a:xfrm>
            <a:off x="78867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4" name="object 404"/>
          <p:cNvSpPr/>
          <p:nvPr/>
        </p:nvSpPr>
        <p:spPr>
          <a:xfrm>
            <a:off x="79438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5" name="object 405"/>
          <p:cNvSpPr/>
          <p:nvPr/>
        </p:nvSpPr>
        <p:spPr>
          <a:xfrm>
            <a:off x="80010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6" name="object 406"/>
          <p:cNvSpPr/>
          <p:nvPr/>
        </p:nvSpPr>
        <p:spPr>
          <a:xfrm>
            <a:off x="80581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7" name="object 407"/>
          <p:cNvSpPr/>
          <p:nvPr/>
        </p:nvSpPr>
        <p:spPr>
          <a:xfrm>
            <a:off x="81153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8" name="object 408"/>
          <p:cNvSpPr/>
          <p:nvPr/>
        </p:nvSpPr>
        <p:spPr>
          <a:xfrm>
            <a:off x="81724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9" name="object 409"/>
          <p:cNvSpPr/>
          <p:nvPr/>
        </p:nvSpPr>
        <p:spPr>
          <a:xfrm>
            <a:off x="82296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0" name="object 410"/>
          <p:cNvSpPr/>
          <p:nvPr/>
        </p:nvSpPr>
        <p:spPr>
          <a:xfrm>
            <a:off x="82867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1" name="object 411"/>
          <p:cNvSpPr/>
          <p:nvPr/>
        </p:nvSpPr>
        <p:spPr>
          <a:xfrm>
            <a:off x="83439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2" name="object 412"/>
          <p:cNvSpPr/>
          <p:nvPr/>
        </p:nvSpPr>
        <p:spPr>
          <a:xfrm>
            <a:off x="84010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3" name="object 413"/>
          <p:cNvSpPr/>
          <p:nvPr/>
        </p:nvSpPr>
        <p:spPr>
          <a:xfrm>
            <a:off x="84582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4" name="object 414"/>
          <p:cNvSpPr/>
          <p:nvPr/>
        </p:nvSpPr>
        <p:spPr>
          <a:xfrm>
            <a:off x="85153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5" name="object 415"/>
          <p:cNvSpPr/>
          <p:nvPr/>
        </p:nvSpPr>
        <p:spPr>
          <a:xfrm>
            <a:off x="85725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6" name="object 416"/>
          <p:cNvSpPr/>
          <p:nvPr/>
        </p:nvSpPr>
        <p:spPr>
          <a:xfrm>
            <a:off x="86296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7" name="object 417"/>
          <p:cNvSpPr/>
          <p:nvPr/>
        </p:nvSpPr>
        <p:spPr>
          <a:xfrm>
            <a:off x="86868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8" name="object 418"/>
          <p:cNvSpPr/>
          <p:nvPr/>
        </p:nvSpPr>
        <p:spPr>
          <a:xfrm>
            <a:off x="87439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9" name="object 419"/>
          <p:cNvSpPr/>
          <p:nvPr/>
        </p:nvSpPr>
        <p:spPr>
          <a:xfrm>
            <a:off x="88011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0" name="object 420"/>
          <p:cNvSpPr/>
          <p:nvPr/>
        </p:nvSpPr>
        <p:spPr>
          <a:xfrm>
            <a:off x="88582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1" name="object 421"/>
          <p:cNvSpPr/>
          <p:nvPr/>
        </p:nvSpPr>
        <p:spPr>
          <a:xfrm>
            <a:off x="89154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2" name="object 422"/>
          <p:cNvSpPr/>
          <p:nvPr/>
        </p:nvSpPr>
        <p:spPr>
          <a:xfrm>
            <a:off x="89725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3" name="object 423"/>
          <p:cNvSpPr/>
          <p:nvPr/>
        </p:nvSpPr>
        <p:spPr>
          <a:xfrm>
            <a:off x="90297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4" name="object 424"/>
          <p:cNvSpPr/>
          <p:nvPr/>
        </p:nvSpPr>
        <p:spPr>
          <a:xfrm>
            <a:off x="90868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5" name="object 425"/>
          <p:cNvSpPr/>
          <p:nvPr/>
        </p:nvSpPr>
        <p:spPr>
          <a:xfrm>
            <a:off x="91440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6" name="object 426"/>
          <p:cNvSpPr/>
          <p:nvPr/>
        </p:nvSpPr>
        <p:spPr>
          <a:xfrm>
            <a:off x="92011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7" name="object 427"/>
          <p:cNvSpPr/>
          <p:nvPr/>
        </p:nvSpPr>
        <p:spPr>
          <a:xfrm>
            <a:off x="92583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8" name="object 428"/>
          <p:cNvSpPr/>
          <p:nvPr/>
        </p:nvSpPr>
        <p:spPr>
          <a:xfrm>
            <a:off x="93154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9" name="object 429"/>
          <p:cNvSpPr/>
          <p:nvPr/>
        </p:nvSpPr>
        <p:spPr>
          <a:xfrm>
            <a:off x="93726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0" name="object 430"/>
          <p:cNvSpPr/>
          <p:nvPr/>
        </p:nvSpPr>
        <p:spPr>
          <a:xfrm>
            <a:off x="94297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1" name="object 431"/>
          <p:cNvSpPr/>
          <p:nvPr/>
        </p:nvSpPr>
        <p:spPr>
          <a:xfrm>
            <a:off x="94869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2" name="object 432"/>
          <p:cNvSpPr/>
          <p:nvPr/>
        </p:nvSpPr>
        <p:spPr>
          <a:xfrm>
            <a:off x="95440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3" name="object 433"/>
          <p:cNvSpPr/>
          <p:nvPr/>
        </p:nvSpPr>
        <p:spPr>
          <a:xfrm>
            <a:off x="96012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4" name="object 434"/>
          <p:cNvSpPr/>
          <p:nvPr/>
        </p:nvSpPr>
        <p:spPr>
          <a:xfrm>
            <a:off x="96583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5" name="object 435"/>
          <p:cNvSpPr/>
          <p:nvPr/>
        </p:nvSpPr>
        <p:spPr>
          <a:xfrm>
            <a:off x="97155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6" name="object 436"/>
          <p:cNvSpPr/>
          <p:nvPr/>
        </p:nvSpPr>
        <p:spPr>
          <a:xfrm>
            <a:off x="97726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7" name="object 437"/>
          <p:cNvSpPr/>
          <p:nvPr/>
        </p:nvSpPr>
        <p:spPr>
          <a:xfrm>
            <a:off x="98298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8" name="object 438"/>
          <p:cNvSpPr txBox="1"/>
          <p:nvPr/>
        </p:nvSpPr>
        <p:spPr>
          <a:xfrm>
            <a:off x="6926571" y="3660378"/>
            <a:ext cx="177800" cy="160083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275"/>
              </a:lnSpc>
            </a:pPr>
            <a:r>
              <a:rPr sz="1200" spc="-80" dirty="0">
                <a:solidFill>
                  <a:srgbClr val="252423"/>
                </a:solidFill>
                <a:latin typeface="Tahoma"/>
                <a:cs typeface="Tahoma"/>
              </a:rPr>
              <a:t>Sum</a:t>
            </a:r>
            <a:r>
              <a:rPr sz="1200" spc="-7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200" spc="-75" dirty="0">
                <a:solidFill>
                  <a:srgbClr val="252423"/>
                </a:solidFill>
                <a:latin typeface="Tahoma"/>
                <a:cs typeface="Tahoma"/>
              </a:rPr>
              <a:t>of</a:t>
            </a:r>
            <a:r>
              <a:rPr sz="1200" spc="-7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200" spc="-45" dirty="0">
                <a:solidFill>
                  <a:srgbClr val="252423"/>
                </a:solidFill>
                <a:latin typeface="Tahoma"/>
                <a:cs typeface="Tahoma"/>
              </a:rPr>
              <a:t>totvotpoll</a:t>
            </a:r>
            <a:r>
              <a:rPr sz="1200" spc="-6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200" spc="-85" dirty="0">
                <a:solidFill>
                  <a:srgbClr val="252423"/>
                </a:solidFill>
                <a:latin typeface="Tahoma"/>
                <a:cs typeface="Tahoma"/>
              </a:rPr>
              <a:t>and</a:t>
            </a:r>
            <a:r>
              <a:rPr sz="1200" spc="-7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200" spc="-110" dirty="0">
                <a:solidFill>
                  <a:srgbClr val="252423"/>
                </a:solidFill>
                <a:latin typeface="Tahoma"/>
                <a:cs typeface="Tahoma"/>
              </a:rPr>
              <a:t>Su…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439" name="object 439"/>
          <p:cNvSpPr txBox="1"/>
          <p:nvPr/>
        </p:nvSpPr>
        <p:spPr>
          <a:xfrm>
            <a:off x="7729992" y="5280025"/>
            <a:ext cx="2476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GEN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40" name="object 440"/>
          <p:cNvSpPr txBox="1"/>
          <p:nvPr/>
        </p:nvSpPr>
        <p:spPr>
          <a:xfrm>
            <a:off x="8305174" y="5280025"/>
            <a:ext cx="591185" cy="351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SC</a:t>
            </a:r>
            <a:endParaRPr sz="900">
              <a:latin typeface="Segoe UI"/>
              <a:cs typeface="Segoe UI"/>
            </a:endParaRPr>
          </a:p>
          <a:p>
            <a:pPr marL="109220">
              <a:lnSpc>
                <a:spcPct val="100000"/>
              </a:lnSpc>
              <a:spcBef>
                <a:spcPts val="45"/>
              </a:spcBef>
            </a:pPr>
            <a:r>
              <a:rPr sz="1200" spc="-65" dirty="0">
                <a:solidFill>
                  <a:srgbClr val="252423"/>
                </a:solidFill>
                <a:latin typeface="Tahoma"/>
                <a:cs typeface="Tahoma"/>
              </a:rPr>
              <a:t>pc_type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441" name="object 441"/>
          <p:cNvSpPr txBox="1"/>
          <p:nvPr/>
        </p:nvSpPr>
        <p:spPr>
          <a:xfrm>
            <a:off x="9370855" y="5280025"/>
            <a:ext cx="1460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ST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42" name="object 442"/>
          <p:cNvSpPr/>
          <p:nvPr/>
        </p:nvSpPr>
        <p:spPr>
          <a:xfrm>
            <a:off x="8171622" y="5002119"/>
            <a:ext cx="203200" cy="252729"/>
          </a:xfrm>
          <a:custGeom>
            <a:avLst/>
            <a:gdLst/>
            <a:ahLst/>
            <a:cxnLst/>
            <a:rect l="l" t="t" r="r" b="b"/>
            <a:pathLst>
              <a:path w="203200" h="252729">
                <a:moveTo>
                  <a:pt x="203200" y="252505"/>
                </a:moveTo>
                <a:lnTo>
                  <a:pt x="0" y="252505"/>
                </a:lnTo>
                <a:lnTo>
                  <a:pt x="0" y="0"/>
                </a:lnTo>
                <a:lnTo>
                  <a:pt x="203200" y="0"/>
                </a:lnTo>
                <a:lnTo>
                  <a:pt x="203200" y="252505"/>
                </a:lnTo>
                <a:close/>
              </a:path>
            </a:pathLst>
          </a:custGeom>
          <a:solidFill>
            <a:srgbClr val="118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43" name="object 443"/>
          <p:cNvGrpSpPr/>
          <p:nvPr/>
        </p:nvGrpSpPr>
        <p:grpSpPr>
          <a:xfrm>
            <a:off x="7641535" y="3906431"/>
            <a:ext cx="406400" cy="1348740"/>
            <a:chOff x="7641535" y="3906431"/>
            <a:chExt cx="406400" cy="1348740"/>
          </a:xfrm>
        </p:grpSpPr>
        <p:sp>
          <p:nvSpPr>
            <p:cNvPr id="444" name="object 444"/>
            <p:cNvSpPr/>
            <p:nvPr/>
          </p:nvSpPr>
          <p:spPr>
            <a:xfrm>
              <a:off x="7641535" y="3906431"/>
              <a:ext cx="203200" cy="1348740"/>
            </a:xfrm>
            <a:custGeom>
              <a:avLst/>
              <a:gdLst/>
              <a:ahLst/>
              <a:cxnLst/>
              <a:rect l="l" t="t" r="r" b="b"/>
              <a:pathLst>
                <a:path w="203200" h="1348739">
                  <a:moveTo>
                    <a:pt x="203200" y="1348193"/>
                  </a:moveTo>
                  <a:lnTo>
                    <a:pt x="0" y="1348193"/>
                  </a:lnTo>
                  <a:lnTo>
                    <a:pt x="0" y="0"/>
                  </a:lnTo>
                  <a:lnTo>
                    <a:pt x="203200" y="0"/>
                  </a:lnTo>
                  <a:lnTo>
                    <a:pt x="203200" y="1348193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5" name="object 445"/>
            <p:cNvSpPr/>
            <p:nvPr/>
          </p:nvSpPr>
          <p:spPr>
            <a:xfrm>
              <a:off x="7844735" y="5245100"/>
              <a:ext cx="203200" cy="9525"/>
            </a:xfrm>
            <a:custGeom>
              <a:avLst/>
              <a:gdLst/>
              <a:ahLst/>
              <a:cxnLst/>
              <a:rect l="l" t="t" r="r" b="b"/>
              <a:pathLst>
                <a:path w="203200" h="9525">
                  <a:moveTo>
                    <a:pt x="203199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203199" y="0"/>
                  </a:lnTo>
                  <a:lnTo>
                    <a:pt x="203199" y="9525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6" name="object 446"/>
          <p:cNvSpPr/>
          <p:nvPr/>
        </p:nvSpPr>
        <p:spPr>
          <a:xfrm>
            <a:off x="8374822" y="5245100"/>
            <a:ext cx="203200" cy="9525"/>
          </a:xfrm>
          <a:custGeom>
            <a:avLst/>
            <a:gdLst/>
            <a:ahLst/>
            <a:cxnLst/>
            <a:rect l="l" t="t" r="r" b="b"/>
            <a:pathLst>
              <a:path w="203200" h="9525">
                <a:moveTo>
                  <a:pt x="203200" y="9525"/>
                </a:moveTo>
                <a:lnTo>
                  <a:pt x="0" y="9525"/>
                </a:lnTo>
                <a:lnTo>
                  <a:pt x="0" y="0"/>
                </a:lnTo>
                <a:lnTo>
                  <a:pt x="203200" y="0"/>
                </a:lnTo>
                <a:lnTo>
                  <a:pt x="203200" y="9525"/>
                </a:lnTo>
                <a:close/>
              </a:path>
            </a:pathLst>
          </a:custGeom>
          <a:solidFill>
            <a:srgbClr val="12239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47" name="object 447"/>
          <p:cNvGrpSpPr/>
          <p:nvPr/>
        </p:nvGrpSpPr>
        <p:grpSpPr>
          <a:xfrm>
            <a:off x="8701709" y="5033878"/>
            <a:ext cx="406400" cy="220979"/>
            <a:chOff x="8701709" y="5033878"/>
            <a:chExt cx="406400" cy="220979"/>
          </a:xfrm>
        </p:grpSpPr>
        <p:sp>
          <p:nvSpPr>
            <p:cNvPr id="448" name="object 448"/>
            <p:cNvSpPr/>
            <p:nvPr/>
          </p:nvSpPr>
          <p:spPr>
            <a:xfrm>
              <a:off x="8701709" y="5033878"/>
              <a:ext cx="203200" cy="220979"/>
            </a:xfrm>
            <a:custGeom>
              <a:avLst/>
              <a:gdLst/>
              <a:ahLst/>
              <a:cxnLst/>
              <a:rect l="l" t="t" r="r" b="b"/>
              <a:pathLst>
                <a:path w="203200" h="220979">
                  <a:moveTo>
                    <a:pt x="203199" y="220746"/>
                  </a:moveTo>
                  <a:lnTo>
                    <a:pt x="0" y="220746"/>
                  </a:lnTo>
                  <a:lnTo>
                    <a:pt x="0" y="0"/>
                  </a:lnTo>
                  <a:lnTo>
                    <a:pt x="203199" y="0"/>
                  </a:lnTo>
                  <a:lnTo>
                    <a:pt x="203199" y="220746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9" name="object 449"/>
            <p:cNvSpPr/>
            <p:nvPr/>
          </p:nvSpPr>
          <p:spPr>
            <a:xfrm>
              <a:off x="8904909" y="5245100"/>
              <a:ext cx="203200" cy="9525"/>
            </a:xfrm>
            <a:custGeom>
              <a:avLst/>
              <a:gdLst/>
              <a:ahLst/>
              <a:cxnLst/>
              <a:rect l="l" t="t" r="r" b="b"/>
              <a:pathLst>
                <a:path w="203200" h="9525">
                  <a:moveTo>
                    <a:pt x="203199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203199" y="0"/>
                  </a:lnTo>
                  <a:lnTo>
                    <a:pt x="203199" y="9525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50" name="object 450"/>
          <p:cNvGrpSpPr/>
          <p:nvPr/>
        </p:nvGrpSpPr>
        <p:grpSpPr>
          <a:xfrm>
            <a:off x="9231796" y="5148858"/>
            <a:ext cx="406400" cy="106045"/>
            <a:chOff x="9231796" y="5148858"/>
            <a:chExt cx="406400" cy="106045"/>
          </a:xfrm>
        </p:grpSpPr>
        <p:sp>
          <p:nvSpPr>
            <p:cNvPr id="451" name="object 451"/>
            <p:cNvSpPr/>
            <p:nvPr/>
          </p:nvSpPr>
          <p:spPr>
            <a:xfrm>
              <a:off x="9231796" y="5148858"/>
              <a:ext cx="203200" cy="106045"/>
            </a:xfrm>
            <a:custGeom>
              <a:avLst/>
              <a:gdLst/>
              <a:ahLst/>
              <a:cxnLst/>
              <a:rect l="l" t="t" r="r" b="b"/>
              <a:pathLst>
                <a:path w="203200" h="106045">
                  <a:moveTo>
                    <a:pt x="203199" y="105766"/>
                  </a:moveTo>
                  <a:lnTo>
                    <a:pt x="0" y="105766"/>
                  </a:lnTo>
                  <a:lnTo>
                    <a:pt x="0" y="0"/>
                  </a:lnTo>
                  <a:lnTo>
                    <a:pt x="203199" y="0"/>
                  </a:lnTo>
                  <a:lnTo>
                    <a:pt x="203199" y="105766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2" name="object 452"/>
            <p:cNvSpPr/>
            <p:nvPr/>
          </p:nvSpPr>
          <p:spPr>
            <a:xfrm>
              <a:off x="9434996" y="5245100"/>
              <a:ext cx="203200" cy="9525"/>
            </a:xfrm>
            <a:custGeom>
              <a:avLst/>
              <a:gdLst/>
              <a:ahLst/>
              <a:cxnLst/>
              <a:rect l="l" t="t" r="r" b="b"/>
              <a:pathLst>
                <a:path w="203200" h="9525">
                  <a:moveTo>
                    <a:pt x="203199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203199" y="0"/>
                  </a:lnTo>
                  <a:lnTo>
                    <a:pt x="203199" y="9525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53" name="object 45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44359" y="3402838"/>
            <a:ext cx="95249" cy="95249"/>
          </a:xfrm>
          <a:prstGeom prst="rect">
            <a:avLst/>
          </a:prstGeom>
        </p:spPr>
      </p:pic>
      <p:pic>
        <p:nvPicPr>
          <p:cNvPr id="454" name="object 45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96884" y="3402838"/>
            <a:ext cx="95249" cy="95249"/>
          </a:xfrm>
          <a:prstGeom prst="rect">
            <a:avLst/>
          </a:prstGeom>
        </p:spPr>
      </p:pic>
      <p:sp>
        <p:nvSpPr>
          <p:cNvPr id="455" name="object 455"/>
          <p:cNvSpPr txBox="1"/>
          <p:nvPr/>
        </p:nvSpPr>
        <p:spPr>
          <a:xfrm>
            <a:off x="6921500" y="2857563"/>
            <a:ext cx="2745740" cy="887094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355"/>
              </a:spcBef>
            </a:pP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Sum</a:t>
            </a:r>
            <a:r>
              <a:rPr sz="1400" spc="-85" dirty="0">
                <a:solidFill>
                  <a:srgbClr val="252423"/>
                </a:solidFill>
                <a:latin typeface="Tahoma"/>
                <a:cs typeface="Tahoma"/>
              </a:rPr>
              <a:t> of </a:t>
            </a:r>
            <a:r>
              <a:rPr sz="1400" spc="-55" dirty="0">
                <a:solidFill>
                  <a:srgbClr val="252423"/>
                </a:solidFill>
                <a:latin typeface="Tahoma"/>
                <a:cs typeface="Tahoma"/>
              </a:rPr>
              <a:t>totvotpoll</a:t>
            </a:r>
            <a:r>
              <a:rPr sz="1400" spc="-8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95" dirty="0">
                <a:solidFill>
                  <a:srgbClr val="252423"/>
                </a:solidFill>
                <a:latin typeface="Tahoma"/>
                <a:cs typeface="Tahoma"/>
              </a:rPr>
              <a:t>and</a:t>
            </a:r>
            <a:r>
              <a:rPr sz="1400" spc="-8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Sum </a:t>
            </a:r>
            <a:r>
              <a:rPr sz="1400" spc="-85" dirty="0">
                <a:solidFill>
                  <a:srgbClr val="252423"/>
                </a:solidFill>
                <a:latin typeface="Tahoma"/>
                <a:cs typeface="Tahoma"/>
              </a:rPr>
              <a:t>of </a:t>
            </a:r>
            <a:r>
              <a:rPr sz="1400" spc="-105" dirty="0">
                <a:solidFill>
                  <a:srgbClr val="252423"/>
                </a:solidFill>
                <a:latin typeface="Tahoma"/>
                <a:cs typeface="Tahoma"/>
              </a:rPr>
              <a:t>pc_no</a:t>
            </a:r>
            <a:r>
              <a:rPr sz="1400" spc="-8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45" dirty="0">
                <a:solidFill>
                  <a:srgbClr val="252423"/>
                </a:solidFill>
                <a:latin typeface="Tahoma"/>
                <a:cs typeface="Tahoma"/>
              </a:rPr>
              <a:t>by </a:t>
            </a:r>
            <a:r>
              <a:rPr sz="1400" spc="-10" dirty="0">
                <a:solidFill>
                  <a:srgbClr val="252423"/>
                </a:solidFill>
                <a:latin typeface="Tahoma"/>
                <a:cs typeface="Tahoma"/>
              </a:rPr>
              <a:t>pc_type</a:t>
            </a:r>
            <a:endParaRPr sz="1400">
              <a:latin typeface="Tahoma"/>
              <a:cs typeface="Tahoma"/>
            </a:endParaRPr>
          </a:p>
          <a:p>
            <a:pPr marL="137160">
              <a:lnSpc>
                <a:spcPct val="100000"/>
              </a:lnSpc>
              <a:spcBef>
                <a:spcPts val="810"/>
              </a:spcBef>
              <a:tabLst>
                <a:tab pos="1292225" algn="l"/>
              </a:tabLst>
            </a:pP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Sum</a:t>
            </a:r>
            <a:r>
              <a:rPr sz="1000" spc="-2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of</a:t>
            </a:r>
            <a:r>
              <a:rPr sz="1000" spc="-2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605D5C"/>
                </a:solidFill>
                <a:latin typeface="Segoe UI"/>
                <a:cs typeface="Segoe UI"/>
              </a:rPr>
              <a:t>totvotpoll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	Sum</a:t>
            </a:r>
            <a:r>
              <a:rPr sz="1000" spc="-2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of</a:t>
            </a:r>
            <a:r>
              <a:rPr sz="1000" spc="-2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605D5C"/>
                </a:solidFill>
                <a:latin typeface="Segoe UI"/>
                <a:cs typeface="Segoe UI"/>
              </a:rPr>
              <a:t>pc_no</a:t>
            </a:r>
            <a:endParaRPr sz="1000">
              <a:latin typeface="Segoe UI"/>
              <a:cs typeface="Segoe UI"/>
            </a:endParaRPr>
          </a:p>
          <a:p>
            <a:pPr marL="219075">
              <a:lnSpc>
                <a:spcPct val="100000"/>
              </a:lnSpc>
              <a:spcBef>
                <a:spcPts val="575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3bn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56" name="object 456"/>
          <p:cNvSpPr/>
          <p:nvPr/>
        </p:nvSpPr>
        <p:spPr>
          <a:xfrm>
            <a:off x="10563225" y="19716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7" name="object 457"/>
          <p:cNvSpPr/>
          <p:nvPr/>
        </p:nvSpPr>
        <p:spPr>
          <a:xfrm>
            <a:off x="12334875" y="19716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58" name="object 458"/>
          <p:cNvGrpSpPr/>
          <p:nvPr/>
        </p:nvGrpSpPr>
        <p:grpSpPr>
          <a:xfrm>
            <a:off x="10620375" y="1371511"/>
            <a:ext cx="180975" cy="610235"/>
            <a:chOff x="10620375" y="1371511"/>
            <a:chExt cx="180975" cy="610235"/>
          </a:xfrm>
        </p:grpSpPr>
        <p:sp>
          <p:nvSpPr>
            <p:cNvPr id="459" name="object 459"/>
            <p:cNvSpPr/>
            <p:nvPr/>
          </p:nvSpPr>
          <p:spPr>
            <a:xfrm>
              <a:off x="10620375" y="1971687"/>
              <a:ext cx="180975" cy="9525"/>
            </a:xfrm>
            <a:custGeom>
              <a:avLst/>
              <a:gdLst/>
              <a:ahLst/>
              <a:cxnLst/>
              <a:rect l="l" t="t" r="r" b="b"/>
              <a:pathLst>
                <a:path w="180975" h="9525">
                  <a:moveTo>
                    <a:pt x="95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  <a:path w="180975" h="9525">
                  <a:moveTo>
                    <a:pt x="66675" y="0"/>
                  </a:moveTo>
                  <a:lnTo>
                    <a:pt x="57150" y="0"/>
                  </a:lnTo>
                  <a:lnTo>
                    <a:pt x="57150" y="9525"/>
                  </a:lnTo>
                  <a:lnTo>
                    <a:pt x="66675" y="9525"/>
                  </a:lnTo>
                  <a:lnTo>
                    <a:pt x="66675" y="0"/>
                  </a:lnTo>
                  <a:close/>
                </a:path>
                <a:path w="180975" h="9525">
                  <a:moveTo>
                    <a:pt x="123825" y="0"/>
                  </a:moveTo>
                  <a:lnTo>
                    <a:pt x="114300" y="0"/>
                  </a:lnTo>
                  <a:lnTo>
                    <a:pt x="114300" y="9525"/>
                  </a:lnTo>
                  <a:lnTo>
                    <a:pt x="123825" y="9525"/>
                  </a:lnTo>
                  <a:lnTo>
                    <a:pt x="123825" y="0"/>
                  </a:lnTo>
                  <a:close/>
                </a:path>
                <a:path w="180975" h="9525">
                  <a:moveTo>
                    <a:pt x="180975" y="0"/>
                  </a:moveTo>
                  <a:lnTo>
                    <a:pt x="171450" y="0"/>
                  </a:lnTo>
                  <a:lnTo>
                    <a:pt x="171450" y="9525"/>
                  </a:lnTo>
                  <a:lnTo>
                    <a:pt x="180975" y="952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0" name="object 460"/>
            <p:cNvSpPr/>
            <p:nvPr/>
          </p:nvSpPr>
          <p:spPr>
            <a:xfrm>
              <a:off x="10647399" y="1371511"/>
              <a:ext cx="50800" cy="600710"/>
            </a:xfrm>
            <a:custGeom>
              <a:avLst/>
              <a:gdLst/>
              <a:ahLst/>
              <a:cxnLst/>
              <a:rect l="l" t="t" r="r" b="b"/>
              <a:pathLst>
                <a:path w="50800" h="600710">
                  <a:moveTo>
                    <a:pt x="50800" y="600163"/>
                  </a:moveTo>
                  <a:lnTo>
                    <a:pt x="0" y="600163"/>
                  </a:lnTo>
                  <a:lnTo>
                    <a:pt x="0" y="0"/>
                  </a:lnTo>
                  <a:lnTo>
                    <a:pt x="50800" y="0"/>
                  </a:lnTo>
                  <a:lnTo>
                    <a:pt x="50800" y="600163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1" name="object 461"/>
            <p:cNvSpPr/>
            <p:nvPr/>
          </p:nvSpPr>
          <p:spPr>
            <a:xfrm>
              <a:off x="10698199" y="1962150"/>
              <a:ext cx="50800" cy="9525"/>
            </a:xfrm>
            <a:custGeom>
              <a:avLst/>
              <a:gdLst/>
              <a:ahLst/>
              <a:cxnLst/>
              <a:rect l="l" t="t" r="r" b="b"/>
              <a:pathLst>
                <a:path w="50800" h="9525">
                  <a:moveTo>
                    <a:pt x="50799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50799" y="0"/>
                  </a:lnTo>
                  <a:lnTo>
                    <a:pt x="50799" y="9525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2" name="object 462"/>
            <p:cNvSpPr/>
            <p:nvPr/>
          </p:nvSpPr>
          <p:spPr>
            <a:xfrm>
              <a:off x="10748999" y="1962150"/>
              <a:ext cx="50800" cy="9525"/>
            </a:xfrm>
            <a:custGeom>
              <a:avLst/>
              <a:gdLst/>
              <a:ahLst/>
              <a:cxnLst/>
              <a:rect l="l" t="t" r="r" b="b"/>
              <a:pathLst>
                <a:path w="50800" h="9525">
                  <a:moveTo>
                    <a:pt x="50800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50800" y="0"/>
                  </a:lnTo>
                  <a:lnTo>
                    <a:pt x="50800" y="9525"/>
                  </a:lnTo>
                  <a:close/>
                </a:path>
              </a:pathLst>
            </a:custGeom>
            <a:solidFill>
              <a:srgbClr val="E66B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63" name="object 463"/>
          <p:cNvGrpSpPr/>
          <p:nvPr/>
        </p:nvGrpSpPr>
        <p:grpSpPr>
          <a:xfrm>
            <a:off x="10848975" y="1904116"/>
            <a:ext cx="582295" cy="77470"/>
            <a:chOff x="10848975" y="1904116"/>
            <a:chExt cx="582295" cy="77470"/>
          </a:xfrm>
        </p:grpSpPr>
        <p:sp>
          <p:nvSpPr>
            <p:cNvPr id="464" name="object 464"/>
            <p:cNvSpPr/>
            <p:nvPr/>
          </p:nvSpPr>
          <p:spPr>
            <a:xfrm>
              <a:off x="10848975" y="1971687"/>
              <a:ext cx="581025" cy="9525"/>
            </a:xfrm>
            <a:custGeom>
              <a:avLst/>
              <a:gdLst/>
              <a:ahLst/>
              <a:cxnLst/>
              <a:rect l="l" t="t" r="r" b="b"/>
              <a:pathLst>
                <a:path w="581025" h="9525">
                  <a:moveTo>
                    <a:pt x="95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  <a:path w="581025" h="9525">
                  <a:moveTo>
                    <a:pt x="66675" y="0"/>
                  </a:moveTo>
                  <a:lnTo>
                    <a:pt x="57150" y="0"/>
                  </a:lnTo>
                  <a:lnTo>
                    <a:pt x="57150" y="9525"/>
                  </a:lnTo>
                  <a:lnTo>
                    <a:pt x="66675" y="9525"/>
                  </a:lnTo>
                  <a:lnTo>
                    <a:pt x="66675" y="0"/>
                  </a:lnTo>
                  <a:close/>
                </a:path>
                <a:path w="581025" h="9525">
                  <a:moveTo>
                    <a:pt x="123825" y="0"/>
                  </a:moveTo>
                  <a:lnTo>
                    <a:pt x="114300" y="0"/>
                  </a:lnTo>
                  <a:lnTo>
                    <a:pt x="114300" y="9525"/>
                  </a:lnTo>
                  <a:lnTo>
                    <a:pt x="123825" y="9525"/>
                  </a:lnTo>
                  <a:lnTo>
                    <a:pt x="123825" y="0"/>
                  </a:lnTo>
                  <a:close/>
                </a:path>
                <a:path w="581025" h="9525">
                  <a:moveTo>
                    <a:pt x="180975" y="0"/>
                  </a:moveTo>
                  <a:lnTo>
                    <a:pt x="171450" y="0"/>
                  </a:lnTo>
                  <a:lnTo>
                    <a:pt x="171450" y="9525"/>
                  </a:lnTo>
                  <a:lnTo>
                    <a:pt x="180975" y="9525"/>
                  </a:lnTo>
                  <a:lnTo>
                    <a:pt x="180975" y="0"/>
                  </a:lnTo>
                  <a:close/>
                </a:path>
                <a:path w="581025" h="9525">
                  <a:moveTo>
                    <a:pt x="238125" y="0"/>
                  </a:moveTo>
                  <a:lnTo>
                    <a:pt x="228600" y="0"/>
                  </a:lnTo>
                  <a:lnTo>
                    <a:pt x="228600" y="9525"/>
                  </a:lnTo>
                  <a:lnTo>
                    <a:pt x="238125" y="9525"/>
                  </a:lnTo>
                  <a:lnTo>
                    <a:pt x="238125" y="0"/>
                  </a:lnTo>
                  <a:close/>
                </a:path>
                <a:path w="581025" h="9525">
                  <a:moveTo>
                    <a:pt x="295275" y="0"/>
                  </a:moveTo>
                  <a:lnTo>
                    <a:pt x="285750" y="0"/>
                  </a:lnTo>
                  <a:lnTo>
                    <a:pt x="285750" y="9525"/>
                  </a:lnTo>
                  <a:lnTo>
                    <a:pt x="295275" y="9525"/>
                  </a:lnTo>
                  <a:lnTo>
                    <a:pt x="295275" y="0"/>
                  </a:lnTo>
                  <a:close/>
                </a:path>
                <a:path w="581025" h="9525">
                  <a:moveTo>
                    <a:pt x="352425" y="0"/>
                  </a:moveTo>
                  <a:lnTo>
                    <a:pt x="342900" y="0"/>
                  </a:lnTo>
                  <a:lnTo>
                    <a:pt x="342900" y="9525"/>
                  </a:lnTo>
                  <a:lnTo>
                    <a:pt x="352425" y="9525"/>
                  </a:lnTo>
                  <a:lnTo>
                    <a:pt x="352425" y="0"/>
                  </a:lnTo>
                  <a:close/>
                </a:path>
                <a:path w="581025" h="9525">
                  <a:moveTo>
                    <a:pt x="409575" y="0"/>
                  </a:moveTo>
                  <a:lnTo>
                    <a:pt x="400050" y="0"/>
                  </a:lnTo>
                  <a:lnTo>
                    <a:pt x="400050" y="9525"/>
                  </a:lnTo>
                  <a:lnTo>
                    <a:pt x="409575" y="9525"/>
                  </a:lnTo>
                  <a:lnTo>
                    <a:pt x="409575" y="0"/>
                  </a:lnTo>
                  <a:close/>
                </a:path>
                <a:path w="581025" h="9525">
                  <a:moveTo>
                    <a:pt x="466725" y="0"/>
                  </a:moveTo>
                  <a:lnTo>
                    <a:pt x="457200" y="0"/>
                  </a:lnTo>
                  <a:lnTo>
                    <a:pt x="457200" y="9525"/>
                  </a:lnTo>
                  <a:lnTo>
                    <a:pt x="466725" y="9525"/>
                  </a:lnTo>
                  <a:lnTo>
                    <a:pt x="466725" y="0"/>
                  </a:lnTo>
                  <a:close/>
                </a:path>
                <a:path w="581025" h="9525">
                  <a:moveTo>
                    <a:pt x="523875" y="0"/>
                  </a:moveTo>
                  <a:lnTo>
                    <a:pt x="514350" y="0"/>
                  </a:lnTo>
                  <a:lnTo>
                    <a:pt x="514350" y="9525"/>
                  </a:lnTo>
                  <a:lnTo>
                    <a:pt x="523875" y="9525"/>
                  </a:lnTo>
                  <a:lnTo>
                    <a:pt x="523875" y="0"/>
                  </a:lnTo>
                  <a:close/>
                </a:path>
                <a:path w="581025" h="9525">
                  <a:moveTo>
                    <a:pt x="581025" y="0"/>
                  </a:moveTo>
                  <a:lnTo>
                    <a:pt x="571500" y="0"/>
                  </a:lnTo>
                  <a:lnTo>
                    <a:pt x="571500" y="9525"/>
                  </a:lnTo>
                  <a:lnTo>
                    <a:pt x="581025" y="9525"/>
                  </a:lnTo>
                  <a:lnTo>
                    <a:pt x="581025" y="0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5" name="object 465"/>
            <p:cNvSpPr/>
            <p:nvPr/>
          </p:nvSpPr>
          <p:spPr>
            <a:xfrm>
              <a:off x="10857827" y="1904123"/>
              <a:ext cx="471805" cy="67945"/>
            </a:xfrm>
            <a:custGeom>
              <a:avLst/>
              <a:gdLst/>
              <a:ahLst/>
              <a:cxnLst/>
              <a:rect l="l" t="t" r="r" b="b"/>
              <a:pathLst>
                <a:path w="471804" h="67944">
                  <a:moveTo>
                    <a:pt x="50800" y="0"/>
                  </a:moveTo>
                  <a:lnTo>
                    <a:pt x="0" y="0"/>
                  </a:lnTo>
                  <a:lnTo>
                    <a:pt x="0" y="67564"/>
                  </a:lnTo>
                  <a:lnTo>
                    <a:pt x="50800" y="67564"/>
                  </a:lnTo>
                  <a:lnTo>
                    <a:pt x="50800" y="0"/>
                  </a:lnTo>
                  <a:close/>
                </a:path>
                <a:path w="471804" h="67944">
                  <a:moveTo>
                    <a:pt x="261239" y="15976"/>
                  </a:moveTo>
                  <a:lnTo>
                    <a:pt x="210439" y="15976"/>
                  </a:lnTo>
                  <a:lnTo>
                    <a:pt x="210439" y="67564"/>
                  </a:lnTo>
                  <a:lnTo>
                    <a:pt x="261239" y="67564"/>
                  </a:lnTo>
                  <a:lnTo>
                    <a:pt x="261239" y="15976"/>
                  </a:lnTo>
                  <a:close/>
                </a:path>
                <a:path w="471804" h="67944">
                  <a:moveTo>
                    <a:pt x="471678" y="23482"/>
                  </a:moveTo>
                  <a:lnTo>
                    <a:pt x="420878" y="23482"/>
                  </a:lnTo>
                  <a:lnTo>
                    <a:pt x="420878" y="67564"/>
                  </a:lnTo>
                  <a:lnTo>
                    <a:pt x="471678" y="67564"/>
                  </a:lnTo>
                  <a:lnTo>
                    <a:pt x="471678" y="23482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6" name="object 466"/>
            <p:cNvSpPr/>
            <p:nvPr/>
          </p:nvSpPr>
          <p:spPr>
            <a:xfrm>
              <a:off x="10908627" y="1957958"/>
              <a:ext cx="471805" cy="13970"/>
            </a:xfrm>
            <a:custGeom>
              <a:avLst/>
              <a:gdLst/>
              <a:ahLst/>
              <a:cxnLst/>
              <a:rect l="l" t="t" r="r" b="b"/>
              <a:pathLst>
                <a:path w="471804" h="13969">
                  <a:moveTo>
                    <a:pt x="50800" y="0"/>
                  </a:moveTo>
                  <a:lnTo>
                    <a:pt x="0" y="0"/>
                  </a:lnTo>
                  <a:lnTo>
                    <a:pt x="0" y="13728"/>
                  </a:lnTo>
                  <a:lnTo>
                    <a:pt x="50800" y="13728"/>
                  </a:lnTo>
                  <a:lnTo>
                    <a:pt x="50800" y="0"/>
                  </a:lnTo>
                  <a:close/>
                </a:path>
                <a:path w="471804" h="13969">
                  <a:moveTo>
                    <a:pt x="261239" y="4203"/>
                  </a:moveTo>
                  <a:lnTo>
                    <a:pt x="210439" y="4203"/>
                  </a:lnTo>
                  <a:lnTo>
                    <a:pt x="210439" y="13728"/>
                  </a:lnTo>
                  <a:lnTo>
                    <a:pt x="261239" y="13728"/>
                  </a:lnTo>
                  <a:lnTo>
                    <a:pt x="261239" y="4203"/>
                  </a:lnTo>
                  <a:close/>
                </a:path>
                <a:path w="471804" h="13969">
                  <a:moveTo>
                    <a:pt x="471678" y="4203"/>
                  </a:moveTo>
                  <a:lnTo>
                    <a:pt x="420878" y="4203"/>
                  </a:lnTo>
                  <a:lnTo>
                    <a:pt x="420878" y="13728"/>
                  </a:lnTo>
                  <a:lnTo>
                    <a:pt x="471678" y="13728"/>
                  </a:lnTo>
                  <a:lnTo>
                    <a:pt x="471678" y="4203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7" name="object 467"/>
            <p:cNvSpPr/>
            <p:nvPr/>
          </p:nvSpPr>
          <p:spPr>
            <a:xfrm>
              <a:off x="10959427" y="1962162"/>
              <a:ext cx="471805" cy="9525"/>
            </a:xfrm>
            <a:custGeom>
              <a:avLst/>
              <a:gdLst/>
              <a:ahLst/>
              <a:cxnLst/>
              <a:rect l="l" t="t" r="r" b="b"/>
              <a:pathLst>
                <a:path w="471804" h="9525">
                  <a:moveTo>
                    <a:pt x="5080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50800" y="9525"/>
                  </a:lnTo>
                  <a:lnTo>
                    <a:pt x="50800" y="0"/>
                  </a:lnTo>
                  <a:close/>
                </a:path>
                <a:path w="471804" h="9525">
                  <a:moveTo>
                    <a:pt x="261239" y="0"/>
                  </a:moveTo>
                  <a:lnTo>
                    <a:pt x="210439" y="0"/>
                  </a:lnTo>
                  <a:lnTo>
                    <a:pt x="210439" y="9525"/>
                  </a:lnTo>
                  <a:lnTo>
                    <a:pt x="261239" y="9525"/>
                  </a:lnTo>
                  <a:lnTo>
                    <a:pt x="261239" y="0"/>
                  </a:lnTo>
                  <a:close/>
                </a:path>
                <a:path w="471804" h="9525">
                  <a:moveTo>
                    <a:pt x="471678" y="0"/>
                  </a:moveTo>
                  <a:lnTo>
                    <a:pt x="420878" y="0"/>
                  </a:lnTo>
                  <a:lnTo>
                    <a:pt x="420878" y="9525"/>
                  </a:lnTo>
                  <a:lnTo>
                    <a:pt x="471678" y="9525"/>
                  </a:lnTo>
                  <a:lnTo>
                    <a:pt x="471678" y="0"/>
                  </a:lnTo>
                  <a:close/>
                </a:path>
              </a:pathLst>
            </a:custGeom>
            <a:solidFill>
              <a:srgbClr val="E66B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68" name="object 468"/>
          <p:cNvGrpSpPr/>
          <p:nvPr/>
        </p:nvGrpSpPr>
        <p:grpSpPr>
          <a:xfrm>
            <a:off x="11477625" y="1952926"/>
            <a:ext cx="809625" cy="28575"/>
            <a:chOff x="11477625" y="1952926"/>
            <a:chExt cx="809625" cy="28575"/>
          </a:xfrm>
        </p:grpSpPr>
        <p:sp>
          <p:nvSpPr>
            <p:cNvPr id="469" name="object 469"/>
            <p:cNvSpPr/>
            <p:nvPr/>
          </p:nvSpPr>
          <p:spPr>
            <a:xfrm>
              <a:off x="11477625" y="1971687"/>
              <a:ext cx="809625" cy="9525"/>
            </a:xfrm>
            <a:custGeom>
              <a:avLst/>
              <a:gdLst/>
              <a:ahLst/>
              <a:cxnLst/>
              <a:rect l="l" t="t" r="r" b="b"/>
              <a:pathLst>
                <a:path w="809625" h="9525">
                  <a:moveTo>
                    <a:pt x="95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  <a:path w="809625" h="9525">
                  <a:moveTo>
                    <a:pt x="66675" y="0"/>
                  </a:moveTo>
                  <a:lnTo>
                    <a:pt x="57150" y="0"/>
                  </a:lnTo>
                  <a:lnTo>
                    <a:pt x="57150" y="9525"/>
                  </a:lnTo>
                  <a:lnTo>
                    <a:pt x="66675" y="9525"/>
                  </a:lnTo>
                  <a:lnTo>
                    <a:pt x="66675" y="0"/>
                  </a:lnTo>
                  <a:close/>
                </a:path>
                <a:path w="809625" h="9525">
                  <a:moveTo>
                    <a:pt x="123825" y="0"/>
                  </a:moveTo>
                  <a:lnTo>
                    <a:pt x="114300" y="0"/>
                  </a:lnTo>
                  <a:lnTo>
                    <a:pt x="114300" y="9525"/>
                  </a:lnTo>
                  <a:lnTo>
                    <a:pt x="123825" y="9525"/>
                  </a:lnTo>
                  <a:lnTo>
                    <a:pt x="123825" y="0"/>
                  </a:lnTo>
                  <a:close/>
                </a:path>
                <a:path w="809625" h="9525">
                  <a:moveTo>
                    <a:pt x="180975" y="0"/>
                  </a:moveTo>
                  <a:lnTo>
                    <a:pt x="171450" y="0"/>
                  </a:lnTo>
                  <a:lnTo>
                    <a:pt x="171450" y="9525"/>
                  </a:lnTo>
                  <a:lnTo>
                    <a:pt x="180975" y="9525"/>
                  </a:lnTo>
                  <a:lnTo>
                    <a:pt x="180975" y="0"/>
                  </a:lnTo>
                  <a:close/>
                </a:path>
                <a:path w="809625" h="9525">
                  <a:moveTo>
                    <a:pt x="238125" y="0"/>
                  </a:moveTo>
                  <a:lnTo>
                    <a:pt x="228600" y="0"/>
                  </a:lnTo>
                  <a:lnTo>
                    <a:pt x="228600" y="9525"/>
                  </a:lnTo>
                  <a:lnTo>
                    <a:pt x="238125" y="9525"/>
                  </a:lnTo>
                  <a:lnTo>
                    <a:pt x="238125" y="0"/>
                  </a:lnTo>
                  <a:close/>
                </a:path>
                <a:path w="809625" h="9525">
                  <a:moveTo>
                    <a:pt x="295275" y="0"/>
                  </a:moveTo>
                  <a:lnTo>
                    <a:pt x="285750" y="0"/>
                  </a:lnTo>
                  <a:lnTo>
                    <a:pt x="285750" y="9525"/>
                  </a:lnTo>
                  <a:lnTo>
                    <a:pt x="295275" y="9525"/>
                  </a:lnTo>
                  <a:lnTo>
                    <a:pt x="295275" y="0"/>
                  </a:lnTo>
                  <a:close/>
                </a:path>
                <a:path w="809625" h="9525">
                  <a:moveTo>
                    <a:pt x="352425" y="0"/>
                  </a:moveTo>
                  <a:lnTo>
                    <a:pt x="342900" y="0"/>
                  </a:lnTo>
                  <a:lnTo>
                    <a:pt x="342900" y="9525"/>
                  </a:lnTo>
                  <a:lnTo>
                    <a:pt x="352425" y="9525"/>
                  </a:lnTo>
                  <a:lnTo>
                    <a:pt x="352425" y="0"/>
                  </a:lnTo>
                  <a:close/>
                </a:path>
                <a:path w="809625" h="9525">
                  <a:moveTo>
                    <a:pt x="409575" y="0"/>
                  </a:moveTo>
                  <a:lnTo>
                    <a:pt x="400050" y="0"/>
                  </a:lnTo>
                  <a:lnTo>
                    <a:pt x="400050" y="9525"/>
                  </a:lnTo>
                  <a:lnTo>
                    <a:pt x="409575" y="9525"/>
                  </a:lnTo>
                  <a:lnTo>
                    <a:pt x="409575" y="0"/>
                  </a:lnTo>
                  <a:close/>
                </a:path>
                <a:path w="809625" h="9525">
                  <a:moveTo>
                    <a:pt x="466725" y="0"/>
                  </a:moveTo>
                  <a:lnTo>
                    <a:pt x="457200" y="0"/>
                  </a:lnTo>
                  <a:lnTo>
                    <a:pt x="457200" y="9525"/>
                  </a:lnTo>
                  <a:lnTo>
                    <a:pt x="466725" y="9525"/>
                  </a:lnTo>
                  <a:lnTo>
                    <a:pt x="466725" y="0"/>
                  </a:lnTo>
                  <a:close/>
                </a:path>
                <a:path w="809625" h="9525">
                  <a:moveTo>
                    <a:pt x="523875" y="0"/>
                  </a:moveTo>
                  <a:lnTo>
                    <a:pt x="514350" y="0"/>
                  </a:lnTo>
                  <a:lnTo>
                    <a:pt x="514350" y="9525"/>
                  </a:lnTo>
                  <a:lnTo>
                    <a:pt x="523875" y="9525"/>
                  </a:lnTo>
                  <a:lnTo>
                    <a:pt x="523875" y="0"/>
                  </a:lnTo>
                  <a:close/>
                </a:path>
                <a:path w="809625" h="9525">
                  <a:moveTo>
                    <a:pt x="581025" y="0"/>
                  </a:moveTo>
                  <a:lnTo>
                    <a:pt x="571500" y="0"/>
                  </a:lnTo>
                  <a:lnTo>
                    <a:pt x="571500" y="9525"/>
                  </a:lnTo>
                  <a:lnTo>
                    <a:pt x="581025" y="9525"/>
                  </a:lnTo>
                  <a:lnTo>
                    <a:pt x="581025" y="0"/>
                  </a:lnTo>
                  <a:close/>
                </a:path>
                <a:path w="809625" h="9525">
                  <a:moveTo>
                    <a:pt x="638175" y="0"/>
                  </a:moveTo>
                  <a:lnTo>
                    <a:pt x="628650" y="0"/>
                  </a:lnTo>
                  <a:lnTo>
                    <a:pt x="628650" y="9525"/>
                  </a:lnTo>
                  <a:lnTo>
                    <a:pt x="638175" y="9525"/>
                  </a:lnTo>
                  <a:lnTo>
                    <a:pt x="638175" y="0"/>
                  </a:lnTo>
                  <a:close/>
                </a:path>
                <a:path w="809625" h="9525">
                  <a:moveTo>
                    <a:pt x="695325" y="0"/>
                  </a:moveTo>
                  <a:lnTo>
                    <a:pt x="685800" y="0"/>
                  </a:lnTo>
                  <a:lnTo>
                    <a:pt x="685800" y="9525"/>
                  </a:lnTo>
                  <a:lnTo>
                    <a:pt x="695325" y="9525"/>
                  </a:lnTo>
                  <a:lnTo>
                    <a:pt x="695325" y="0"/>
                  </a:lnTo>
                  <a:close/>
                </a:path>
                <a:path w="809625" h="9525">
                  <a:moveTo>
                    <a:pt x="752475" y="0"/>
                  </a:moveTo>
                  <a:lnTo>
                    <a:pt x="742950" y="0"/>
                  </a:lnTo>
                  <a:lnTo>
                    <a:pt x="742950" y="9525"/>
                  </a:lnTo>
                  <a:lnTo>
                    <a:pt x="752475" y="9525"/>
                  </a:lnTo>
                  <a:lnTo>
                    <a:pt x="752475" y="0"/>
                  </a:lnTo>
                  <a:close/>
                </a:path>
                <a:path w="809625" h="9525">
                  <a:moveTo>
                    <a:pt x="809625" y="0"/>
                  </a:moveTo>
                  <a:lnTo>
                    <a:pt x="800100" y="0"/>
                  </a:lnTo>
                  <a:lnTo>
                    <a:pt x="800100" y="9525"/>
                  </a:lnTo>
                  <a:lnTo>
                    <a:pt x="809625" y="9525"/>
                  </a:lnTo>
                  <a:lnTo>
                    <a:pt x="809625" y="0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0" name="object 470"/>
            <p:cNvSpPr/>
            <p:nvPr/>
          </p:nvSpPr>
          <p:spPr>
            <a:xfrm>
              <a:off x="11489131" y="1952929"/>
              <a:ext cx="682625" cy="19050"/>
            </a:xfrm>
            <a:custGeom>
              <a:avLst/>
              <a:gdLst/>
              <a:ahLst/>
              <a:cxnLst/>
              <a:rect l="l" t="t" r="r" b="b"/>
              <a:pathLst>
                <a:path w="682625" h="19050">
                  <a:moveTo>
                    <a:pt x="50800" y="0"/>
                  </a:moveTo>
                  <a:lnTo>
                    <a:pt x="0" y="0"/>
                  </a:lnTo>
                  <a:lnTo>
                    <a:pt x="0" y="18757"/>
                  </a:lnTo>
                  <a:lnTo>
                    <a:pt x="50800" y="18757"/>
                  </a:lnTo>
                  <a:lnTo>
                    <a:pt x="50800" y="0"/>
                  </a:lnTo>
                  <a:close/>
                </a:path>
                <a:path w="682625" h="19050">
                  <a:moveTo>
                    <a:pt x="261239" y="5981"/>
                  </a:moveTo>
                  <a:lnTo>
                    <a:pt x="210439" y="5981"/>
                  </a:lnTo>
                  <a:lnTo>
                    <a:pt x="210439" y="18757"/>
                  </a:lnTo>
                  <a:lnTo>
                    <a:pt x="261239" y="18757"/>
                  </a:lnTo>
                  <a:lnTo>
                    <a:pt x="261239" y="5981"/>
                  </a:lnTo>
                  <a:close/>
                </a:path>
                <a:path w="682625" h="19050">
                  <a:moveTo>
                    <a:pt x="471678" y="7632"/>
                  </a:moveTo>
                  <a:lnTo>
                    <a:pt x="420878" y="7632"/>
                  </a:lnTo>
                  <a:lnTo>
                    <a:pt x="420878" y="18757"/>
                  </a:lnTo>
                  <a:lnTo>
                    <a:pt x="471678" y="18757"/>
                  </a:lnTo>
                  <a:lnTo>
                    <a:pt x="471678" y="7632"/>
                  </a:lnTo>
                  <a:close/>
                </a:path>
                <a:path w="682625" h="19050">
                  <a:moveTo>
                    <a:pt x="682117" y="8077"/>
                  </a:moveTo>
                  <a:lnTo>
                    <a:pt x="631317" y="8077"/>
                  </a:lnTo>
                  <a:lnTo>
                    <a:pt x="631317" y="18757"/>
                  </a:lnTo>
                  <a:lnTo>
                    <a:pt x="682117" y="18757"/>
                  </a:lnTo>
                  <a:lnTo>
                    <a:pt x="682117" y="8077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1" name="object 471"/>
            <p:cNvSpPr/>
            <p:nvPr/>
          </p:nvSpPr>
          <p:spPr>
            <a:xfrm>
              <a:off x="11539931" y="1962162"/>
              <a:ext cx="682625" cy="9525"/>
            </a:xfrm>
            <a:custGeom>
              <a:avLst/>
              <a:gdLst/>
              <a:ahLst/>
              <a:cxnLst/>
              <a:rect l="l" t="t" r="r" b="b"/>
              <a:pathLst>
                <a:path w="682625" h="9525">
                  <a:moveTo>
                    <a:pt x="5080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50800" y="9525"/>
                  </a:lnTo>
                  <a:lnTo>
                    <a:pt x="50800" y="0"/>
                  </a:lnTo>
                  <a:close/>
                </a:path>
                <a:path w="682625" h="9525">
                  <a:moveTo>
                    <a:pt x="261239" y="0"/>
                  </a:moveTo>
                  <a:lnTo>
                    <a:pt x="210439" y="0"/>
                  </a:lnTo>
                  <a:lnTo>
                    <a:pt x="210439" y="9525"/>
                  </a:lnTo>
                  <a:lnTo>
                    <a:pt x="261239" y="9525"/>
                  </a:lnTo>
                  <a:lnTo>
                    <a:pt x="261239" y="0"/>
                  </a:lnTo>
                  <a:close/>
                </a:path>
                <a:path w="682625" h="9525">
                  <a:moveTo>
                    <a:pt x="471678" y="0"/>
                  </a:moveTo>
                  <a:lnTo>
                    <a:pt x="420878" y="0"/>
                  </a:lnTo>
                  <a:lnTo>
                    <a:pt x="420878" y="9525"/>
                  </a:lnTo>
                  <a:lnTo>
                    <a:pt x="471678" y="9525"/>
                  </a:lnTo>
                  <a:lnTo>
                    <a:pt x="471678" y="0"/>
                  </a:lnTo>
                  <a:close/>
                </a:path>
                <a:path w="682625" h="9525">
                  <a:moveTo>
                    <a:pt x="682117" y="0"/>
                  </a:moveTo>
                  <a:lnTo>
                    <a:pt x="631317" y="0"/>
                  </a:lnTo>
                  <a:lnTo>
                    <a:pt x="631317" y="9525"/>
                  </a:lnTo>
                  <a:lnTo>
                    <a:pt x="682117" y="9525"/>
                  </a:lnTo>
                  <a:lnTo>
                    <a:pt x="682117" y="0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2" name="object 472"/>
            <p:cNvSpPr/>
            <p:nvPr/>
          </p:nvSpPr>
          <p:spPr>
            <a:xfrm>
              <a:off x="11590731" y="1962162"/>
              <a:ext cx="682625" cy="9525"/>
            </a:xfrm>
            <a:custGeom>
              <a:avLst/>
              <a:gdLst/>
              <a:ahLst/>
              <a:cxnLst/>
              <a:rect l="l" t="t" r="r" b="b"/>
              <a:pathLst>
                <a:path w="682625" h="9525">
                  <a:moveTo>
                    <a:pt x="5080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50800" y="9525"/>
                  </a:lnTo>
                  <a:lnTo>
                    <a:pt x="50800" y="0"/>
                  </a:lnTo>
                  <a:close/>
                </a:path>
                <a:path w="682625" h="9525">
                  <a:moveTo>
                    <a:pt x="261239" y="0"/>
                  </a:moveTo>
                  <a:lnTo>
                    <a:pt x="210439" y="0"/>
                  </a:lnTo>
                  <a:lnTo>
                    <a:pt x="210439" y="9525"/>
                  </a:lnTo>
                  <a:lnTo>
                    <a:pt x="261239" y="9525"/>
                  </a:lnTo>
                  <a:lnTo>
                    <a:pt x="261239" y="0"/>
                  </a:lnTo>
                  <a:close/>
                </a:path>
                <a:path w="682625" h="9525">
                  <a:moveTo>
                    <a:pt x="471678" y="0"/>
                  </a:moveTo>
                  <a:lnTo>
                    <a:pt x="420878" y="0"/>
                  </a:lnTo>
                  <a:lnTo>
                    <a:pt x="420878" y="9525"/>
                  </a:lnTo>
                  <a:lnTo>
                    <a:pt x="471678" y="9525"/>
                  </a:lnTo>
                  <a:lnTo>
                    <a:pt x="471678" y="0"/>
                  </a:lnTo>
                  <a:close/>
                </a:path>
                <a:path w="682625" h="9525">
                  <a:moveTo>
                    <a:pt x="682117" y="0"/>
                  </a:moveTo>
                  <a:lnTo>
                    <a:pt x="631317" y="0"/>
                  </a:lnTo>
                  <a:lnTo>
                    <a:pt x="631317" y="9525"/>
                  </a:lnTo>
                  <a:lnTo>
                    <a:pt x="682117" y="9525"/>
                  </a:lnTo>
                  <a:lnTo>
                    <a:pt x="682117" y="0"/>
                  </a:lnTo>
                  <a:close/>
                </a:path>
              </a:pathLst>
            </a:custGeom>
            <a:solidFill>
              <a:srgbClr val="E66B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3" name="object 473"/>
          <p:cNvSpPr txBox="1"/>
          <p:nvPr/>
        </p:nvSpPr>
        <p:spPr>
          <a:xfrm>
            <a:off x="10261649" y="1886049"/>
            <a:ext cx="2190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0bn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74" name="object 474"/>
          <p:cNvSpPr/>
          <p:nvPr/>
        </p:nvSpPr>
        <p:spPr>
          <a:xfrm>
            <a:off x="1056322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5" name="object 475"/>
          <p:cNvSpPr/>
          <p:nvPr/>
        </p:nvSpPr>
        <p:spPr>
          <a:xfrm>
            <a:off x="1062037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6" name="object 476"/>
          <p:cNvSpPr/>
          <p:nvPr/>
        </p:nvSpPr>
        <p:spPr>
          <a:xfrm>
            <a:off x="1067752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7" name="object 477"/>
          <p:cNvSpPr/>
          <p:nvPr/>
        </p:nvSpPr>
        <p:spPr>
          <a:xfrm>
            <a:off x="1073467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8" name="object 478"/>
          <p:cNvSpPr/>
          <p:nvPr/>
        </p:nvSpPr>
        <p:spPr>
          <a:xfrm>
            <a:off x="1079182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9" name="object 479"/>
          <p:cNvSpPr/>
          <p:nvPr/>
        </p:nvSpPr>
        <p:spPr>
          <a:xfrm>
            <a:off x="1084897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0" name="object 480"/>
          <p:cNvSpPr/>
          <p:nvPr/>
        </p:nvSpPr>
        <p:spPr>
          <a:xfrm>
            <a:off x="1090612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1" name="object 481"/>
          <p:cNvSpPr/>
          <p:nvPr/>
        </p:nvSpPr>
        <p:spPr>
          <a:xfrm>
            <a:off x="1096327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2" name="object 482"/>
          <p:cNvSpPr/>
          <p:nvPr/>
        </p:nvSpPr>
        <p:spPr>
          <a:xfrm>
            <a:off x="1102042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3" name="object 483"/>
          <p:cNvSpPr/>
          <p:nvPr/>
        </p:nvSpPr>
        <p:spPr>
          <a:xfrm>
            <a:off x="1107757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4" name="object 484"/>
          <p:cNvSpPr/>
          <p:nvPr/>
        </p:nvSpPr>
        <p:spPr>
          <a:xfrm>
            <a:off x="1113472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5" name="object 485"/>
          <p:cNvSpPr/>
          <p:nvPr/>
        </p:nvSpPr>
        <p:spPr>
          <a:xfrm>
            <a:off x="1119187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6" name="object 486"/>
          <p:cNvSpPr/>
          <p:nvPr/>
        </p:nvSpPr>
        <p:spPr>
          <a:xfrm>
            <a:off x="1124902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7" name="object 487"/>
          <p:cNvSpPr/>
          <p:nvPr/>
        </p:nvSpPr>
        <p:spPr>
          <a:xfrm>
            <a:off x="1130617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8" name="object 488"/>
          <p:cNvSpPr/>
          <p:nvPr/>
        </p:nvSpPr>
        <p:spPr>
          <a:xfrm>
            <a:off x="1136332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9" name="object 489"/>
          <p:cNvSpPr/>
          <p:nvPr/>
        </p:nvSpPr>
        <p:spPr>
          <a:xfrm>
            <a:off x="1142047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0" name="object 490"/>
          <p:cNvSpPr/>
          <p:nvPr/>
        </p:nvSpPr>
        <p:spPr>
          <a:xfrm>
            <a:off x="1147762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1" name="object 491"/>
          <p:cNvSpPr/>
          <p:nvPr/>
        </p:nvSpPr>
        <p:spPr>
          <a:xfrm>
            <a:off x="1153477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2" name="object 492"/>
          <p:cNvSpPr/>
          <p:nvPr/>
        </p:nvSpPr>
        <p:spPr>
          <a:xfrm>
            <a:off x="1159192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3" name="object 493"/>
          <p:cNvSpPr/>
          <p:nvPr/>
        </p:nvSpPr>
        <p:spPr>
          <a:xfrm>
            <a:off x="1164907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4" name="object 494"/>
          <p:cNvSpPr/>
          <p:nvPr/>
        </p:nvSpPr>
        <p:spPr>
          <a:xfrm>
            <a:off x="1170622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5" name="object 495"/>
          <p:cNvSpPr/>
          <p:nvPr/>
        </p:nvSpPr>
        <p:spPr>
          <a:xfrm>
            <a:off x="1176337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6" name="object 496"/>
          <p:cNvSpPr/>
          <p:nvPr/>
        </p:nvSpPr>
        <p:spPr>
          <a:xfrm>
            <a:off x="1182052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7" name="object 497"/>
          <p:cNvSpPr/>
          <p:nvPr/>
        </p:nvSpPr>
        <p:spPr>
          <a:xfrm>
            <a:off x="1187767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8" name="object 498"/>
          <p:cNvSpPr/>
          <p:nvPr/>
        </p:nvSpPr>
        <p:spPr>
          <a:xfrm>
            <a:off x="1193482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9" name="object 499"/>
          <p:cNvSpPr/>
          <p:nvPr/>
        </p:nvSpPr>
        <p:spPr>
          <a:xfrm>
            <a:off x="1199197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0" name="object 500"/>
          <p:cNvSpPr/>
          <p:nvPr/>
        </p:nvSpPr>
        <p:spPr>
          <a:xfrm>
            <a:off x="1204912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1" name="object 501"/>
          <p:cNvSpPr/>
          <p:nvPr/>
        </p:nvSpPr>
        <p:spPr>
          <a:xfrm>
            <a:off x="1210627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2" name="object 502"/>
          <p:cNvSpPr/>
          <p:nvPr/>
        </p:nvSpPr>
        <p:spPr>
          <a:xfrm>
            <a:off x="1216342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3" name="object 503"/>
          <p:cNvSpPr/>
          <p:nvPr/>
        </p:nvSpPr>
        <p:spPr>
          <a:xfrm>
            <a:off x="1222057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4" name="object 504"/>
          <p:cNvSpPr/>
          <p:nvPr/>
        </p:nvSpPr>
        <p:spPr>
          <a:xfrm>
            <a:off x="1227772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5" name="object 505"/>
          <p:cNvSpPr/>
          <p:nvPr/>
        </p:nvSpPr>
        <p:spPr>
          <a:xfrm>
            <a:off x="12334875" y="1304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6" name="object 506"/>
          <p:cNvSpPr txBox="1"/>
          <p:nvPr/>
        </p:nvSpPr>
        <p:spPr>
          <a:xfrm>
            <a:off x="11205071" y="2444750"/>
            <a:ext cx="5264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40" dirty="0">
                <a:solidFill>
                  <a:srgbClr val="252423"/>
                </a:solidFill>
                <a:latin typeface="Tahoma"/>
                <a:cs typeface="Tahoma"/>
              </a:rPr>
              <a:t>partyabbre</a:t>
            </a:r>
            <a:endParaRPr sz="900">
              <a:latin typeface="Tahoma"/>
              <a:cs typeface="Tahoma"/>
            </a:endParaRPr>
          </a:p>
        </p:txBody>
      </p:sp>
      <p:sp>
        <p:nvSpPr>
          <p:cNvPr id="507" name="object 507"/>
          <p:cNvSpPr txBox="1"/>
          <p:nvPr/>
        </p:nvSpPr>
        <p:spPr>
          <a:xfrm>
            <a:off x="10032834" y="1157907"/>
            <a:ext cx="139700" cy="82804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spc="-55" dirty="0">
                <a:solidFill>
                  <a:srgbClr val="252423"/>
                </a:solidFill>
                <a:latin typeface="Tahoma"/>
                <a:cs typeface="Tahoma"/>
              </a:rPr>
              <a:t>Sum of </a:t>
            </a:r>
            <a:r>
              <a:rPr sz="900" spc="-50" dirty="0">
                <a:solidFill>
                  <a:srgbClr val="252423"/>
                </a:solidFill>
                <a:latin typeface="Tahoma"/>
                <a:cs typeface="Tahoma"/>
              </a:rPr>
              <a:t>electors,…</a:t>
            </a:r>
            <a:endParaRPr sz="900">
              <a:latin typeface="Tahoma"/>
              <a:cs typeface="Tahoma"/>
            </a:endParaRPr>
          </a:p>
        </p:txBody>
      </p:sp>
      <p:sp>
        <p:nvSpPr>
          <p:cNvPr id="508" name="object 508"/>
          <p:cNvSpPr txBox="1"/>
          <p:nvPr/>
        </p:nvSpPr>
        <p:spPr>
          <a:xfrm>
            <a:off x="10635567" y="2019306"/>
            <a:ext cx="1651000" cy="318135"/>
          </a:xfrm>
          <a:prstGeom prst="rect">
            <a:avLst/>
          </a:prstGeom>
        </p:spPr>
        <p:txBody>
          <a:bodyPr vert="vert270" wrap="square" lIns="0" tIns="2159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7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IND</a:t>
            </a:r>
            <a:endParaRPr sz="900">
              <a:latin typeface="Segoe UI"/>
              <a:cs typeface="Segoe UI"/>
            </a:endParaRPr>
          </a:p>
          <a:p>
            <a:pPr marL="114300" marR="5080" indent="3175" algn="r">
              <a:lnSpc>
                <a:spcPct val="153400"/>
              </a:lnSpc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INC BJP BSP SP JD</a:t>
            </a:r>
            <a:endParaRPr sz="900">
              <a:latin typeface="Segoe UI"/>
              <a:cs typeface="Segoe UI"/>
            </a:endParaRPr>
          </a:p>
          <a:p>
            <a:pPr marL="67310" marR="5080" indent="-55244" algn="r">
              <a:lnSpc>
                <a:spcPct val="153400"/>
              </a:lnSpc>
            </a:pPr>
            <a:r>
              <a:rPr sz="900" spc="-40" dirty="0">
                <a:solidFill>
                  <a:srgbClr val="605D5C"/>
                </a:solidFill>
                <a:latin typeface="Segoe UI"/>
                <a:cs typeface="Segoe UI"/>
              </a:rPr>
              <a:t>NOTA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CPM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509" name="object 509"/>
          <p:cNvGrpSpPr/>
          <p:nvPr/>
        </p:nvGrpSpPr>
        <p:grpSpPr>
          <a:xfrm>
            <a:off x="10558462" y="2586037"/>
            <a:ext cx="1814830" cy="85725"/>
            <a:chOff x="10558462" y="2586037"/>
            <a:chExt cx="1814830" cy="85725"/>
          </a:xfrm>
        </p:grpSpPr>
        <p:sp>
          <p:nvSpPr>
            <p:cNvPr id="510" name="object 510"/>
            <p:cNvSpPr/>
            <p:nvPr/>
          </p:nvSpPr>
          <p:spPr>
            <a:xfrm>
              <a:off x="10563225" y="2590800"/>
              <a:ext cx="1809750" cy="76200"/>
            </a:xfrm>
            <a:custGeom>
              <a:avLst/>
              <a:gdLst/>
              <a:ahLst/>
              <a:cxnLst/>
              <a:rect l="l" t="t" r="r" b="b"/>
              <a:pathLst>
                <a:path w="1809750" h="76200">
                  <a:moveTo>
                    <a:pt x="1776702" y="76199"/>
                  </a:moveTo>
                  <a:lnTo>
                    <a:pt x="33047" y="76199"/>
                  </a:lnTo>
                  <a:lnTo>
                    <a:pt x="28187" y="75233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100" y="0"/>
                  </a:lnTo>
                  <a:lnTo>
                    <a:pt x="1776702" y="0"/>
                  </a:lnTo>
                  <a:lnTo>
                    <a:pt x="1808783" y="28187"/>
                  </a:lnTo>
                  <a:lnTo>
                    <a:pt x="1809749" y="33047"/>
                  </a:lnTo>
                  <a:lnTo>
                    <a:pt x="1809749" y="43152"/>
                  </a:lnTo>
                  <a:lnTo>
                    <a:pt x="1781562" y="75233"/>
                  </a:lnTo>
                  <a:lnTo>
                    <a:pt x="1776702" y="76199"/>
                  </a:lnTo>
                  <a:close/>
                </a:path>
              </a:pathLst>
            </a:custGeom>
            <a:solidFill>
              <a:srgbClr val="E1E1E1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1" name="object 511"/>
            <p:cNvSpPr/>
            <p:nvPr/>
          </p:nvSpPr>
          <p:spPr>
            <a:xfrm>
              <a:off x="10563225" y="2590800"/>
              <a:ext cx="14604" cy="76200"/>
            </a:xfrm>
            <a:custGeom>
              <a:avLst/>
              <a:gdLst/>
              <a:ahLst/>
              <a:cxnLst/>
              <a:rect l="l" t="t" r="r" b="b"/>
              <a:pathLst>
                <a:path w="14604" h="76200">
                  <a:moveTo>
                    <a:pt x="8097" y="76199"/>
                  </a:moveTo>
                  <a:lnTo>
                    <a:pt x="6201" y="76199"/>
                  </a:lnTo>
                  <a:lnTo>
                    <a:pt x="5289" y="75233"/>
                  </a:lnTo>
                  <a:lnTo>
                    <a:pt x="0" y="43152"/>
                  </a:lnTo>
                  <a:lnTo>
                    <a:pt x="0" y="33047"/>
                  </a:lnTo>
                  <a:lnTo>
                    <a:pt x="6201" y="0"/>
                  </a:lnTo>
                  <a:lnTo>
                    <a:pt x="7149" y="0"/>
                  </a:lnTo>
                  <a:lnTo>
                    <a:pt x="8097" y="0"/>
                  </a:lnTo>
                  <a:lnTo>
                    <a:pt x="14298" y="33047"/>
                  </a:lnTo>
                  <a:lnTo>
                    <a:pt x="14298" y="43152"/>
                  </a:lnTo>
                  <a:lnTo>
                    <a:pt x="9009" y="75233"/>
                  </a:lnTo>
                  <a:lnTo>
                    <a:pt x="8097" y="76199"/>
                  </a:lnTo>
                  <a:close/>
                </a:path>
              </a:pathLst>
            </a:custGeom>
            <a:solidFill>
              <a:srgbClr val="000000">
                <a:alpha val="2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2" name="object 512"/>
            <p:cNvSpPr/>
            <p:nvPr/>
          </p:nvSpPr>
          <p:spPr>
            <a:xfrm>
              <a:off x="10563225" y="2590800"/>
              <a:ext cx="14604" cy="76200"/>
            </a:xfrm>
            <a:custGeom>
              <a:avLst/>
              <a:gdLst/>
              <a:ahLst/>
              <a:cxnLst/>
              <a:rect l="l" t="t" r="r" b="b"/>
              <a:pathLst>
                <a:path w="14604" h="76200">
                  <a:moveTo>
                    <a:pt x="7149" y="0"/>
                  </a:moveTo>
                  <a:lnTo>
                    <a:pt x="8097" y="0"/>
                  </a:lnTo>
                  <a:lnTo>
                    <a:pt x="9009" y="966"/>
                  </a:lnTo>
                  <a:lnTo>
                    <a:pt x="9885" y="2900"/>
                  </a:lnTo>
                  <a:lnTo>
                    <a:pt x="10760" y="4833"/>
                  </a:lnTo>
                  <a:lnTo>
                    <a:pt x="13754" y="23519"/>
                  </a:lnTo>
                  <a:lnTo>
                    <a:pt x="14117" y="28187"/>
                  </a:lnTo>
                  <a:lnTo>
                    <a:pt x="14298" y="33047"/>
                  </a:lnTo>
                  <a:lnTo>
                    <a:pt x="14298" y="38100"/>
                  </a:lnTo>
                  <a:lnTo>
                    <a:pt x="14298" y="43152"/>
                  </a:lnTo>
                  <a:lnTo>
                    <a:pt x="14117" y="48012"/>
                  </a:lnTo>
                  <a:lnTo>
                    <a:pt x="13754" y="52680"/>
                  </a:lnTo>
                  <a:lnTo>
                    <a:pt x="13391" y="57348"/>
                  </a:lnTo>
                  <a:lnTo>
                    <a:pt x="9885" y="73299"/>
                  </a:lnTo>
                  <a:lnTo>
                    <a:pt x="9009" y="75233"/>
                  </a:lnTo>
                  <a:lnTo>
                    <a:pt x="8097" y="76199"/>
                  </a:lnTo>
                  <a:lnTo>
                    <a:pt x="7149" y="76200"/>
                  </a:lnTo>
                  <a:lnTo>
                    <a:pt x="6201" y="76199"/>
                  </a:lnTo>
                  <a:lnTo>
                    <a:pt x="5289" y="75233"/>
                  </a:lnTo>
                  <a:lnTo>
                    <a:pt x="4413" y="73299"/>
                  </a:lnTo>
                  <a:lnTo>
                    <a:pt x="3537" y="71366"/>
                  </a:lnTo>
                  <a:lnTo>
                    <a:pt x="0" y="43152"/>
                  </a:lnTo>
                  <a:lnTo>
                    <a:pt x="0" y="38100"/>
                  </a:lnTo>
                  <a:lnTo>
                    <a:pt x="0" y="33047"/>
                  </a:lnTo>
                  <a:lnTo>
                    <a:pt x="2093" y="11159"/>
                  </a:lnTo>
                  <a:lnTo>
                    <a:pt x="2764" y="7586"/>
                  </a:lnTo>
                  <a:lnTo>
                    <a:pt x="3537" y="4833"/>
                  </a:lnTo>
                  <a:lnTo>
                    <a:pt x="4413" y="2900"/>
                  </a:lnTo>
                  <a:lnTo>
                    <a:pt x="5289" y="966"/>
                  </a:lnTo>
                  <a:lnTo>
                    <a:pt x="6201" y="0"/>
                  </a:lnTo>
                  <a:lnTo>
                    <a:pt x="7149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13" name="object 5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56495" y="910209"/>
            <a:ext cx="95249" cy="95249"/>
          </a:xfrm>
          <a:prstGeom prst="rect">
            <a:avLst/>
          </a:prstGeom>
        </p:spPr>
      </p:pic>
      <p:pic>
        <p:nvPicPr>
          <p:cNvPr id="514" name="object 5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94695" y="910209"/>
            <a:ext cx="95249" cy="95249"/>
          </a:xfrm>
          <a:prstGeom prst="rect">
            <a:avLst/>
          </a:prstGeom>
        </p:spPr>
      </p:pic>
      <p:pic>
        <p:nvPicPr>
          <p:cNvPr id="515" name="object 5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570970" y="910209"/>
            <a:ext cx="95249" cy="95249"/>
          </a:xfrm>
          <a:prstGeom prst="rect">
            <a:avLst/>
          </a:prstGeom>
        </p:spPr>
      </p:pic>
      <p:sp>
        <p:nvSpPr>
          <p:cNvPr id="516" name="object 516"/>
          <p:cNvSpPr txBox="1"/>
          <p:nvPr/>
        </p:nvSpPr>
        <p:spPr>
          <a:xfrm>
            <a:off x="10036175" y="190563"/>
            <a:ext cx="2190115" cy="119189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83185">
              <a:lnSpc>
                <a:spcPts val="1430"/>
              </a:lnSpc>
              <a:spcBef>
                <a:spcPts val="355"/>
              </a:spcBef>
            </a:pP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Sum </a:t>
            </a:r>
            <a:r>
              <a:rPr sz="1400" spc="-85" dirty="0">
                <a:solidFill>
                  <a:srgbClr val="252423"/>
                </a:solidFill>
                <a:latin typeface="Tahoma"/>
                <a:cs typeface="Tahoma"/>
              </a:rPr>
              <a:t>of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55" dirty="0">
                <a:solidFill>
                  <a:srgbClr val="252423"/>
                </a:solidFill>
                <a:latin typeface="Tahoma"/>
                <a:cs typeface="Tahoma"/>
              </a:rPr>
              <a:t>electors,</a:t>
            </a:r>
            <a:r>
              <a:rPr sz="1400" spc="-7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Sum </a:t>
            </a:r>
            <a:r>
              <a:rPr sz="1400" spc="-25" dirty="0">
                <a:solidFill>
                  <a:srgbClr val="252423"/>
                </a:solidFill>
                <a:latin typeface="Tahoma"/>
                <a:cs typeface="Tahoma"/>
              </a:rPr>
              <a:t>of </a:t>
            </a:r>
            <a:r>
              <a:rPr sz="1400" spc="-55" dirty="0">
                <a:solidFill>
                  <a:srgbClr val="252423"/>
                </a:solidFill>
                <a:latin typeface="Tahoma"/>
                <a:cs typeface="Tahoma"/>
              </a:rPr>
              <a:t>totvotpoll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95" dirty="0">
                <a:solidFill>
                  <a:srgbClr val="252423"/>
                </a:solidFill>
                <a:latin typeface="Tahoma"/>
                <a:cs typeface="Tahoma"/>
              </a:rPr>
              <a:t>and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 Sum</a:t>
            </a:r>
            <a:r>
              <a:rPr sz="1400" spc="-7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85" dirty="0">
                <a:solidFill>
                  <a:srgbClr val="252423"/>
                </a:solidFill>
                <a:latin typeface="Tahoma"/>
                <a:cs typeface="Tahoma"/>
              </a:rPr>
              <a:t>of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60" dirty="0">
                <a:solidFill>
                  <a:srgbClr val="252423"/>
                </a:solidFill>
                <a:latin typeface="Tahoma"/>
                <a:cs typeface="Tahoma"/>
              </a:rPr>
              <a:t>year</a:t>
            </a:r>
            <a:r>
              <a:rPr sz="1400" spc="-7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55" dirty="0">
                <a:solidFill>
                  <a:srgbClr val="252423"/>
                </a:solidFill>
                <a:latin typeface="Tahoma"/>
                <a:cs typeface="Tahoma"/>
              </a:rPr>
              <a:t>by </a:t>
            </a:r>
            <a:r>
              <a:rPr sz="1400" spc="-10" dirty="0">
                <a:solidFill>
                  <a:srgbClr val="252423"/>
                </a:solidFill>
                <a:latin typeface="Tahoma"/>
                <a:cs typeface="Tahoma"/>
              </a:rPr>
              <a:t>partyabbre</a:t>
            </a:r>
            <a:endParaRPr sz="1400">
              <a:latin typeface="Tahoma"/>
              <a:cs typeface="Tahoma"/>
            </a:endParaRPr>
          </a:p>
          <a:p>
            <a:pPr marL="132080">
              <a:lnSpc>
                <a:spcPct val="100000"/>
              </a:lnSpc>
              <a:spcBef>
                <a:spcPts val="830"/>
              </a:spcBef>
              <a:tabLst>
                <a:tab pos="970915" algn="l"/>
                <a:tab pos="1648460" algn="l"/>
              </a:tabLst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Sum</a:t>
            </a:r>
            <a:r>
              <a:rPr sz="900" spc="-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of</a:t>
            </a:r>
            <a:r>
              <a:rPr sz="900" spc="-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elec…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	Sum</a:t>
            </a:r>
            <a:r>
              <a:rPr sz="900" spc="-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of</a:t>
            </a:r>
            <a:r>
              <a:rPr sz="900" spc="-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t…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	Sum</a:t>
            </a:r>
            <a:r>
              <a:rPr sz="900" spc="-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of</a:t>
            </a:r>
            <a:r>
              <a:rPr sz="900" spc="-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y…</a:t>
            </a:r>
            <a:endParaRPr sz="9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900">
              <a:latin typeface="Segoe UI"/>
              <a:cs typeface="Segoe UI"/>
            </a:endParaRPr>
          </a:p>
          <a:p>
            <a:pPr marL="176530">
              <a:lnSpc>
                <a:spcPct val="100000"/>
              </a:lnSpc>
            </a:pP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50bn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17" name="object 517"/>
          <p:cNvSpPr/>
          <p:nvPr/>
        </p:nvSpPr>
        <p:spPr>
          <a:xfrm>
            <a:off x="10629900" y="47593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8" name="object 518"/>
          <p:cNvSpPr/>
          <p:nvPr/>
        </p:nvSpPr>
        <p:spPr>
          <a:xfrm>
            <a:off x="10915650" y="4759337"/>
            <a:ext cx="352425" cy="9525"/>
          </a:xfrm>
          <a:custGeom>
            <a:avLst/>
            <a:gdLst/>
            <a:ahLst/>
            <a:cxnLst/>
            <a:rect l="l" t="t" r="r" b="b"/>
            <a:pathLst>
              <a:path w="35242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35242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352425" h="95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352425" h="9525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  <a:path w="352425" h="9525">
                <a:moveTo>
                  <a:pt x="238125" y="0"/>
                </a:moveTo>
                <a:lnTo>
                  <a:pt x="228600" y="0"/>
                </a:lnTo>
                <a:lnTo>
                  <a:pt x="228600" y="9525"/>
                </a:lnTo>
                <a:lnTo>
                  <a:pt x="238125" y="9525"/>
                </a:lnTo>
                <a:lnTo>
                  <a:pt x="238125" y="0"/>
                </a:lnTo>
                <a:close/>
              </a:path>
              <a:path w="352425" h="9525">
                <a:moveTo>
                  <a:pt x="295275" y="0"/>
                </a:moveTo>
                <a:lnTo>
                  <a:pt x="285750" y="0"/>
                </a:lnTo>
                <a:lnTo>
                  <a:pt x="285750" y="9525"/>
                </a:lnTo>
                <a:lnTo>
                  <a:pt x="295275" y="9525"/>
                </a:lnTo>
                <a:lnTo>
                  <a:pt x="295275" y="0"/>
                </a:lnTo>
                <a:close/>
              </a:path>
              <a:path w="352425" h="9525">
                <a:moveTo>
                  <a:pt x="352425" y="0"/>
                </a:moveTo>
                <a:lnTo>
                  <a:pt x="342900" y="0"/>
                </a:lnTo>
                <a:lnTo>
                  <a:pt x="342900" y="9525"/>
                </a:lnTo>
                <a:lnTo>
                  <a:pt x="352425" y="9525"/>
                </a:lnTo>
                <a:lnTo>
                  <a:pt x="35242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9" name="object 519"/>
          <p:cNvSpPr/>
          <p:nvPr/>
        </p:nvSpPr>
        <p:spPr>
          <a:xfrm>
            <a:off x="11315700" y="4759337"/>
            <a:ext cx="981075" cy="9525"/>
          </a:xfrm>
          <a:custGeom>
            <a:avLst/>
            <a:gdLst/>
            <a:ahLst/>
            <a:cxnLst/>
            <a:rect l="l" t="t" r="r" b="b"/>
            <a:pathLst>
              <a:path w="98107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98107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981075" h="95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981075" h="9525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  <a:path w="981075" h="9525">
                <a:moveTo>
                  <a:pt x="238125" y="0"/>
                </a:moveTo>
                <a:lnTo>
                  <a:pt x="228600" y="0"/>
                </a:lnTo>
                <a:lnTo>
                  <a:pt x="228600" y="9525"/>
                </a:lnTo>
                <a:lnTo>
                  <a:pt x="238125" y="9525"/>
                </a:lnTo>
                <a:lnTo>
                  <a:pt x="238125" y="0"/>
                </a:lnTo>
                <a:close/>
              </a:path>
              <a:path w="981075" h="9525">
                <a:moveTo>
                  <a:pt x="295275" y="0"/>
                </a:moveTo>
                <a:lnTo>
                  <a:pt x="285750" y="0"/>
                </a:lnTo>
                <a:lnTo>
                  <a:pt x="285750" y="9525"/>
                </a:lnTo>
                <a:lnTo>
                  <a:pt x="295275" y="9525"/>
                </a:lnTo>
                <a:lnTo>
                  <a:pt x="295275" y="0"/>
                </a:lnTo>
                <a:close/>
              </a:path>
              <a:path w="981075" h="9525">
                <a:moveTo>
                  <a:pt x="352425" y="0"/>
                </a:moveTo>
                <a:lnTo>
                  <a:pt x="342900" y="0"/>
                </a:lnTo>
                <a:lnTo>
                  <a:pt x="342900" y="9525"/>
                </a:lnTo>
                <a:lnTo>
                  <a:pt x="352425" y="9525"/>
                </a:lnTo>
                <a:lnTo>
                  <a:pt x="352425" y="0"/>
                </a:lnTo>
                <a:close/>
              </a:path>
              <a:path w="981075" h="9525">
                <a:moveTo>
                  <a:pt x="409575" y="0"/>
                </a:moveTo>
                <a:lnTo>
                  <a:pt x="400050" y="0"/>
                </a:lnTo>
                <a:lnTo>
                  <a:pt x="400050" y="9525"/>
                </a:lnTo>
                <a:lnTo>
                  <a:pt x="409575" y="9525"/>
                </a:lnTo>
                <a:lnTo>
                  <a:pt x="409575" y="0"/>
                </a:lnTo>
                <a:close/>
              </a:path>
              <a:path w="981075" h="9525">
                <a:moveTo>
                  <a:pt x="466725" y="0"/>
                </a:moveTo>
                <a:lnTo>
                  <a:pt x="457200" y="0"/>
                </a:lnTo>
                <a:lnTo>
                  <a:pt x="457200" y="9525"/>
                </a:lnTo>
                <a:lnTo>
                  <a:pt x="466725" y="9525"/>
                </a:lnTo>
                <a:lnTo>
                  <a:pt x="466725" y="0"/>
                </a:lnTo>
                <a:close/>
              </a:path>
              <a:path w="981075" h="9525">
                <a:moveTo>
                  <a:pt x="523875" y="0"/>
                </a:moveTo>
                <a:lnTo>
                  <a:pt x="514350" y="0"/>
                </a:lnTo>
                <a:lnTo>
                  <a:pt x="514350" y="9525"/>
                </a:lnTo>
                <a:lnTo>
                  <a:pt x="523875" y="9525"/>
                </a:lnTo>
                <a:lnTo>
                  <a:pt x="523875" y="0"/>
                </a:lnTo>
                <a:close/>
              </a:path>
              <a:path w="981075" h="9525">
                <a:moveTo>
                  <a:pt x="581025" y="0"/>
                </a:moveTo>
                <a:lnTo>
                  <a:pt x="571500" y="0"/>
                </a:lnTo>
                <a:lnTo>
                  <a:pt x="571500" y="9525"/>
                </a:lnTo>
                <a:lnTo>
                  <a:pt x="581025" y="9525"/>
                </a:lnTo>
                <a:lnTo>
                  <a:pt x="581025" y="0"/>
                </a:lnTo>
                <a:close/>
              </a:path>
              <a:path w="981075" h="9525">
                <a:moveTo>
                  <a:pt x="638175" y="0"/>
                </a:moveTo>
                <a:lnTo>
                  <a:pt x="628650" y="0"/>
                </a:lnTo>
                <a:lnTo>
                  <a:pt x="628650" y="9525"/>
                </a:lnTo>
                <a:lnTo>
                  <a:pt x="638175" y="9525"/>
                </a:lnTo>
                <a:lnTo>
                  <a:pt x="638175" y="0"/>
                </a:lnTo>
                <a:close/>
              </a:path>
              <a:path w="981075" h="9525">
                <a:moveTo>
                  <a:pt x="695325" y="0"/>
                </a:moveTo>
                <a:lnTo>
                  <a:pt x="685800" y="0"/>
                </a:lnTo>
                <a:lnTo>
                  <a:pt x="685800" y="9525"/>
                </a:lnTo>
                <a:lnTo>
                  <a:pt x="695325" y="9525"/>
                </a:lnTo>
                <a:lnTo>
                  <a:pt x="695325" y="0"/>
                </a:lnTo>
                <a:close/>
              </a:path>
              <a:path w="981075" h="9525">
                <a:moveTo>
                  <a:pt x="752475" y="0"/>
                </a:moveTo>
                <a:lnTo>
                  <a:pt x="742950" y="0"/>
                </a:lnTo>
                <a:lnTo>
                  <a:pt x="742950" y="9525"/>
                </a:lnTo>
                <a:lnTo>
                  <a:pt x="752475" y="9525"/>
                </a:lnTo>
                <a:lnTo>
                  <a:pt x="752475" y="0"/>
                </a:lnTo>
                <a:close/>
              </a:path>
              <a:path w="981075" h="9525">
                <a:moveTo>
                  <a:pt x="809625" y="0"/>
                </a:moveTo>
                <a:lnTo>
                  <a:pt x="800100" y="0"/>
                </a:lnTo>
                <a:lnTo>
                  <a:pt x="800100" y="9525"/>
                </a:lnTo>
                <a:lnTo>
                  <a:pt x="809625" y="9525"/>
                </a:lnTo>
                <a:lnTo>
                  <a:pt x="809625" y="0"/>
                </a:lnTo>
                <a:close/>
              </a:path>
              <a:path w="981075" h="9525">
                <a:moveTo>
                  <a:pt x="866775" y="0"/>
                </a:moveTo>
                <a:lnTo>
                  <a:pt x="857250" y="0"/>
                </a:lnTo>
                <a:lnTo>
                  <a:pt x="857250" y="9525"/>
                </a:lnTo>
                <a:lnTo>
                  <a:pt x="866775" y="9525"/>
                </a:lnTo>
                <a:lnTo>
                  <a:pt x="866775" y="0"/>
                </a:lnTo>
                <a:close/>
              </a:path>
              <a:path w="981075" h="9525">
                <a:moveTo>
                  <a:pt x="923925" y="0"/>
                </a:moveTo>
                <a:lnTo>
                  <a:pt x="914400" y="0"/>
                </a:lnTo>
                <a:lnTo>
                  <a:pt x="914400" y="9525"/>
                </a:lnTo>
                <a:lnTo>
                  <a:pt x="923925" y="9525"/>
                </a:lnTo>
                <a:lnTo>
                  <a:pt x="923925" y="0"/>
                </a:lnTo>
                <a:close/>
              </a:path>
              <a:path w="981075" h="9525">
                <a:moveTo>
                  <a:pt x="981075" y="0"/>
                </a:moveTo>
                <a:lnTo>
                  <a:pt x="971550" y="0"/>
                </a:lnTo>
                <a:lnTo>
                  <a:pt x="971550" y="9525"/>
                </a:lnTo>
                <a:lnTo>
                  <a:pt x="981075" y="9525"/>
                </a:lnTo>
                <a:lnTo>
                  <a:pt x="9810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0" name="object 520"/>
          <p:cNvSpPr/>
          <p:nvPr/>
        </p:nvSpPr>
        <p:spPr>
          <a:xfrm>
            <a:off x="12344400" y="47593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1" name="object 521"/>
          <p:cNvSpPr/>
          <p:nvPr/>
        </p:nvSpPr>
        <p:spPr>
          <a:xfrm>
            <a:off x="10687050" y="3849166"/>
            <a:ext cx="180975" cy="920115"/>
          </a:xfrm>
          <a:custGeom>
            <a:avLst/>
            <a:gdLst/>
            <a:ahLst/>
            <a:cxnLst/>
            <a:rect l="l" t="t" r="r" b="b"/>
            <a:pathLst>
              <a:path w="180975" h="920114">
                <a:moveTo>
                  <a:pt x="9525" y="910170"/>
                </a:moveTo>
                <a:lnTo>
                  <a:pt x="0" y="910170"/>
                </a:lnTo>
                <a:lnTo>
                  <a:pt x="0" y="919695"/>
                </a:lnTo>
                <a:lnTo>
                  <a:pt x="9525" y="919695"/>
                </a:lnTo>
                <a:lnTo>
                  <a:pt x="9525" y="910170"/>
                </a:lnTo>
                <a:close/>
              </a:path>
              <a:path w="180975" h="920114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180975" h="920114">
                <a:moveTo>
                  <a:pt x="66675" y="910170"/>
                </a:moveTo>
                <a:lnTo>
                  <a:pt x="57150" y="910170"/>
                </a:lnTo>
                <a:lnTo>
                  <a:pt x="57150" y="919695"/>
                </a:lnTo>
                <a:lnTo>
                  <a:pt x="66675" y="919695"/>
                </a:lnTo>
                <a:lnTo>
                  <a:pt x="66675" y="910170"/>
                </a:lnTo>
                <a:close/>
              </a:path>
              <a:path w="180975" h="920114">
                <a:moveTo>
                  <a:pt x="123825" y="910170"/>
                </a:moveTo>
                <a:lnTo>
                  <a:pt x="114300" y="910170"/>
                </a:lnTo>
                <a:lnTo>
                  <a:pt x="114300" y="919695"/>
                </a:lnTo>
                <a:lnTo>
                  <a:pt x="123825" y="919695"/>
                </a:lnTo>
                <a:lnTo>
                  <a:pt x="123825" y="910170"/>
                </a:lnTo>
                <a:close/>
              </a:path>
              <a:path w="180975" h="920114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180975" h="920114">
                <a:moveTo>
                  <a:pt x="180975" y="910170"/>
                </a:moveTo>
                <a:lnTo>
                  <a:pt x="171450" y="910170"/>
                </a:lnTo>
                <a:lnTo>
                  <a:pt x="171450" y="919695"/>
                </a:lnTo>
                <a:lnTo>
                  <a:pt x="180975" y="919695"/>
                </a:lnTo>
                <a:lnTo>
                  <a:pt x="180975" y="91017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2" name="object 522"/>
          <p:cNvSpPr txBox="1"/>
          <p:nvPr/>
        </p:nvSpPr>
        <p:spPr>
          <a:xfrm>
            <a:off x="10242004" y="4673699"/>
            <a:ext cx="3054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0.0bn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23" name="object 523"/>
          <p:cNvSpPr/>
          <p:nvPr/>
        </p:nvSpPr>
        <p:spPr>
          <a:xfrm>
            <a:off x="1062990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4" name="object 524"/>
          <p:cNvSpPr/>
          <p:nvPr/>
        </p:nvSpPr>
        <p:spPr>
          <a:xfrm>
            <a:off x="1085850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5" name="object 525"/>
          <p:cNvSpPr/>
          <p:nvPr/>
        </p:nvSpPr>
        <p:spPr>
          <a:xfrm>
            <a:off x="1091565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6" name="object 526"/>
          <p:cNvSpPr/>
          <p:nvPr/>
        </p:nvSpPr>
        <p:spPr>
          <a:xfrm>
            <a:off x="1097280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7" name="object 527"/>
          <p:cNvSpPr/>
          <p:nvPr/>
        </p:nvSpPr>
        <p:spPr>
          <a:xfrm>
            <a:off x="1102995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8" name="object 528"/>
          <p:cNvSpPr/>
          <p:nvPr/>
        </p:nvSpPr>
        <p:spPr>
          <a:xfrm>
            <a:off x="1108710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9" name="object 529"/>
          <p:cNvSpPr/>
          <p:nvPr/>
        </p:nvSpPr>
        <p:spPr>
          <a:xfrm>
            <a:off x="1114425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0" name="object 530"/>
          <p:cNvSpPr/>
          <p:nvPr/>
        </p:nvSpPr>
        <p:spPr>
          <a:xfrm>
            <a:off x="1120140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1" name="object 531"/>
          <p:cNvSpPr/>
          <p:nvPr/>
        </p:nvSpPr>
        <p:spPr>
          <a:xfrm>
            <a:off x="1125855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2" name="object 532"/>
          <p:cNvSpPr/>
          <p:nvPr/>
        </p:nvSpPr>
        <p:spPr>
          <a:xfrm>
            <a:off x="1131570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3" name="object 533"/>
          <p:cNvSpPr/>
          <p:nvPr/>
        </p:nvSpPr>
        <p:spPr>
          <a:xfrm>
            <a:off x="1137285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4" name="object 534"/>
          <p:cNvSpPr/>
          <p:nvPr/>
        </p:nvSpPr>
        <p:spPr>
          <a:xfrm>
            <a:off x="1143000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5" name="object 535"/>
          <p:cNvSpPr/>
          <p:nvPr/>
        </p:nvSpPr>
        <p:spPr>
          <a:xfrm>
            <a:off x="1148715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6" name="object 536"/>
          <p:cNvSpPr/>
          <p:nvPr/>
        </p:nvSpPr>
        <p:spPr>
          <a:xfrm>
            <a:off x="1154430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7" name="object 537"/>
          <p:cNvSpPr/>
          <p:nvPr/>
        </p:nvSpPr>
        <p:spPr>
          <a:xfrm>
            <a:off x="1160145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8" name="object 538"/>
          <p:cNvSpPr/>
          <p:nvPr/>
        </p:nvSpPr>
        <p:spPr>
          <a:xfrm>
            <a:off x="1165860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9" name="object 539"/>
          <p:cNvSpPr/>
          <p:nvPr/>
        </p:nvSpPr>
        <p:spPr>
          <a:xfrm>
            <a:off x="1171575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0" name="object 540"/>
          <p:cNvSpPr/>
          <p:nvPr/>
        </p:nvSpPr>
        <p:spPr>
          <a:xfrm>
            <a:off x="1177290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1" name="object 541"/>
          <p:cNvSpPr/>
          <p:nvPr/>
        </p:nvSpPr>
        <p:spPr>
          <a:xfrm>
            <a:off x="1183005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2" name="object 542"/>
          <p:cNvSpPr/>
          <p:nvPr/>
        </p:nvSpPr>
        <p:spPr>
          <a:xfrm>
            <a:off x="1188720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3" name="object 543"/>
          <p:cNvSpPr/>
          <p:nvPr/>
        </p:nvSpPr>
        <p:spPr>
          <a:xfrm>
            <a:off x="1194435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4" name="object 544"/>
          <p:cNvSpPr/>
          <p:nvPr/>
        </p:nvSpPr>
        <p:spPr>
          <a:xfrm>
            <a:off x="1200150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5" name="object 545"/>
          <p:cNvSpPr/>
          <p:nvPr/>
        </p:nvSpPr>
        <p:spPr>
          <a:xfrm>
            <a:off x="1205865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6" name="object 546"/>
          <p:cNvSpPr/>
          <p:nvPr/>
        </p:nvSpPr>
        <p:spPr>
          <a:xfrm>
            <a:off x="1211580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7" name="object 547"/>
          <p:cNvSpPr/>
          <p:nvPr/>
        </p:nvSpPr>
        <p:spPr>
          <a:xfrm>
            <a:off x="1217295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8" name="object 548"/>
          <p:cNvSpPr/>
          <p:nvPr/>
        </p:nvSpPr>
        <p:spPr>
          <a:xfrm>
            <a:off x="1223010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9" name="object 549"/>
          <p:cNvSpPr/>
          <p:nvPr/>
        </p:nvSpPr>
        <p:spPr>
          <a:xfrm>
            <a:off x="1228725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0" name="object 550"/>
          <p:cNvSpPr/>
          <p:nvPr/>
        </p:nvSpPr>
        <p:spPr>
          <a:xfrm>
            <a:off x="12344400" y="38491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1" name="object 551"/>
          <p:cNvSpPr txBox="1"/>
          <p:nvPr/>
        </p:nvSpPr>
        <p:spPr>
          <a:xfrm>
            <a:off x="10242004" y="3763533"/>
            <a:ext cx="3054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0.5bn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52" name="object 552"/>
          <p:cNvSpPr txBox="1"/>
          <p:nvPr/>
        </p:nvSpPr>
        <p:spPr>
          <a:xfrm>
            <a:off x="11228585" y="5337175"/>
            <a:ext cx="5461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65" dirty="0">
                <a:solidFill>
                  <a:srgbClr val="252423"/>
                </a:solidFill>
                <a:latin typeface="Tahoma"/>
                <a:cs typeface="Tahoma"/>
              </a:rPr>
              <a:t>st_name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53" name="object 553"/>
          <p:cNvSpPr txBox="1"/>
          <p:nvPr/>
        </p:nvSpPr>
        <p:spPr>
          <a:xfrm>
            <a:off x="10041246" y="3657029"/>
            <a:ext cx="177800" cy="111252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275"/>
              </a:lnSpc>
            </a:pPr>
            <a:r>
              <a:rPr sz="1200" spc="-80" dirty="0">
                <a:solidFill>
                  <a:srgbClr val="252423"/>
                </a:solidFill>
                <a:latin typeface="Tahoma"/>
                <a:cs typeface="Tahoma"/>
              </a:rPr>
              <a:t>Sum </a:t>
            </a:r>
            <a:r>
              <a:rPr sz="1200" spc="-75" dirty="0">
                <a:solidFill>
                  <a:srgbClr val="252423"/>
                </a:solidFill>
                <a:latin typeface="Tahoma"/>
                <a:cs typeface="Tahoma"/>
              </a:rPr>
              <a:t>of</a:t>
            </a:r>
            <a:r>
              <a:rPr sz="1200" spc="-8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200" spc="-70" dirty="0">
                <a:solidFill>
                  <a:srgbClr val="252423"/>
                </a:solidFill>
                <a:latin typeface="Tahoma"/>
                <a:cs typeface="Tahoma"/>
              </a:rPr>
              <a:t>totvotpol…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54" name="object 554"/>
          <p:cNvSpPr txBox="1"/>
          <p:nvPr/>
        </p:nvSpPr>
        <p:spPr>
          <a:xfrm>
            <a:off x="10696040" y="4806937"/>
            <a:ext cx="1596390" cy="498475"/>
          </a:xfrm>
          <a:prstGeom prst="rect">
            <a:avLst/>
          </a:prstGeom>
        </p:spPr>
        <p:txBody>
          <a:bodyPr vert="vert270" wrap="square" lIns="0" tIns="2159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70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Uttar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Pr…</a:t>
            </a:r>
            <a:endParaRPr sz="900">
              <a:latin typeface="Segoe UI"/>
              <a:cs typeface="Segoe UI"/>
            </a:endParaRPr>
          </a:p>
          <a:p>
            <a:pPr marL="33020" marR="5080" indent="21590" algn="just">
              <a:lnSpc>
                <a:spcPct val="147800"/>
              </a:lnSpc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West</a:t>
            </a:r>
            <a:r>
              <a:rPr sz="900" spc="-5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B…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Andhra…</a:t>
            </a:r>
            <a:endParaRPr sz="900">
              <a:latin typeface="Segoe UI"/>
              <a:cs typeface="Segoe UI"/>
            </a:endParaRPr>
          </a:p>
          <a:p>
            <a:pPr marL="17145" marR="5080" indent="211454" algn="just">
              <a:lnSpc>
                <a:spcPct val="147800"/>
              </a:lnSpc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Bihar Mahara… </a:t>
            </a: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Tamil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N…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Madhy… Karnata…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555" name="object 555"/>
          <p:cNvGrpSpPr/>
          <p:nvPr/>
        </p:nvGrpSpPr>
        <p:grpSpPr>
          <a:xfrm>
            <a:off x="10710973" y="3824820"/>
            <a:ext cx="152400" cy="934719"/>
            <a:chOff x="10710973" y="3824820"/>
            <a:chExt cx="152400" cy="934719"/>
          </a:xfrm>
        </p:grpSpPr>
        <p:sp>
          <p:nvSpPr>
            <p:cNvPr id="556" name="object 556"/>
            <p:cNvSpPr/>
            <p:nvPr/>
          </p:nvSpPr>
          <p:spPr>
            <a:xfrm>
              <a:off x="10710973" y="3824820"/>
              <a:ext cx="76200" cy="934719"/>
            </a:xfrm>
            <a:custGeom>
              <a:avLst/>
              <a:gdLst/>
              <a:ahLst/>
              <a:cxnLst/>
              <a:rect l="l" t="t" r="r" b="b"/>
              <a:pathLst>
                <a:path w="76200" h="934720">
                  <a:moveTo>
                    <a:pt x="76199" y="934505"/>
                  </a:moveTo>
                  <a:lnTo>
                    <a:pt x="0" y="934505"/>
                  </a:lnTo>
                  <a:lnTo>
                    <a:pt x="0" y="0"/>
                  </a:lnTo>
                  <a:lnTo>
                    <a:pt x="76199" y="0"/>
                  </a:lnTo>
                  <a:lnTo>
                    <a:pt x="76199" y="934505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7" name="object 557"/>
            <p:cNvSpPr/>
            <p:nvPr/>
          </p:nvSpPr>
          <p:spPr>
            <a:xfrm>
              <a:off x="10787173" y="4705580"/>
              <a:ext cx="76200" cy="53975"/>
            </a:xfrm>
            <a:custGeom>
              <a:avLst/>
              <a:gdLst/>
              <a:ahLst/>
              <a:cxnLst/>
              <a:rect l="l" t="t" r="r" b="b"/>
              <a:pathLst>
                <a:path w="76200" h="53975">
                  <a:moveTo>
                    <a:pt x="76199" y="53745"/>
                  </a:moveTo>
                  <a:lnTo>
                    <a:pt x="0" y="53745"/>
                  </a:lnTo>
                  <a:lnTo>
                    <a:pt x="0" y="0"/>
                  </a:lnTo>
                  <a:lnTo>
                    <a:pt x="76199" y="0"/>
                  </a:lnTo>
                  <a:lnTo>
                    <a:pt x="76199" y="53745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58" name="object 558"/>
          <p:cNvGrpSpPr/>
          <p:nvPr/>
        </p:nvGrpSpPr>
        <p:grpSpPr>
          <a:xfrm>
            <a:off x="10913656" y="4098123"/>
            <a:ext cx="355600" cy="661670"/>
            <a:chOff x="10913656" y="4098123"/>
            <a:chExt cx="355600" cy="661670"/>
          </a:xfrm>
        </p:grpSpPr>
        <p:sp>
          <p:nvSpPr>
            <p:cNvPr id="559" name="object 559"/>
            <p:cNvSpPr/>
            <p:nvPr/>
          </p:nvSpPr>
          <p:spPr>
            <a:xfrm>
              <a:off x="10913656" y="4098124"/>
              <a:ext cx="279400" cy="661670"/>
            </a:xfrm>
            <a:custGeom>
              <a:avLst/>
              <a:gdLst/>
              <a:ahLst/>
              <a:cxnLst/>
              <a:rect l="l" t="t" r="r" b="b"/>
              <a:pathLst>
                <a:path w="279400" h="661670">
                  <a:moveTo>
                    <a:pt x="76200" y="0"/>
                  </a:moveTo>
                  <a:lnTo>
                    <a:pt x="0" y="0"/>
                  </a:lnTo>
                  <a:lnTo>
                    <a:pt x="0" y="661212"/>
                  </a:lnTo>
                  <a:lnTo>
                    <a:pt x="76200" y="661212"/>
                  </a:lnTo>
                  <a:lnTo>
                    <a:pt x="76200" y="0"/>
                  </a:lnTo>
                  <a:close/>
                </a:path>
                <a:path w="279400" h="661670">
                  <a:moveTo>
                    <a:pt x="278879" y="56146"/>
                  </a:moveTo>
                  <a:lnTo>
                    <a:pt x="202679" y="56146"/>
                  </a:lnTo>
                  <a:lnTo>
                    <a:pt x="202679" y="661212"/>
                  </a:lnTo>
                  <a:lnTo>
                    <a:pt x="278879" y="661212"/>
                  </a:lnTo>
                  <a:lnTo>
                    <a:pt x="278879" y="56146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0" name="object 560"/>
            <p:cNvSpPr/>
            <p:nvPr/>
          </p:nvSpPr>
          <p:spPr>
            <a:xfrm>
              <a:off x="10989856" y="4740300"/>
              <a:ext cx="279400" cy="19050"/>
            </a:xfrm>
            <a:custGeom>
              <a:avLst/>
              <a:gdLst/>
              <a:ahLst/>
              <a:cxnLst/>
              <a:rect l="l" t="t" r="r" b="b"/>
              <a:pathLst>
                <a:path w="279400" h="19050">
                  <a:moveTo>
                    <a:pt x="76200" y="5765"/>
                  </a:moveTo>
                  <a:lnTo>
                    <a:pt x="0" y="5765"/>
                  </a:lnTo>
                  <a:lnTo>
                    <a:pt x="0" y="19037"/>
                  </a:lnTo>
                  <a:lnTo>
                    <a:pt x="76200" y="19037"/>
                  </a:lnTo>
                  <a:lnTo>
                    <a:pt x="76200" y="5765"/>
                  </a:lnTo>
                  <a:close/>
                </a:path>
                <a:path w="279400" h="19050">
                  <a:moveTo>
                    <a:pt x="278879" y="0"/>
                  </a:moveTo>
                  <a:lnTo>
                    <a:pt x="202679" y="0"/>
                  </a:lnTo>
                  <a:lnTo>
                    <a:pt x="202679" y="19037"/>
                  </a:lnTo>
                  <a:lnTo>
                    <a:pt x="278879" y="19037"/>
                  </a:lnTo>
                  <a:lnTo>
                    <a:pt x="278879" y="0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61" name="object 561"/>
          <p:cNvGrpSpPr/>
          <p:nvPr/>
        </p:nvGrpSpPr>
        <p:grpSpPr>
          <a:xfrm>
            <a:off x="11319023" y="4171467"/>
            <a:ext cx="963294" cy="588010"/>
            <a:chOff x="11319023" y="4171467"/>
            <a:chExt cx="963294" cy="588010"/>
          </a:xfrm>
        </p:grpSpPr>
        <p:sp>
          <p:nvSpPr>
            <p:cNvPr id="562" name="object 562"/>
            <p:cNvSpPr/>
            <p:nvPr/>
          </p:nvSpPr>
          <p:spPr>
            <a:xfrm>
              <a:off x="11319015" y="4171467"/>
              <a:ext cx="887094" cy="588010"/>
            </a:xfrm>
            <a:custGeom>
              <a:avLst/>
              <a:gdLst/>
              <a:ahLst/>
              <a:cxnLst/>
              <a:rect l="l" t="t" r="r" b="b"/>
              <a:pathLst>
                <a:path w="887095" h="588010">
                  <a:moveTo>
                    <a:pt x="76200" y="0"/>
                  </a:moveTo>
                  <a:lnTo>
                    <a:pt x="0" y="0"/>
                  </a:lnTo>
                  <a:lnTo>
                    <a:pt x="0" y="587870"/>
                  </a:lnTo>
                  <a:lnTo>
                    <a:pt x="76200" y="587870"/>
                  </a:lnTo>
                  <a:lnTo>
                    <a:pt x="76200" y="0"/>
                  </a:lnTo>
                  <a:close/>
                </a:path>
                <a:path w="887095" h="588010">
                  <a:moveTo>
                    <a:pt x="278879" y="3695"/>
                  </a:moveTo>
                  <a:lnTo>
                    <a:pt x="202679" y="3695"/>
                  </a:lnTo>
                  <a:lnTo>
                    <a:pt x="202679" y="587870"/>
                  </a:lnTo>
                  <a:lnTo>
                    <a:pt x="278879" y="587870"/>
                  </a:lnTo>
                  <a:lnTo>
                    <a:pt x="278879" y="3695"/>
                  </a:lnTo>
                  <a:close/>
                </a:path>
                <a:path w="887095" h="588010">
                  <a:moveTo>
                    <a:pt x="481571" y="62306"/>
                  </a:moveTo>
                  <a:lnTo>
                    <a:pt x="405371" y="62306"/>
                  </a:lnTo>
                  <a:lnTo>
                    <a:pt x="405371" y="587870"/>
                  </a:lnTo>
                  <a:lnTo>
                    <a:pt x="481571" y="587870"/>
                  </a:lnTo>
                  <a:lnTo>
                    <a:pt x="481571" y="62306"/>
                  </a:lnTo>
                  <a:close/>
                </a:path>
                <a:path w="887095" h="588010">
                  <a:moveTo>
                    <a:pt x="684250" y="190715"/>
                  </a:moveTo>
                  <a:lnTo>
                    <a:pt x="608050" y="190715"/>
                  </a:lnTo>
                  <a:lnTo>
                    <a:pt x="608050" y="587870"/>
                  </a:lnTo>
                  <a:lnTo>
                    <a:pt x="684250" y="587870"/>
                  </a:lnTo>
                  <a:lnTo>
                    <a:pt x="684250" y="190715"/>
                  </a:lnTo>
                  <a:close/>
                </a:path>
                <a:path w="887095" h="588010">
                  <a:moveTo>
                    <a:pt x="886929" y="202971"/>
                  </a:moveTo>
                  <a:lnTo>
                    <a:pt x="810729" y="202971"/>
                  </a:lnTo>
                  <a:lnTo>
                    <a:pt x="810729" y="587870"/>
                  </a:lnTo>
                  <a:lnTo>
                    <a:pt x="886929" y="587870"/>
                  </a:lnTo>
                  <a:lnTo>
                    <a:pt x="886929" y="202971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3" name="object 563"/>
            <p:cNvSpPr/>
            <p:nvPr/>
          </p:nvSpPr>
          <p:spPr>
            <a:xfrm>
              <a:off x="11395215" y="4731270"/>
              <a:ext cx="887094" cy="28575"/>
            </a:xfrm>
            <a:custGeom>
              <a:avLst/>
              <a:gdLst/>
              <a:ahLst/>
              <a:cxnLst/>
              <a:rect l="l" t="t" r="r" b="b"/>
              <a:pathLst>
                <a:path w="887095" h="28575">
                  <a:moveTo>
                    <a:pt x="76200" y="0"/>
                  </a:moveTo>
                  <a:lnTo>
                    <a:pt x="0" y="0"/>
                  </a:lnTo>
                  <a:lnTo>
                    <a:pt x="0" y="28067"/>
                  </a:lnTo>
                  <a:lnTo>
                    <a:pt x="76200" y="28067"/>
                  </a:lnTo>
                  <a:lnTo>
                    <a:pt x="76200" y="0"/>
                  </a:lnTo>
                  <a:close/>
                </a:path>
                <a:path w="887095" h="28575">
                  <a:moveTo>
                    <a:pt x="278879" y="4584"/>
                  </a:moveTo>
                  <a:lnTo>
                    <a:pt x="202679" y="4584"/>
                  </a:lnTo>
                  <a:lnTo>
                    <a:pt x="202679" y="28067"/>
                  </a:lnTo>
                  <a:lnTo>
                    <a:pt x="278879" y="28067"/>
                  </a:lnTo>
                  <a:lnTo>
                    <a:pt x="278879" y="4584"/>
                  </a:lnTo>
                  <a:close/>
                </a:path>
                <a:path w="887095" h="28575">
                  <a:moveTo>
                    <a:pt x="481571" y="8737"/>
                  </a:moveTo>
                  <a:lnTo>
                    <a:pt x="405371" y="8737"/>
                  </a:lnTo>
                  <a:lnTo>
                    <a:pt x="405371" y="28067"/>
                  </a:lnTo>
                  <a:lnTo>
                    <a:pt x="481571" y="28067"/>
                  </a:lnTo>
                  <a:lnTo>
                    <a:pt x="481571" y="8737"/>
                  </a:lnTo>
                  <a:close/>
                </a:path>
                <a:path w="887095" h="28575">
                  <a:moveTo>
                    <a:pt x="684250" y="9182"/>
                  </a:moveTo>
                  <a:lnTo>
                    <a:pt x="608050" y="9182"/>
                  </a:lnTo>
                  <a:lnTo>
                    <a:pt x="608050" y="28067"/>
                  </a:lnTo>
                  <a:lnTo>
                    <a:pt x="684250" y="28067"/>
                  </a:lnTo>
                  <a:lnTo>
                    <a:pt x="684250" y="9182"/>
                  </a:lnTo>
                  <a:close/>
                </a:path>
                <a:path w="887095" h="28575">
                  <a:moveTo>
                    <a:pt x="886929" y="14884"/>
                  </a:moveTo>
                  <a:lnTo>
                    <a:pt x="810729" y="14884"/>
                  </a:lnTo>
                  <a:lnTo>
                    <a:pt x="810729" y="28067"/>
                  </a:lnTo>
                  <a:lnTo>
                    <a:pt x="886929" y="28067"/>
                  </a:lnTo>
                  <a:lnTo>
                    <a:pt x="886929" y="14884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64" name="object 564"/>
          <p:cNvGrpSpPr/>
          <p:nvPr/>
        </p:nvGrpSpPr>
        <p:grpSpPr>
          <a:xfrm>
            <a:off x="10625137" y="5526087"/>
            <a:ext cx="1748155" cy="85725"/>
            <a:chOff x="10625137" y="5526087"/>
            <a:chExt cx="1748155" cy="85725"/>
          </a:xfrm>
        </p:grpSpPr>
        <p:sp>
          <p:nvSpPr>
            <p:cNvPr id="565" name="object 565"/>
            <p:cNvSpPr/>
            <p:nvPr/>
          </p:nvSpPr>
          <p:spPr>
            <a:xfrm>
              <a:off x="10629900" y="5530850"/>
              <a:ext cx="1743075" cy="76200"/>
            </a:xfrm>
            <a:custGeom>
              <a:avLst/>
              <a:gdLst/>
              <a:ahLst/>
              <a:cxnLst/>
              <a:rect l="l" t="t" r="r" b="b"/>
              <a:pathLst>
                <a:path w="1743075" h="76200">
                  <a:moveTo>
                    <a:pt x="1710027" y="76199"/>
                  </a:moveTo>
                  <a:lnTo>
                    <a:pt x="33047" y="76199"/>
                  </a:lnTo>
                  <a:lnTo>
                    <a:pt x="28187" y="75233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100" y="0"/>
                  </a:lnTo>
                  <a:lnTo>
                    <a:pt x="1710027" y="0"/>
                  </a:lnTo>
                  <a:lnTo>
                    <a:pt x="1742108" y="28187"/>
                  </a:lnTo>
                  <a:lnTo>
                    <a:pt x="1743074" y="33047"/>
                  </a:lnTo>
                  <a:lnTo>
                    <a:pt x="1743074" y="43152"/>
                  </a:lnTo>
                  <a:lnTo>
                    <a:pt x="1714887" y="75233"/>
                  </a:lnTo>
                  <a:lnTo>
                    <a:pt x="1710027" y="76199"/>
                  </a:lnTo>
                  <a:close/>
                </a:path>
              </a:pathLst>
            </a:custGeom>
            <a:solidFill>
              <a:srgbClr val="E1E1E1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6" name="object 566"/>
            <p:cNvSpPr/>
            <p:nvPr/>
          </p:nvSpPr>
          <p:spPr>
            <a:xfrm>
              <a:off x="10629900" y="5530850"/>
              <a:ext cx="321310" cy="76200"/>
            </a:xfrm>
            <a:custGeom>
              <a:avLst/>
              <a:gdLst/>
              <a:ahLst/>
              <a:cxnLst/>
              <a:rect l="l" t="t" r="r" b="b"/>
              <a:pathLst>
                <a:path w="321309" h="76200">
                  <a:moveTo>
                    <a:pt x="287938" y="76199"/>
                  </a:moveTo>
                  <a:lnTo>
                    <a:pt x="33047" y="76199"/>
                  </a:lnTo>
                  <a:lnTo>
                    <a:pt x="28187" y="75233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100" y="0"/>
                  </a:lnTo>
                  <a:lnTo>
                    <a:pt x="287938" y="0"/>
                  </a:lnTo>
                  <a:lnTo>
                    <a:pt x="320019" y="28187"/>
                  </a:lnTo>
                  <a:lnTo>
                    <a:pt x="320985" y="33047"/>
                  </a:lnTo>
                  <a:lnTo>
                    <a:pt x="320985" y="43152"/>
                  </a:lnTo>
                  <a:lnTo>
                    <a:pt x="292798" y="75233"/>
                  </a:lnTo>
                  <a:lnTo>
                    <a:pt x="287938" y="76199"/>
                  </a:lnTo>
                  <a:close/>
                </a:path>
              </a:pathLst>
            </a:custGeom>
            <a:solidFill>
              <a:srgbClr val="000000">
                <a:alpha val="2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7" name="object 567"/>
            <p:cNvSpPr/>
            <p:nvPr/>
          </p:nvSpPr>
          <p:spPr>
            <a:xfrm>
              <a:off x="10629900" y="5530850"/>
              <a:ext cx="321310" cy="76200"/>
            </a:xfrm>
            <a:custGeom>
              <a:avLst/>
              <a:gdLst/>
              <a:ahLst/>
              <a:cxnLst/>
              <a:rect l="l" t="t" r="r" b="b"/>
              <a:pathLst>
                <a:path w="321309" h="76200">
                  <a:moveTo>
                    <a:pt x="38100" y="0"/>
                  </a:moveTo>
                  <a:lnTo>
                    <a:pt x="282885" y="0"/>
                  </a:lnTo>
                  <a:lnTo>
                    <a:pt x="287938" y="0"/>
                  </a:lnTo>
                  <a:lnTo>
                    <a:pt x="292798" y="966"/>
                  </a:lnTo>
                  <a:lnTo>
                    <a:pt x="297466" y="2900"/>
                  </a:lnTo>
                  <a:lnTo>
                    <a:pt x="302133" y="4833"/>
                  </a:lnTo>
                  <a:lnTo>
                    <a:pt x="306253" y="7586"/>
                  </a:lnTo>
                  <a:lnTo>
                    <a:pt x="309826" y="11159"/>
                  </a:lnTo>
                  <a:lnTo>
                    <a:pt x="313399" y="14731"/>
                  </a:lnTo>
                  <a:lnTo>
                    <a:pt x="316152" y="18851"/>
                  </a:lnTo>
                  <a:lnTo>
                    <a:pt x="318085" y="23519"/>
                  </a:lnTo>
                  <a:lnTo>
                    <a:pt x="320019" y="28187"/>
                  </a:lnTo>
                  <a:lnTo>
                    <a:pt x="320985" y="33047"/>
                  </a:lnTo>
                  <a:lnTo>
                    <a:pt x="320985" y="38100"/>
                  </a:lnTo>
                  <a:lnTo>
                    <a:pt x="320985" y="43152"/>
                  </a:lnTo>
                  <a:lnTo>
                    <a:pt x="320019" y="48012"/>
                  </a:lnTo>
                  <a:lnTo>
                    <a:pt x="318085" y="52680"/>
                  </a:lnTo>
                  <a:lnTo>
                    <a:pt x="316152" y="57348"/>
                  </a:lnTo>
                  <a:lnTo>
                    <a:pt x="313399" y="61468"/>
                  </a:lnTo>
                  <a:lnTo>
                    <a:pt x="309826" y="65040"/>
                  </a:lnTo>
                  <a:lnTo>
                    <a:pt x="306253" y="68613"/>
                  </a:lnTo>
                  <a:lnTo>
                    <a:pt x="302133" y="71366"/>
                  </a:lnTo>
                  <a:lnTo>
                    <a:pt x="297466" y="73299"/>
                  </a:lnTo>
                  <a:lnTo>
                    <a:pt x="292798" y="75233"/>
                  </a:lnTo>
                  <a:lnTo>
                    <a:pt x="287938" y="76199"/>
                  </a:lnTo>
                  <a:lnTo>
                    <a:pt x="282885" y="76200"/>
                  </a:lnTo>
                  <a:lnTo>
                    <a:pt x="38100" y="76200"/>
                  </a:lnTo>
                  <a:lnTo>
                    <a:pt x="33047" y="76199"/>
                  </a:lnTo>
                  <a:lnTo>
                    <a:pt x="28187" y="75233"/>
                  </a:lnTo>
                  <a:lnTo>
                    <a:pt x="23519" y="73299"/>
                  </a:lnTo>
                  <a:lnTo>
                    <a:pt x="18851" y="71366"/>
                  </a:lnTo>
                  <a:lnTo>
                    <a:pt x="0" y="43152"/>
                  </a:lnTo>
                  <a:lnTo>
                    <a:pt x="0" y="38100"/>
                  </a:lnTo>
                  <a:lnTo>
                    <a:pt x="0" y="33047"/>
                  </a:lnTo>
                  <a:lnTo>
                    <a:pt x="11159" y="11159"/>
                  </a:lnTo>
                  <a:lnTo>
                    <a:pt x="14731" y="7586"/>
                  </a:lnTo>
                  <a:lnTo>
                    <a:pt x="18851" y="4833"/>
                  </a:lnTo>
                  <a:lnTo>
                    <a:pt x="23519" y="2900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68" name="object 56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59034" y="3402838"/>
            <a:ext cx="95249" cy="95249"/>
          </a:xfrm>
          <a:prstGeom prst="rect">
            <a:avLst/>
          </a:prstGeom>
        </p:spPr>
      </p:pic>
      <p:pic>
        <p:nvPicPr>
          <p:cNvPr id="569" name="object 56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11559" y="3402838"/>
            <a:ext cx="95249" cy="95249"/>
          </a:xfrm>
          <a:prstGeom prst="rect">
            <a:avLst/>
          </a:prstGeom>
        </p:spPr>
      </p:pic>
      <p:sp>
        <p:nvSpPr>
          <p:cNvPr id="570" name="object 570"/>
          <p:cNvSpPr txBox="1"/>
          <p:nvPr/>
        </p:nvSpPr>
        <p:spPr>
          <a:xfrm>
            <a:off x="10036175" y="2857563"/>
            <a:ext cx="2081530" cy="67627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355"/>
              </a:spcBef>
            </a:pP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Sum </a:t>
            </a:r>
            <a:r>
              <a:rPr sz="1400" spc="-85" dirty="0">
                <a:solidFill>
                  <a:srgbClr val="252423"/>
                </a:solidFill>
                <a:latin typeface="Tahoma"/>
                <a:cs typeface="Tahoma"/>
              </a:rPr>
              <a:t>of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55" dirty="0">
                <a:solidFill>
                  <a:srgbClr val="252423"/>
                </a:solidFill>
                <a:latin typeface="Tahoma"/>
                <a:cs typeface="Tahoma"/>
              </a:rPr>
              <a:t>totvotpoll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95" dirty="0">
                <a:solidFill>
                  <a:srgbClr val="252423"/>
                </a:solidFill>
                <a:latin typeface="Tahoma"/>
                <a:cs typeface="Tahoma"/>
              </a:rPr>
              <a:t>and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 Sum </a:t>
            </a:r>
            <a:r>
              <a:rPr sz="1400" spc="-65" dirty="0">
                <a:solidFill>
                  <a:srgbClr val="252423"/>
                </a:solidFill>
                <a:latin typeface="Tahoma"/>
                <a:cs typeface="Tahoma"/>
              </a:rPr>
              <a:t>of </a:t>
            </a:r>
            <a:r>
              <a:rPr sz="1400" spc="-60" dirty="0">
                <a:solidFill>
                  <a:srgbClr val="252423"/>
                </a:solidFill>
                <a:latin typeface="Tahoma"/>
                <a:cs typeface="Tahoma"/>
              </a:rPr>
              <a:t>year</a:t>
            </a:r>
            <a:r>
              <a:rPr sz="1400" spc="-9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by</a:t>
            </a:r>
            <a:r>
              <a:rPr sz="1400" spc="-9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52423"/>
                </a:solidFill>
                <a:latin typeface="Tahoma"/>
                <a:cs typeface="Tahoma"/>
              </a:rPr>
              <a:t>st_name</a:t>
            </a:r>
            <a:endParaRPr sz="1400">
              <a:latin typeface="Tahoma"/>
              <a:cs typeface="Tahoma"/>
            </a:endParaRPr>
          </a:p>
          <a:p>
            <a:pPr marL="137160">
              <a:lnSpc>
                <a:spcPct val="100000"/>
              </a:lnSpc>
              <a:spcBef>
                <a:spcPts val="810"/>
              </a:spcBef>
              <a:tabLst>
                <a:tab pos="1292225" algn="l"/>
              </a:tabLst>
            </a:pP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Sum</a:t>
            </a:r>
            <a:r>
              <a:rPr sz="1000" spc="-2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of</a:t>
            </a:r>
            <a:r>
              <a:rPr sz="1000" spc="-2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605D5C"/>
                </a:solidFill>
                <a:latin typeface="Segoe UI"/>
                <a:cs typeface="Segoe UI"/>
              </a:rPr>
              <a:t>totvotpoll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	Sum</a:t>
            </a:r>
            <a:r>
              <a:rPr sz="1000" spc="-2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of</a:t>
            </a:r>
            <a:r>
              <a:rPr sz="1000" spc="-20" dirty="0">
                <a:solidFill>
                  <a:srgbClr val="605D5C"/>
                </a:solidFill>
                <a:latin typeface="Segoe UI"/>
                <a:cs typeface="Segoe UI"/>
              </a:rPr>
              <a:t> year</a:t>
            </a:r>
            <a:endParaRPr sz="100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59814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81687" y="314808"/>
            <a:ext cx="885825" cy="15240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Power</a:t>
            </a:r>
            <a:r>
              <a:rPr sz="900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BI</a:t>
            </a:r>
            <a:r>
              <a:rPr sz="900" spc="-2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Segoe UI"/>
                <a:cs typeface="Segoe UI"/>
              </a:rPr>
              <a:t>Desktop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8600" y="228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12192000" y="0"/>
                </a:lnTo>
                <a:lnTo>
                  <a:pt x="1219200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14400" y="2066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057400" y="2066937"/>
            <a:ext cx="581025" cy="9525"/>
          </a:xfrm>
          <a:custGeom>
            <a:avLst/>
            <a:gdLst/>
            <a:ahLst/>
            <a:cxnLst/>
            <a:rect l="l" t="t" r="r" b="b"/>
            <a:pathLst>
              <a:path w="58102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58102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581025" h="95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581025" h="9525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  <a:path w="581025" h="9525">
                <a:moveTo>
                  <a:pt x="238125" y="0"/>
                </a:moveTo>
                <a:lnTo>
                  <a:pt x="228600" y="0"/>
                </a:lnTo>
                <a:lnTo>
                  <a:pt x="228600" y="9525"/>
                </a:lnTo>
                <a:lnTo>
                  <a:pt x="238125" y="9525"/>
                </a:lnTo>
                <a:lnTo>
                  <a:pt x="238125" y="0"/>
                </a:lnTo>
                <a:close/>
              </a:path>
              <a:path w="581025" h="9525">
                <a:moveTo>
                  <a:pt x="295275" y="0"/>
                </a:moveTo>
                <a:lnTo>
                  <a:pt x="285750" y="0"/>
                </a:lnTo>
                <a:lnTo>
                  <a:pt x="285750" y="9525"/>
                </a:lnTo>
                <a:lnTo>
                  <a:pt x="295275" y="9525"/>
                </a:lnTo>
                <a:lnTo>
                  <a:pt x="295275" y="0"/>
                </a:lnTo>
                <a:close/>
              </a:path>
              <a:path w="581025" h="9525">
                <a:moveTo>
                  <a:pt x="352425" y="0"/>
                </a:moveTo>
                <a:lnTo>
                  <a:pt x="342900" y="0"/>
                </a:lnTo>
                <a:lnTo>
                  <a:pt x="342900" y="9525"/>
                </a:lnTo>
                <a:lnTo>
                  <a:pt x="352425" y="9525"/>
                </a:lnTo>
                <a:lnTo>
                  <a:pt x="352425" y="0"/>
                </a:lnTo>
                <a:close/>
              </a:path>
              <a:path w="581025" h="9525">
                <a:moveTo>
                  <a:pt x="409575" y="0"/>
                </a:moveTo>
                <a:lnTo>
                  <a:pt x="400050" y="0"/>
                </a:lnTo>
                <a:lnTo>
                  <a:pt x="400050" y="9525"/>
                </a:lnTo>
                <a:lnTo>
                  <a:pt x="409575" y="9525"/>
                </a:lnTo>
                <a:lnTo>
                  <a:pt x="409575" y="0"/>
                </a:lnTo>
                <a:close/>
              </a:path>
              <a:path w="581025" h="9525">
                <a:moveTo>
                  <a:pt x="466725" y="0"/>
                </a:moveTo>
                <a:lnTo>
                  <a:pt x="457200" y="0"/>
                </a:lnTo>
                <a:lnTo>
                  <a:pt x="457200" y="9525"/>
                </a:lnTo>
                <a:lnTo>
                  <a:pt x="466725" y="9525"/>
                </a:lnTo>
                <a:lnTo>
                  <a:pt x="466725" y="0"/>
                </a:lnTo>
                <a:close/>
              </a:path>
              <a:path w="581025" h="9525">
                <a:moveTo>
                  <a:pt x="523875" y="0"/>
                </a:moveTo>
                <a:lnTo>
                  <a:pt x="514350" y="0"/>
                </a:lnTo>
                <a:lnTo>
                  <a:pt x="514350" y="9525"/>
                </a:lnTo>
                <a:lnTo>
                  <a:pt x="523875" y="9525"/>
                </a:lnTo>
                <a:lnTo>
                  <a:pt x="523875" y="0"/>
                </a:lnTo>
                <a:close/>
              </a:path>
              <a:path w="581025" h="9525">
                <a:moveTo>
                  <a:pt x="581025" y="0"/>
                </a:moveTo>
                <a:lnTo>
                  <a:pt x="571500" y="0"/>
                </a:lnTo>
                <a:lnTo>
                  <a:pt x="571500" y="9525"/>
                </a:lnTo>
                <a:lnTo>
                  <a:pt x="581025" y="9525"/>
                </a:lnTo>
                <a:lnTo>
                  <a:pt x="58102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686050" y="2066937"/>
            <a:ext cx="180975" cy="9525"/>
          </a:xfrm>
          <a:custGeom>
            <a:avLst/>
            <a:gdLst/>
            <a:ahLst/>
            <a:cxnLst/>
            <a:rect l="l" t="t" r="r" b="b"/>
            <a:pathLst>
              <a:path w="18097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18097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180975" h="95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180975" h="9525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14650" y="2066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1550" y="1394231"/>
            <a:ext cx="180975" cy="682625"/>
          </a:xfrm>
          <a:custGeom>
            <a:avLst/>
            <a:gdLst/>
            <a:ahLst/>
            <a:cxnLst/>
            <a:rect l="l" t="t" r="r" b="b"/>
            <a:pathLst>
              <a:path w="180975" h="682625">
                <a:moveTo>
                  <a:pt x="9525" y="672706"/>
                </a:moveTo>
                <a:lnTo>
                  <a:pt x="0" y="672706"/>
                </a:lnTo>
                <a:lnTo>
                  <a:pt x="0" y="682231"/>
                </a:lnTo>
                <a:lnTo>
                  <a:pt x="9525" y="682231"/>
                </a:lnTo>
                <a:lnTo>
                  <a:pt x="9525" y="672706"/>
                </a:lnTo>
                <a:close/>
              </a:path>
              <a:path w="180975" h="6826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180975" h="682625">
                <a:moveTo>
                  <a:pt x="66675" y="672706"/>
                </a:moveTo>
                <a:lnTo>
                  <a:pt x="57150" y="672706"/>
                </a:lnTo>
                <a:lnTo>
                  <a:pt x="57150" y="682231"/>
                </a:lnTo>
                <a:lnTo>
                  <a:pt x="66675" y="682231"/>
                </a:lnTo>
                <a:lnTo>
                  <a:pt x="66675" y="672706"/>
                </a:lnTo>
                <a:close/>
              </a:path>
              <a:path w="180975" h="682625">
                <a:moveTo>
                  <a:pt x="123825" y="672706"/>
                </a:moveTo>
                <a:lnTo>
                  <a:pt x="114300" y="672706"/>
                </a:lnTo>
                <a:lnTo>
                  <a:pt x="114300" y="682231"/>
                </a:lnTo>
                <a:lnTo>
                  <a:pt x="123825" y="682231"/>
                </a:lnTo>
                <a:lnTo>
                  <a:pt x="123825" y="672706"/>
                </a:lnTo>
                <a:close/>
              </a:path>
              <a:path w="180975" h="682625">
                <a:moveTo>
                  <a:pt x="180975" y="672706"/>
                </a:moveTo>
                <a:lnTo>
                  <a:pt x="171450" y="672706"/>
                </a:lnTo>
                <a:lnTo>
                  <a:pt x="171450" y="682231"/>
                </a:lnTo>
                <a:lnTo>
                  <a:pt x="180975" y="682231"/>
                </a:lnTo>
                <a:lnTo>
                  <a:pt x="180975" y="672706"/>
                </a:lnTo>
                <a:close/>
              </a:path>
              <a:path w="180975" h="682625">
                <a:moveTo>
                  <a:pt x="180975" y="0"/>
                </a:moveTo>
                <a:lnTo>
                  <a:pt x="179781" y="0"/>
                </a:lnTo>
                <a:lnTo>
                  <a:pt x="179781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00150" y="1394231"/>
            <a:ext cx="809625" cy="682625"/>
          </a:xfrm>
          <a:custGeom>
            <a:avLst/>
            <a:gdLst/>
            <a:ahLst/>
            <a:cxnLst/>
            <a:rect l="l" t="t" r="r" b="b"/>
            <a:pathLst>
              <a:path w="809625" h="682625">
                <a:moveTo>
                  <a:pt x="9525" y="672706"/>
                </a:moveTo>
                <a:lnTo>
                  <a:pt x="0" y="672706"/>
                </a:lnTo>
                <a:lnTo>
                  <a:pt x="0" y="682231"/>
                </a:lnTo>
                <a:lnTo>
                  <a:pt x="9525" y="682231"/>
                </a:lnTo>
                <a:lnTo>
                  <a:pt x="9525" y="672706"/>
                </a:lnTo>
                <a:close/>
              </a:path>
              <a:path w="809625" h="6826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809625" h="682625">
                <a:moveTo>
                  <a:pt x="66675" y="672706"/>
                </a:moveTo>
                <a:lnTo>
                  <a:pt x="57150" y="672706"/>
                </a:lnTo>
                <a:lnTo>
                  <a:pt x="57150" y="682231"/>
                </a:lnTo>
                <a:lnTo>
                  <a:pt x="66675" y="682231"/>
                </a:lnTo>
                <a:lnTo>
                  <a:pt x="66675" y="672706"/>
                </a:lnTo>
                <a:close/>
              </a:path>
              <a:path w="809625" h="6826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809625" h="682625">
                <a:moveTo>
                  <a:pt x="123825" y="672706"/>
                </a:moveTo>
                <a:lnTo>
                  <a:pt x="114300" y="672706"/>
                </a:lnTo>
                <a:lnTo>
                  <a:pt x="114300" y="682231"/>
                </a:lnTo>
                <a:lnTo>
                  <a:pt x="123825" y="682231"/>
                </a:lnTo>
                <a:lnTo>
                  <a:pt x="123825" y="672706"/>
                </a:lnTo>
                <a:close/>
              </a:path>
              <a:path w="809625" h="6826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809625" h="682625">
                <a:moveTo>
                  <a:pt x="180975" y="672706"/>
                </a:moveTo>
                <a:lnTo>
                  <a:pt x="171450" y="672706"/>
                </a:lnTo>
                <a:lnTo>
                  <a:pt x="171450" y="682231"/>
                </a:lnTo>
                <a:lnTo>
                  <a:pt x="180975" y="682231"/>
                </a:lnTo>
                <a:lnTo>
                  <a:pt x="180975" y="672706"/>
                </a:lnTo>
                <a:close/>
              </a:path>
              <a:path w="809625" h="682625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  <a:path w="809625" h="682625">
                <a:moveTo>
                  <a:pt x="238125" y="672706"/>
                </a:moveTo>
                <a:lnTo>
                  <a:pt x="228600" y="672706"/>
                </a:lnTo>
                <a:lnTo>
                  <a:pt x="228600" y="682231"/>
                </a:lnTo>
                <a:lnTo>
                  <a:pt x="238125" y="682231"/>
                </a:lnTo>
                <a:lnTo>
                  <a:pt x="238125" y="672706"/>
                </a:lnTo>
                <a:close/>
              </a:path>
              <a:path w="809625" h="682625">
                <a:moveTo>
                  <a:pt x="295275" y="672706"/>
                </a:moveTo>
                <a:lnTo>
                  <a:pt x="285750" y="672706"/>
                </a:lnTo>
                <a:lnTo>
                  <a:pt x="285750" y="682231"/>
                </a:lnTo>
                <a:lnTo>
                  <a:pt x="295275" y="682231"/>
                </a:lnTo>
                <a:lnTo>
                  <a:pt x="295275" y="672706"/>
                </a:lnTo>
                <a:close/>
              </a:path>
              <a:path w="809625" h="682625">
                <a:moveTo>
                  <a:pt x="352425" y="672706"/>
                </a:moveTo>
                <a:lnTo>
                  <a:pt x="342900" y="672706"/>
                </a:lnTo>
                <a:lnTo>
                  <a:pt x="342900" y="682231"/>
                </a:lnTo>
                <a:lnTo>
                  <a:pt x="352425" y="682231"/>
                </a:lnTo>
                <a:lnTo>
                  <a:pt x="352425" y="672706"/>
                </a:lnTo>
                <a:close/>
              </a:path>
              <a:path w="809625" h="682625">
                <a:moveTo>
                  <a:pt x="409575" y="672706"/>
                </a:moveTo>
                <a:lnTo>
                  <a:pt x="400050" y="672706"/>
                </a:lnTo>
                <a:lnTo>
                  <a:pt x="400050" y="682231"/>
                </a:lnTo>
                <a:lnTo>
                  <a:pt x="409575" y="682231"/>
                </a:lnTo>
                <a:lnTo>
                  <a:pt x="409575" y="672706"/>
                </a:lnTo>
                <a:close/>
              </a:path>
              <a:path w="809625" h="682625">
                <a:moveTo>
                  <a:pt x="466725" y="672706"/>
                </a:moveTo>
                <a:lnTo>
                  <a:pt x="457200" y="672706"/>
                </a:lnTo>
                <a:lnTo>
                  <a:pt x="457200" y="682231"/>
                </a:lnTo>
                <a:lnTo>
                  <a:pt x="466725" y="682231"/>
                </a:lnTo>
                <a:lnTo>
                  <a:pt x="466725" y="672706"/>
                </a:lnTo>
                <a:close/>
              </a:path>
              <a:path w="809625" h="682625">
                <a:moveTo>
                  <a:pt x="523875" y="672706"/>
                </a:moveTo>
                <a:lnTo>
                  <a:pt x="514350" y="672706"/>
                </a:lnTo>
                <a:lnTo>
                  <a:pt x="514350" y="682231"/>
                </a:lnTo>
                <a:lnTo>
                  <a:pt x="523875" y="682231"/>
                </a:lnTo>
                <a:lnTo>
                  <a:pt x="523875" y="672706"/>
                </a:lnTo>
                <a:close/>
              </a:path>
              <a:path w="809625" h="682625">
                <a:moveTo>
                  <a:pt x="581025" y="672706"/>
                </a:moveTo>
                <a:lnTo>
                  <a:pt x="571500" y="672706"/>
                </a:lnTo>
                <a:lnTo>
                  <a:pt x="571500" y="682231"/>
                </a:lnTo>
                <a:lnTo>
                  <a:pt x="581025" y="682231"/>
                </a:lnTo>
                <a:lnTo>
                  <a:pt x="581025" y="672706"/>
                </a:lnTo>
                <a:close/>
              </a:path>
              <a:path w="809625" h="682625">
                <a:moveTo>
                  <a:pt x="638175" y="672706"/>
                </a:moveTo>
                <a:lnTo>
                  <a:pt x="628650" y="672706"/>
                </a:lnTo>
                <a:lnTo>
                  <a:pt x="628650" y="682231"/>
                </a:lnTo>
                <a:lnTo>
                  <a:pt x="638175" y="682231"/>
                </a:lnTo>
                <a:lnTo>
                  <a:pt x="638175" y="672706"/>
                </a:lnTo>
                <a:close/>
              </a:path>
              <a:path w="809625" h="682625">
                <a:moveTo>
                  <a:pt x="695325" y="672706"/>
                </a:moveTo>
                <a:lnTo>
                  <a:pt x="685800" y="672706"/>
                </a:lnTo>
                <a:lnTo>
                  <a:pt x="685800" y="682231"/>
                </a:lnTo>
                <a:lnTo>
                  <a:pt x="695325" y="682231"/>
                </a:lnTo>
                <a:lnTo>
                  <a:pt x="695325" y="672706"/>
                </a:lnTo>
                <a:close/>
              </a:path>
              <a:path w="809625" h="682625">
                <a:moveTo>
                  <a:pt x="752475" y="672706"/>
                </a:moveTo>
                <a:lnTo>
                  <a:pt x="742950" y="672706"/>
                </a:lnTo>
                <a:lnTo>
                  <a:pt x="742950" y="682231"/>
                </a:lnTo>
                <a:lnTo>
                  <a:pt x="752475" y="682231"/>
                </a:lnTo>
                <a:lnTo>
                  <a:pt x="752475" y="672706"/>
                </a:lnTo>
                <a:close/>
              </a:path>
              <a:path w="809625" h="682625">
                <a:moveTo>
                  <a:pt x="809625" y="672706"/>
                </a:moveTo>
                <a:lnTo>
                  <a:pt x="800100" y="672706"/>
                </a:lnTo>
                <a:lnTo>
                  <a:pt x="800100" y="682231"/>
                </a:lnTo>
                <a:lnTo>
                  <a:pt x="809625" y="682231"/>
                </a:lnTo>
                <a:lnTo>
                  <a:pt x="809625" y="672706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26504" y="1981299"/>
            <a:ext cx="3054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0.0bn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14400" y="13942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428750" y="13942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485900" y="13942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543050" y="13942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600200" y="13942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657350" y="13942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714500" y="13942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771650" y="13942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828800" y="13942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885950" y="13942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943100" y="13942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000250" y="13942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057400" y="13942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114550" y="13942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171700" y="13942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228850" y="13942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286000" y="13942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343150" y="13942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400300" y="13942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457450" y="13942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514600" y="13942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571750" y="13942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628900" y="13942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686050" y="13942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743200" y="13942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800350" y="13942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857500" y="13942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914650" y="13942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526504" y="1308596"/>
            <a:ext cx="3054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0.5bn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665783" y="2625725"/>
            <a:ext cx="5264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5" dirty="0">
                <a:solidFill>
                  <a:srgbClr val="252423"/>
                </a:solidFill>
                <a:latin typeface="Trebuchet MS"/>
                <a:cs typeface="Trebuchet MS"/>
              </a:rPr>
              <a:t>partyabbre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55434" y="1123993"/>
            <a:ext cx="139700" cy="80962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spc="-30" dirty="0">
                <a:solidFill>
                  <a:srgbClr val="252423"/>
                </a:solidFill>
                <a:latin typeface="Trebuchet MS"/>
                <a:cs typeface="Trebuchet MS"/>
              </a:rPr>
              <a:t>Sum</a:t>
            </a:r>
            <a:r>
              <a:rPr sz="900" spc="-5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900" spc="-80" dirty="0">
                <a:solidFill>
                  <a:srgbClr val="252423"/>
                </a:solidFill>
                <a:latin typeface="Trebuchet MS"/>
                <a:cs typeface="Trebuchet MS"/>
              </a:rPr>
              <a:t>of</a:t>
            </a:r>
            <a:r>
              <a:rPr sz="900" spc="-5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900" spc="-55" dirty="0">
                <a:solidFill>
                  <a:srgbClr val="252423"/>
                </a:solidFill>
                <a:latin typeface="Trebuchet MS"/>
                <a:cs typeface="Trebuchet MS"/>
              </a:rPr>
              <a:t>totvotpoll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87462" y="2114500"/>
            <a:ext cx="1868170" cy="263525"/>
          </a:xfrm>
          <a:prstGeom prst="rect">
            <a:avLst/>
          </a:prstGeom>
        </p:spPr>
        <p:txBody>
          <a:bodyPr vert="vert270" wrap="square" lIns="0" tIns="2159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7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INC</a:t>
            </a:r>
            <a:endParaRPr sz="900">
              <a:latin typeface="Segoe UI"/>
              <a:cs typeface="Segoe UI"/>
            </a:endParaRPr>
          </a:p>
          <a:p>
            <a:pPr marL="12700" marR="5080" indent="66675" algn="r">
              <a:lnSpc>
                <a:spcPct val="154100"/>
              </a:lnSpc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BJP IND CPM BSP TDP JD</a:t>
            </a:r>
            <a:endParaRPr sz="900">
              <a:latin typeface="Segoe UI"/>
              <a:cs typeface="Segoe UI"/>
            </a:endParaRPr>
          </a:p>
          <a:p>
            <a:pPr marL="125095" marR="5080" indent="-66040" algn="r">
              <a:lnSpc>
                <a:spcPct val="154100"/>
              </a:lnSpc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JNP SP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998934" y="1033599"/>
            <a:ext cx="152400" cy="1033780"/>
            <a:chOff x="998934" y="1033599"/>
            <a:chExt cx="152400" cy="1033780"/>
          </a:xfrm>
        </p:grpSpPr>
        <p:sp>
          <p:nvSpPr>
            <p:cNvPr id="44" name="object 44"/>
            <p:cNvSpPr/>
            <p:nvPr/>
          </p:nvSpPr>
          <p:spPr>
            <a:xfrm>
              <a:off x="998934" y="2066893"/>
              <a:ext cx="152400" cy="0"/>
            </a:xfrm>
            <a:custGeom>
              <a:avLst/>
              <a:gdLst/>
              <a:ahLst/>
              <a:cxnLst/>
              <a:rect l="l" t="t" r="r" b="b"/>
              <a:pathLst>
                <a:path w="152400">
                  <a:moveTo>
                    <a:pt x="152400" y="0"/>
                  </a:moveTo>
                  <a:lnTo>
                    <a:pt x="0" y="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998934" y="1262676"/>
              <a:ext cx="152400" cy="804545"/>
            </a:xfrm>
            <a:custGeom>
              <a:avLst/>
              <a:gdLst/>
              <a:ahLst/>
              <a:cxnLst/>
              <a:rect l="l" t="t" r="r" b="b"/>
              <a:pathLst>
                <a:path w="152400" h="804544">
                  <a:moveTo>
                    <a:pt x="152400" y="804216"/>
                  </a:moveTo>
                  <a:lnTo>
                    <a:pt x="0" y="804216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804216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998934" y="1262675"/>
              <a:ext cx="152400" cy="0"/>
            </a:xfrm>
            <a:custGeom>
              <a:avLst/>
              <a:gdLst/>
              <a:ahLst/>
              <a:cxnLst/>
              <a:rect l="l" t="t" r="r" b="b"/>
              <a:pathLst>
                <a:path w="152400">
                  <a:moveTo>
                    <a:pt x="152400" y="0"/>
                  </a:moveTo>
                  <a:lnTo>
                    <a:pt x="0" y="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E66B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998934" y="1118915"/>
              <a:ext cx="152400" cy="144145"/>
            </a:xfrm>
            <a:custGeom>
              <a:avLst/>
              <a:gdLst/>
              <a:ahLst/>
              <a:cxnLst/>
              <a:rect l="l" t="t" r="r" b="b"/>
              <a:pathLst>
                <a:path w="152400" h="144144">
                  <a:moveTo>
                    <a:pt x="152400" y="143760"/>
                  </a:moveTo>
                  <a:lnTo>
                    <a:pt x="0" y="143760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43760"/>
                  </a:lnTo>
                  <a:close/>
                </a:path>
              </a:pathLst>
            </a:custGeom>
            <a:solidFill>
              <a:srgbClr val="6A00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998934" y="1033599"/>
              <a:ext cx="152400" cy="85725"/>
            </a:xfrm>
            <a:custGeom>
              <a:avLst/>
              <a:gdLst/>
              <a:ahLst/>
              <a:cxnLst/>
              <a:rect l="l" t="t" r="r" b="b"/>
              <a:pathLst>
                <a:path w="152400" h="85725">
                  <a:moveTo>
                    <a:pt x="152400" y="85316"/>
                  </a:moveTo>
                  <a:lnTo>
                    <a:pt x="0" y="85316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85316"/>
                  </a:lnTo>
                  <a:close/>
                </a:path>
              </a:pathLst>
            </a:custGeom>
            <a:solidFill>
              <a:srgbClr val="DF44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9" name="object 49"/>
          <p:cNvGrpSpPr/>
          <p:nvPr/>
        </p:nvGrpSpPr>
        <p:grpSpPr>
          <a:xfrm>
            <a:off x="1210270" y="1423544"/>
            <a:ext cx="786765" cy="643890"/>
            <a:chOff x="1210270" y="1423544"/>
            <a:chExt cx="786765" cy="643890"/>
          </a:xfrm>
        </p:grpSpPr>
        <p:sp>
          <p:nvSpPr>
            <p:cNvPr id="50" name="object 50"/>
            <p:cNvSpPr/>
            <p:nvPr/>
          </p:nvSpPr>
          <p:spPr>
            <a:xfrm>
              <a:off x="1210259" y="1575942"/>
              <a:ext cx="786765" cy="491490"/>
            </a:xfrm>
            <a:custGeom>
              <a:avLst/>
              <a:gdLst/>
              <a:ahLst/>
              <a:cxnLst/>
              <a:rect l="l" t="t" r="r" b="b"/>
              <a:pathLst>
                <a:path w="786764" h="491489">
                  <a:moveTo>
                    <a:pt x="152400" y="0"/>
                  </a:moveTo>
                  <a:lnTo>
                    <a:pt x="0" y="0"/>
                  </a:lnTo>
                  <a:lnTo>
                    <a:pt x="0" y="490982"/>
                  </a:lnTo>
                  <a:lnTo>
                    <a:pt x="152400" y="490982"/>
                  </a:lnTo>
                  <a:lnTo>
                    <a:pt x="152400" y="0"/>
                  </a:lnTo>
                  <a:close/>
                </a:path>
                <a:path w="786764" h="491489">
                  <a:moveTo>
                    <a:pt x="363740" y="161404"/>
                  </a:moveTo>
                  <a:lnTo>
                    <a:pt x="211340" y="161404"/>
                  </a:lnTo>
                  <a:lnTo>
                    <a:pt x="211340" y="490982"/>
                  </a:lnTo>
                  <a:lnTo>
                    <a:pt x="363740" y="490982"/>
                  </a:lnTo>
                  <a:lnTo>
                    <a:pt x="363740" y="161404"/>
                  </a:lnTo>
                  <a:close/>
                </a:path>
                <a:path w="786764" h="491489">
                  <a:moveTo>
                    <a:pt x="575081" y="366382"/>
                  </a:moveTo>
                  <a:lnTo>
                    <a:pt x="422681" y="366382"/>
                  </a:lnTo>
                  <a:lnTo>
                    <a:pt x="422681" y="490994"/>
                  </a:lnTo>
                  <a:lnTo>
                    <a:pt x="575081" y="490994"/>
                  </a:lnTo>
                  <a:lnTo>
                    <a:pt x="575081" y="366382"/>
                  </a:lnTo>
                  <a:close/>
                </a:path>
                <a:path w="786764" h="491489">
                  <a:moveTo>
                    <a:pt x="786409" y="374637"/>
                  </a:moveTo>
                  <a:lnTo>
                    <a:pt x="634009" y="374637"/>
                  </a:lnTo>
                  <a:lnTo>
                    <a:pt x="634009" y="490994"/>
                  </a:lnTo>
                  <a:lnTo>
                    <a:pt x="786409" y="490994"/>
                  </a:lnTo>
                  <a:lnTo>
                    <a:pt x="786409" y="374637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421606" y="1737345"/>
              <a:ext cx="152400" cy="0"/>
            </a:xfrm>
            <a:custGeom>
              <a:avLst/>
              <a:gdLst/>
              <a:ahLst/>
              <a:cxnLst/>
              <a:rect l="l" t="t" r="r" b="b"/>
              <a:pathLst>
                <a:path w="152400">
                  <a:moveTo>
                    <a:pt x="152400" y="0"/>
                  </a:moveTo>
                  <a:lnTo>
                    <a:pt x="0" y="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E66B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210259" y="1483016"/>
              <a:ext cx="786765" cy="467995"/>
            </a:xfrm>
            <a:custGeom>
              <a:avLst/>
              <a:gdLst/>
              <a:ahLst/>
              <a:cxnLst/>
              <a:rect l="l" t="t" r="r" b="b"/>
              <a:pathLst>
                <a:path w="786764" h="467994">
                  <a:moveTo>
                    <a:pt x="152400" y="0"/>
                  </a:moveTo>
                  <a:lnTo>
                    <a:pt x="0" y="0"/>
                  </a:lnTo>
                  <a:lnTo>
                    <a:pt x="0" y="92925"/>
                  </a:lnTo>
                  <a:lnTo>
                    <a:pt x="152400" y="92925"/>
                  </a:lnTo>
                  <a:lnTo>
                    <a:pt x="152400" y="0"/>
                  </a:lnTo>
                  <a:close/>
                </a:path>
                <a:path w="786764" h="467994">
                  <a:moveTo>
                    <a:pt x="363740" y="214680"/>
                  </a:moveTo>
                  <a:lnTo>
                    <a:pt x="211340" y="214680"/>
                  </a:lnTo>
                  <a:lnTo>
                    <a:pt x="211340" y="254330"/>
                  </a:lnTo>
                  <a:lnTo>
                    <a:pt x="363740" y="254330"/>
                  </a:lnTo>
                  <a:lnTo>
                    <a:pt x="363740" y="214680"/>
                  </a:lnTo>
                  <a:close/>
                </a:path>
                <a:path w="786764" h="467994">
                  <a:moveTo>
                    <a:pt x="575081" y="424294"/>
                  </a:moveTo>
                  <a:lnTo>
                    <a:pt x="422681" y="424294"/>
                  </a:lnTo>
                  <a:lnTo>
                    <a:pt x="422681" y="459308"/>
                  </a:lnTo>
                  <a:lnTo>
                    <a:pt x="575081" y="459308"/>
                  </a:lnTo>
                  <a:lnTo>
                    <a:pt x="575081" y="424294"/>
                  </a:lnTo>
                  <a:close/>
                </a:path>
                <a:path w="786764" h="467994">
                  <a:moveTo>
                    <a:pt x="786409" y="433971"/>
                  </a:moveTo>
                  <a:lnTo>
                    <a:pt x="634009" y="433971"/>
                  </a:lnTo>
                  <a:lnTo>
                    <a:pt x="634009" y="467563"/>
                  </a:lnTo>
                  <a:lnTo>
                    <a:pt x="786409" y="467563"/>
                  </a:lnTo>
                  <a:lnTo>
                    <a:pt x="786409" y="433971"/>
                  </a:lnTo>
                  <a:close/>
                </a:path>
              </a:pathLst>
            </a:custGeom>
            <a:solidFill>
              <a:srgbClr val="6A00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210259" y="1423555"/>
              <a:ext cx="786765" cy="494030"/>
            </a:xfrm>
            <a:custGeom>
              <a:avLst/>
              <a:gdLst/>
              <a:ahLst/>
              <a:cxnLst/>
              <a:rect l="l" t="t" r="r" b="b"/>
              <a:pathLst>
                <a:path w="786764" h="494030">
                  <a:moveTo>
                    <a:pt x="152400" y="0"/>
                  </a:moveTo>
                  <a:lnTo>
                    <a:pt x="0" y="0"/>
                  </a:lnTo>
                  <a:lnTo>
                    <a:pt x="0" y="59461"/>
                  </a:lnTo>
                  <a:lnTo>
                    <a:pt x="152400" y="59461"/>
                  </a:lnTo>
                  <a:lnTo>
                    <a:pt x="152400" y="0"/>
                  </a:lnTo>
                  <a:close/>
                </a:path>
                <a:path w="786764" h="494030">
                  <a:moveTo>
                    <a:pt x="363740" y="243928"/>
                  </a:moveTo>
                  <a:lnTo>
                    <a:pt x="211340" y="243928"/>
                  </a:lnTo>
                  <a:lnTo>
                    <a:pt x="211340" y="274142"/>
                  </a:lnTo>
                  <a:lnTo>
                    <a:pt x="363740" y="274142"/>
                  </a:lnTo>
                  <a:lnTo>
                    <a:pt x="363740" y="243928"/>
                  </a:lnTo>
                  <a:close/>
                </a:path>
                <a:path w="786764" h="494030">
                  <a:moveTo>
                    <a:pt x="575081" y="473265"/>
                  </a:moveTo>
                  <a:lnTo>
                    <a:pt x="422681" y="473265"/>
                  </a:lnTo>
                  <a:lnTo>
                    <a:pt x="422681" y="483755"/>
                  </a:lnTo>
                  <a:lnTo>
                    <a:pt x="575081" y="483755"/>
                  </a:lnTo>
                  <a:lnTo>
                    <a:pt x="575081" y="473265"/>
                  </a:lnTo>
                  <a:close/>
                </a:path>
                <a:path w="786764" h="494030">
                  <a:moveTo>
                    <a:pt x="786409" y="489686"/>
                  </a:moveTo>
                  <a:lnTo>
                    <a:pt x="634009" y="489686"/>
                  </a:lnTo>
                  <a:lnTo>
                    <a:pt x="634009" y="493433"/>
                  </a:lnTo>
                  <a:lnTo>
                    <a:pt x="786409" y="493433"/>
                  </a:lnTo>
                  <a:lnTo>
                    <a:pt x="786409" y="489686"/>
                  </a:lnTo>
                  <a:close/>
                </a:path>
              </a:pathLst>
            </a:custGeom>
            <a:solidFill>
              <a:srgbClr val="DF44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4" name="object 54"/>
          <p:cNvGrpSpPr/>
          <p:nvPr/>
        </p:nvGrpSpPr>
        <p:grpSpPr>
          <a:xfrm>
            <a:off x="2055614" y="1945078"/>
            <a:ext cx="575310" cy="121920"/>
            <a:chOff x="2055614" y="1945078"/>
            <a:chExt cx="575310" cy="121920"/>
          </a:xfrm>
        </p:grpSpPr>
        <p:sp>
          <p:nvSpPr>
            <p:cNvPr id="55" name="object 55"/>
            <p:cNvSpPr/>
            <p:nvPr/>
          </p:nvSpPr>
          <p:spPr>
            <a:xfrm>
              <a:off x="2055609" y="1967356"/>
              <a:ext cx="575310" cy="99695"/>
            </a:xfrm>
            <a:custGeom>
              <a:avLst/>
              <a:gdLst/>
              <a:ahLst/>
              <a:cxnLst/>
              <a:rect l="l" t="t" r="r" b="b"/>
              <a:pathLst>
                <a:path w="575310" h="99694">
                  <a:moveTo>
                    <a:pt x="152400" y="0"/>
                  </a:moveTo>
                  <a:lnTo>
                    <a:pt x="0" y="0"/>
                  </a:lnTo>
                  <a:lnTo>
                    <a:pt x="0" y="99580"/>
                  </a:lnTo>
                  <a:lnTo>
                    <a:pt x="152400" y="99580"/>
                  </a:lnTo>
                  <a:lnTo>
                    <a:pt x="152400" y="0"/>
                  </a:lnTo>
                  <a:close/>
                </a:path>
                <a:path w="575310" h="99694">
                  <a:moveTo>
                    <a:pt x="363740" y="3136"/>
                  </a:moveTo>
                  <a:lnTo>
                    <a:pt x="211340" y="3136"/>
                  </a:lnTo>
                  <a:lnTo>
                    <a:pt x="211340" y="99580"/>
                  </a:lnTo>
                  <a:lnTo>
                    <a:pt x="363740" y="99580"/>
                  </a:lnTo>
                  <a:lnTo>
                    <a:pt x="363740" y="3136"/>
                  </a:lnTo>
                  <a:close/>
                </a:path>
                <a:path w="575310" h="99694">
                  <a:moveTo>
                    <a:pt x="575068" y="7150"/>
                  </a:moveTo>
                  <a:lnTo>
                    <a:pt x="422668" y="7150"/>
                  </a:lnTo>
                  <a:lnTo>
                    <a:pt x="422668" y="99580"/>
                  </a:lnTo>
                  <a:lnTo>
                    <a:pt x="575068" y="99580"/>
                  </a:lnTo>
                  <a:lnTo>
                    <a:pt x="575068" y="7150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055609" y="1949868"/>
              <a:ext cx="575310" cy="24765"/>
            </a:xfrm>
            <a:custGeom>
              <a:avLst/>
              <a:gdLst/>
              <a:ahLst/>
              <a:cxnLst/>
              <a:rect l="l" t="t" r="r" b="b"/>
              <a:pathLst>
                <a:path w="575310" h="24764">
                  <a:moveTo>
                    <a:pt x="152400" y="0"/>
                  </a:moveTo>
                  <a:lnTo>
                    <a:pt x="0" y="0"/>
                  </a:lnTo>
                  <a:lnTo>
                    <a:pt x="0" y="17487"/>
                  </a:lnTo>
                  <a:lnTo>
                    <a:pt x="152400" y="17487"/>
                  </a:lnTo>
                  <a:lnTo>
                    <a:pt x="152400" y="0"/>
                  </a:lnTo>
                  <a:close/>
                </a:path>
                <a:path w="575310" h="24764">
                  <a:moveTo>
                    <a:pt x="363740" y="2590"/>
                  </a:moveTo>
                  <a:lnTo>
                    <a:pt x="211340" y="2590"/>
                  </a:lnTo>
                  <a:lnTo>
                    <a:pt x="211340" y="20624"/>
                  </a:lnTo>
                  <a:lnTo>
                    <a:pt x="363740" y="20624"/>
                  </a:lnTo>
                  <a:lnTo>
                    <a:pt x="363740" y="2590"/>
                  </a:lnTo>
                  <a:close/>
                </a:path>
                <a:path w="575310" h="24764">
                  <a:moveTo>
                    <a:pt x="575068" y="9880"/>
                  </a:moveTo>
                  <a:lnTo>
                    <a:pt x="422668" y="9880"/>
                  </a:lnTo>
                  <a:lnTo>
                    <a:pt x="422668" y="24638"/>
                  </a:lnTo>
                  <a:lnTo>
                    <a:pt x="575068" y="24638"/>
                  </a:lnTo>
                  <a:lnTo>
                    <a:pt x="575068" y="9880"/>
                  </a:lnTo>
                  <a:close/>
                </a:path>
              </a:pathLst>
            </a:custGeom>
            <a:solidFill>
              <a:srgbClr val="6A00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2055609" y="1945080"/>
              <a:ext cx="575310" cy="15240"/>
            </a:xfrm>
            <a:custGeom>
              <a:avLst/>
              <a:gdLst/>
              <a:ahLst/>
              <a:cxnLst/>
              <a:rect l="l" t="t" r="r" b="b"/>
              <a:pathLst>
                <a:path w="575310" h="15239">
                  <a:moveTo>
                    <a:pt x="152400" y="0"/>
                  </a:moveTo>
                  <a:lnTo>
                    <a:pt x="0" y="0"/>
                  </a:lnTo>
                  <a:lnTo>
                    <a:pt x="0" y="4787"/>
                  </a:lnTo>
                  <a:lnTo>
                    <a:pt x="152400" y="4787"/>
                  </a:lnTo>
                  <a:lnTo>
                    <a:pt x="152400" y="0"/>
                  </a:lnTo>
                  <a:close/>
                </a:path>
                <a:path w="575310" h="15239">
                  <a:moveTo>
                    <a:pt x="363740" y="901"/>
                  </a:moveTo>
                  <a:lnTo>
                    <a:pt x="211340" y="901"/>
                  </a:lnTo>
                  <a:lnTo>
                    <a:pt x="211340" y="7378"/>
                  </a:lnTo>
                  <a:lnTo>
                    <a:pt x="363740" y="7378"/>
                  </a:lnTo>
                  <a:lnTo>
                    <a:pt x="363740" y="901"/>
                  </a:lnTo>
                  <a:close/>
                </a:path>
                <a:path w="575310" h="15239">
                  <a:moveTo>
                    <a:pt x="575068" y="9969"/>
                  </a:moveTo>
                  <a:lnTo>
                    <a:pt x="422668" y="9969"/>
                  </a:lnTo>
                  <a:lnTo>
                    <a:pt x="422668" y="14668"/>
                  </a:lnTo>
                  <a:lnTo>
                    <a:pt x="575068" y="14668"/>
                  </a:lnTo>
                  <a:lnTo>
                    <a:pt x="575068" y="9969"/>
                  </a:lnTo>
                  <a:close/>
                </a:path>
              </a:pathLst>
            </a:custGeom>
            <a:solidFill>
              <a:srgbClr val="DF44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8" name="object 58"/>
          <p:cNvGrpSpPr/>
          <p:nvPr/>
        </p:nvGrpSpPr>
        <p:grpSpPr>
          <a:xfrm>
            <a:off x="2689621" y="1959329"/>
            <a:ext cx="152400" cy="107950"/>
            <a:chOff x="2689621" y="1959329"/>
            <a:chExt cx="152400" cy="107950"/>
          </a:xfrm>
        </p:grpSpPr>
        <p:sp>
          <p:nvSpPr>
            <p:cNvPr id="59" name="object 59"/>
            <p:cNvSpPr/>
            <p:nvPr/>
          </p:nvSpPr>
          <p:spPr>
            <a:xfrm>
              <a:off x="2689621" y="1980500"/>
              <a:ext cx="152400" cy="86995"/>
            </a:xfrm>
            <a:custGeom>
              <a:avLst/>
              <a:gdLst/>
              <a:ahLst/>
              <a:cxnLst/>
              <a:rect l="l" t="t" r="r" b="b"/>
              <a:pathLst>
                <a:path w="152400" h="86994">
                  <a:moveTo>
                    <a:pt x="152400" y="86424"/>
                  </a:moveTo>
                  <a:lnTo>
                    <a:pt x="0" y="86424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86424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2689621" y="1960364"/>
              <a:ext cx="152400" cy="20320"/>
            </a:xfrm>
            <a:custGeom>
              <a:avLst/>
              <a:gdLst/>
              <a:ahLst/>
              <a:cxnLst/>
              <a:rect l="l" t="t" r="r" b="b"/>
              <a:pathLst>
                <a:path w="152400" h="20319">
                  <a:moveTo>
                    <a:pt x="152400" y="20135"/>
                  </a:moveTo>
                  <a:lnTo>
                    <a:pt x="0" y="20135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20135"/>
                  </a:lnTo>
                  <a:close/>
                </a:path>
              </a:pathLst>
            </a:custGeom>
            <a:solidFill>
              <a:srgbClr val="6A00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2689621" y="1959329"/>
              <a:ext cx="152400" cy="1270"/>
            </a:xfrm>
            <a:custGeom>
              <a:avLst/>
              <a:gdLst/>
              <a:ahLst/>
              <a:cxnLst/>
              <a:rect l="l" t="t" r="r" b="b"/>
              <a:pathLst>
                <a:path w="152400" h="1269">
                  <a:moveTo>
                    <a:pt x="152400" y="1035"/>
                  </a:moveTo>
                  <a:lnTo>
                    <a:pt x="0" y="1035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035"/>
                  </a:lnTo>
                  <a:close/>
                </a:path>
              </a:pathLst>
            </a:custGeom>
            <a:solidFill>
              <a:srgbClr val="DF44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2" name="object 62"/>
          <p:cNvGrpSpPr/>
          <p:nvPr/>
        </p:nvGrpSpPr>
        <p:grpSpPr>
          <a:xfrm>
            <a:off x="909637" y="2767012"/>
            <a:ext cx="2033905" cy="85725"/>
            <a:chOff x="909637" y="2767012"/>
            <a:chExt cx="2033905" cy="85725"/>
          </a:xfrm>
        </p:grpSpPr>
        <p:sp>
          <p:nvSpPr>
            <p:cNvPr id="63" name="object 63"/>
            <p:cNvSpPr/>
            <p:nvPr/>
          </p:nvSpPr>
          <p:spPr>
            <a:xfrm>
              <a:off x="914400" y="2771775"/>
              <a:ext cx="2028825" cy="76200"/>
            </a:xfrm>
            <a:custGeom>
              <a:avLst/>
              <a:gdLst/>
              <a:ahLst/>
              <a:cxnLst/>
              <a:rect l="l" t="t" r="r" b="b"/>
              <a:pathLst>
                <a:path w="2028825" h="76200">
                  <a:moveTo>
                    <a:pt x="1995777" y="76199"/>
                  </a:moveTo>
                  <a:lnTo>
                    <a:pt x="33047" y="76199"/>
                  </a:lnTo>
                  <a:lnTo>
                    <a:pt x="28187" y="75233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100" y="0"/>
                  </a:lnTo>
                  <a:lnTo>
                    <a:pt x="1995777" y="0"/>
                  </a:lnTo>
                  <a:lnTo>
                    <a:pt x="2027857" y="28187"/>
                  </a:lnTo>
                  <a:lnTo>
                    <a:pt x="2028824" y="33047"/>
                  </a:lnTo>
                  <a:lnTo>
                    <a:pt x="2028824" y="43152"/>
                  </a:lnTo>
                  <a:lnTo>
                    <a:pt x="2000637" y="75233"/>
                  </a:lnTo>
                  <a:lnTo>
                    <a:pt x="1995777" y="76199"/>
                  </a:lnTo>
                  <a:close/>
                </a:path>
              </a:pathLst>
            </a:custGeom>
            <a:solidFill>
              <a:srgbClr val="E1E1E1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9637" y="2767012"/>
              <a:ext cx="99852" cy="85725"/>
            </a:xfrm>
            <a:prstGeom prst="rect">
              <a:avLst/>
            </a:prstGeom>
          </p:spPr>
        </p:pic>
      </p:grpSp>
      <p:pic>
        <p:nvPicPr>
          <p:cNvPr id="65" name="object 6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5345" y="729234"/>
            <a:ext cx="95249" cy="95249"/>
          </a:xfrm>
          <a:prstGeom prst="rect">
            <a:avLst/>
          </a:prstGeom>
        </p:spPr>
      </p:pic>
      <p:pic>
        <p:nvPicPr>
          <p:cNvPr id="66" name="object 6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1095" y="729234"/>
            <a:ext cx="95249" cy="95249"/>
          </a:xfrm>
          <a:prstGeom prst="rect">
            <a:avLst/>
          </a:prstGeom>
        </p:spPr>
      </p:pic>
      <p:pic>
        <p:nvPicPr>
          <p:cNvPr id="67" name="object 6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22095" y="729234"/>
            <a:ext cx="95249" cy="95249"/>
          </a:xfrm>
          <a:prstGeom prst="rect">
            <a:avLst/>
          </a:prstGeom>
        </p:spPr>
      </p:pic>
      <p:pic>
        <p:nvPicPr>
          <p:cNvPr id="68" name="object 6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74545" y="729234"/>
            <a:ext cx="95249" cy="95249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69820" y="729234"/>
            <a:ext cx="95249" cy="95249"/>
          </a:xfrm>
          <a:prstGeom prst="rect">
            <a:avLst/>
          </a:prstGeom>
        </p:spPr>
      </p:pic>
      <p:sp>
        <p:nvSpPr>
          <p:cNvPr id="70" name="object 70"/>
          <p:cNvSpPr txBox="1"/>
          <p:nvPr/>
        </p:nvSpPr>
        <p:spPr>
          <a:xfrm>
            <a:off x="358775" y="190563"/>
            <a:ext cx="2574925" cy="66421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355"/>
              </a:spcBef>
            </a:pPr>
            <a:r>
              <a:rPr sz="1400" spc="-35" dirty="0">
                <a:solidFill>
                  <a:srgbClr val="252423"/>
                </a:solidFill>
                <a:latin typeface="Trebuchet MS"/>
                <a:cs typeface="Trebuchet MS"/>
              </a:rPr>
              <a:t>Sum</a:t>
            </a:r>
            <a:r>
              <a:rPr sz="1400" spc="-6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105" dirty="0">
                <a:solidFill>
                  <a:srgbClr val="252423"/>
                </a:solidFill>
                <a:latin typeface="Trebuchet MS"/>
                <a:cs typeface="Trebuchet MS"/>
              </a:rPr>
              <a:t>of</a:t>
            </a:r>
            <a:r>
              <a:rPr sz="1400" spc="-6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90" dirty="0">
                <a:solidFill>
                  <a:srgbClr val="252423"/>
                </a:solidFill>
                <a:latin typeface="Trebuchet MS"/>
                <a:cs typeface="Trebuchet MS"/>
              </a:rPr>
              <a:t>totvotpoll</a:t>
            </a:r>
            <a:r>
              <a:rPr sz="1400" spc="-6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75" dirty="0">
                <a:solidFill>
                  <a:srgbClr val="252423"/>
                </a:solidFill>
                <a:latin typeface="Trebuchet MS"/>
                <a:cs typeface="Trebuchet MS"/>
              </a:rPr>
              <a:t>by</a:t>
            </a:r>
            <a:r>
              <a:rPr sz="1400" spc="-6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90" dirty="0">
                <a:solidFill>
                  <a:srgbClr val="252423"/>
                </a:solidFill>
                <a:latin typeface="Trebuchet MS"/>
                <a:cs typeface="Trebuchet MS"/>
              </a:rPr>
              <a:t>partyabbre</a:t>
            </a:r>
            <a:r>
              <a:rPr sz="1400" spc="-6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70" dirty="0">
                <a:solidFill>
                  <a:srgbClr val="252423"/>
                </a:solidFill>
                <a:latin typeface="Trebuchet MS"/>
                <a:cs typeface="Trebuchet MS"/>
              </a:rPr>
              <a:t>and </a:t>
            </a:r>
            <a:r>
              <a:rPr sz="1400" spc="-10" dirty="0">
                <a:solidFill>
                  <a:srgbClr val="252423"/>
                </a:solidFill>
                <a:latin typeface="Trebuchet MS"/>
                <a:cs typeface="Trebuchet MS"/>
              </a:rPr>
              <a:t>ac_type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35"/>
              </a:spcBef>
              <a:tabLst>
                <a:tab pos="606425" algn="l"/>
                <a:tab pos="891540" algn="l"/>
                <a:tab pos="1278890" algn="l"/>
                <a:tab pos="1823720" algn="l"/>
                <a:tab pos="2120900" algn="l"/>
              </a:tabLst>
            </a:pPr>
            <a:r>
              <a:rPr sz="900" b="1" spc="-10" dirty="0">
                <a:solidFill>
                  <a:srgbClr val="605D5C"/>
                </a:solidFill>
                <a:latin typeface="Segoe UI"/>
                <a:cs typeface="Segoe UI"/>
              </a:rPr>
              <a:t>ac_type</a:t>
            </a:r>
            <a:r>
              <a:rPr sz="900" b="1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BL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GEN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SANGH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SC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ST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7197725" y="5016500"/>
            <a:ext cx="177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252423"/>
                </a:solidFill>
                <a:latin typeface="Verdana"/>
                <a:cs typeface="Verdana"/>
              </a:rPr>
              <a:t>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4625975" y="4667885"/>
            <a:ext cx="8191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100"/>
              </a:spcBef>
            </a:pPr>
            <a:r>
              <a:rPr sz="900" dirty="0">
                <a:solidFill>
                  <a:srgbClr val="252423"/>
                </a:solidFill>
                <a:latin typeface="Segoe UI"/>
                <a:cs typeface="Segoe UI"/>
              </a:rPr>
              <a:t>Showing </a:t>
            </a:r>
            <a:r>
              <a:rPr sz="900" spc="-10" dirty="0">
                <a:solidFill>
                  <a:srgbClr val="252423"/>
                </a:solidFill>
                <a:latin typeface="Segoe UI"/>
                <a:cs typeface="Segoe UI"/>
              </a:rPr>
              <a:t>results </a:t>
            </a:r>
            <a:r>
              <a:rPr sz="900" spc="-25" dirty="0">
                <a:solidFill>
                  <a:srgbClr val="252423"/>
                </a:solidFill>
                <a:latin typeface="Segoe UI"/>
                <a:cs typeface="Segoe UI"/>
              </a:rPr>
              <a:t>for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6749007" y="4819650"/>
            <a:ext cx="26670" cy="9525"/>
          </a:xfrm>
          <a:custGeom>
            <a:avLst/>
            <a:gdLst/>
            <a:ahLst/>
            <a:cxnLst/>
            <a:rect l="l" t="t" r="r" b="b"/>
            <a:pathLst>
              <a:path w="26670" h="9525">
                <a:moveTo>
                  <a:pt x="26095" y="9525"/>
                </a:moveTo>
                <a:lnTo>
                  <a:pt x="0" y="9525"/>
                </a:lnTo>
                <a:lnTo>
                  <a:pt x="0" y="0"/>
                </a:lnTo>
                <a:lnTo>
                  <a:pt x="26095" y="0"/>
                </a:lnTo>
                <a:lnTo>
                  <a:pt x="26095" y="9525"/>
                </a:lnTo>
                <a:close/>
              </a:path>
            </a:pathLst>
          </a:custGeom>
          <a:solidFill>
            <a:srgbClr val="2524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5604564" y="4972050"/>
            <a:ext cx="185420" cy="9525"/>
          </a:xfrm>
          <a:custGeom>
            <a:avLst/>
            <a:gdLst/>
            <a:ahLst/>
            <a:cxnLst/>
            <a:rect l="l" t="t" r="r" b="b"/>
            <a:pathLst>
              <a:path w="185420" h="9525">
                <a:moveTo>
                  <a:pt x="0" y="9525"/>
                </a:moveTo>
                <a:lnTo>
                  <a:pt x="0" y="0"/>
                </a:lnTo>
                <a:lnTo>
                  <a:pt x="184998" y="0"/>
                </a:lnTo>
                <a:lnTo>
                  <a:pt x="184998" y="9525"/>
                </a:lnTo>
                <a:lnTo>
                  <a:pt x="0" y="9525"/>
                </a:lnTo>
                <a:close/>
              </a:path>
            </a:pathLst>
          </a:custGeom>
          <a:solidFill>
            <a:srgbClr val="2524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 txBox="1"/>
          <p:nvPr/>
        </p:nvSpPr>
        <p:spPr>
          <a:xfrm>
            <a:off x="5563146" y="4667885"/>
            <a:ext cx="12249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100"/>
              </a:spcBef>
            </a:pPr>
            <a:r>
              <a:rPr sz="900" i="1" u="sng" dirty="0">
                <a:solidFill>
                  <a:srgbClr val="252423"/>
                </a:solidFill>
                <a:uFill>
                  <a:solidFill>
                    <a:srgbClr val="252423"/>
                  </a:solidFill>
                </a:uFill>
                <a:latin typeface="Segoe UI"/>
                <a:cs typeface="Segoe UI"/>
              </a:rPr>
              <a:t>Average</a:t>
            </a:r>
            <a:r>
              <a:rPr sz="900" i="1" u="sng" spc="-20" dirty="0">
                <a:solidFill>
                  <a:srgbClr val="252423"/>
                </a:solidFill>
                <a:uFill>
                  <a:solidFill>
                    <a:srgbClr val="252423"/>
                  </a:solidFill>
                </a:uFill>
                <a:latin typeface="Segoe UI"/>
                <a:cs typeface="Segoe UI"/>
              </a:rPr>
              <a:t> </a:t>
            </a:r>
            <a:r>
              <a:rPr sz="900" i="1" u="sng" dirty="0">
                <a:solidFill>
                  <a:srgbClr val="252423"/>
                </a:solidFill>
                <a:uFill>
                  <a:solidFill>
                    <a:srgbClr val="252423"/>
                  </a:solidFill>
                </a:uFill>
                <a:latin typeface="Segoe UI"/>
                <a:cs typeface="Segoe UI"/>
              </a:rPr>
              <a:t>ac</a:t>
            </a:r>
            <a:r>
              <a:rPr sz="900" i="1" u="sng" spc="-15" dirty="0">
                <a:solidFill>
                  <a:srgbClr val="252423"/>
                </a:solidFill>
                <a:uFill>
                  <a:solidFill>
                    <a:srgbClr val="252423"/>
                  </a:solidFill>
                </a:uFill>
                <a:latin typeface="Segoe UI"/>
                <a:cs typeface="Segoe UI"/>
              </a:rPr>
              <a:t> </a:t>
            </a:r>
            <a:r>
              <a:rPr sz="900" i="1" u="sng" dirty="0">
                <a:solidFill>
                  <a:srgbClr val="252423"/>
                </a:solidFill>
                <a:uFill>
                  <a:solidFill>
                    <a:srgbClr val="252423"/>
                  </a:solidFill>
                </a:uFill>
                <a:latin typeface="Segoe UI"/>
                <a:cs typeface="Segoe UI"/>
              </a:rPr>
              <a:t>no</a:t>
            </a:r>
            <a:r>
              <a:rPr sz="900" i="1" u="sng" spc="-20" dirty="0">
                <a:solidFill>
                  <a:srgbClr val="252423"/>
                </a:solidFill>
                <a:uFill>
                  <a:solidFill>
                    <a:srgbClr val="252423"/>
                  </a:solidFill>
                </a:uFill>
                <a:latin typeface="Segoe UI"/>
                <a:cs typeface="Segoe UI"/>
              </a:rPr>
              <a:t> </a:t>
            </a:r>
            <a:r>
              <a:rPr sz="900" i="1" u="sng" dirty="0">
                <a:solidFill>
                  <a:srgbClr val="252423"/>
                </a:solidFill>
                <a:uFill>
                  <a:solidFill>
                    <a:srgbClr val="252423"/>
                  </a:solidFill>
                </a:uFill>
                <a:latin typeface="Segoe UI Semibold"/>
                <a:cs typeface="Segoe UI Semibold"/>
              </a:rPr>
              <a:t>sorted</a:t>
            </a:r>
            <a:r>
              <a:rPr sz="900" i="1" u="sng" spc="-15" dirty="0">
                <a:solidFill>
                  <a:srgbClr val="252423"/>
                </a:solidFill>
                <a:uFill>
                  <a:solidFill>
                    <a:srgbClr val="252423"/>
                  </a:solidFill>
                </a:uFill>
                <a:latin typeface="Segoe UI Semibold"/>
                <a:cs typeface="Segoe UI Semibold"/>
              </a:rPr>
              <a:t> </a:t>
            </a:r>
            <a:r>
              <a:rPr sz="900" i="1" u="sng" spc="-25" dirty="0">
                <a:solidFill>
                  <a:srgbClr val="252423"/>
                </a:solidFill>
                <a:uFill>
                  <a:solidFill>
                    <a:srgbClr val="252423"/>
                  </a:solidFill>
                </a:uFill>
                <a:latin typeface="Segoe UI Semibold"/>
                <a:cs typeface="Segoe UI Semibold"/>
              </a:rPr>
              <a:t>b</a:t>
            </a:r>
            <a:r>
              <a:rPr sz="900" i="1" spc="-25" dirty="0">
                <a:solidFill>
                  <a:srgbClr val="252423"/>
                </a:solidFill>
                <a:latin typeface="Segoe UI Semibold"/>
                <a:cs typeface="Segoe UI Semibold"/>
              </a:rPr>
              <a:t>y </a:t>
            </a:r>
            <a:r>
              <a:rPr sz="900" i="1" spc="-20" dirty="0">
                <a:solidFill>
                  <a:srgbClr val="252423"/>
                </a:solidFill>
                <a:latin typeface="Segoe UI"/>
                <a:cs typeface="Segoe UI"/>
              </a:rPr>
              <a:t>year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6981626" y="4375181"/>
            <a:ext cx="3562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52423"/>
                </a:solidFill>
                <a:latin typeface="Verdana"/>
                <a:cs typeface="Verdana"/>
              </a:rPr>
              <a:t></a:t>
            </a:r>
            <a:r>
              <a:rPr sz="1000" spc="245" dirty="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sz="1000" spc="-50" dirty="0">
                <a:solidFill>
                  <a:srgbClr val="252423"/>
                </a:solidFill>
                <a:latin typeface="Verdana"/>
                <a:cs typeface="Verdana"/>
              </a:rPr>
              <a:t>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4638675" y="4314825"/>
            <a:ext cx="2276475" cy="295275"/>
            <a:chOff x="4638675" y="4314825"/>
            <a:chExt cx="2276475" cy="295275"/>
          </a:xfrm>
        </p:grpSpPr>
        <p:sp>
          <p:nvSpPr>
            <p:cNvPr id="78" name="object 78"/>
            <p:cNvSpPr/>
            <p:nvPr/>
          </p:nvSpPr>
          <p:spPr>
            <a:xfrm>
              <a:off x="4643437" y="4319587"/>
              <a:ext cx="2266950" cy="285750"/>
            </a:xfrm>
            <a:custGeom>
              <a:avLst/>
              <a:gdLst/>
              <a:ahLst/>
              <a:cxnLst/>
              <a:rect l="l" t="t" r="r" b="b"/>
              <a:pathLst>
                <a:path w="2266950" h="285750">
                  <a:moveTo>
                    <a:pt x="2254557" y="285749"/>
                  </a:moveTo>
                  <a:lnTo>
                    <a:pt x="12392" y="285749"/>
                  </a:lnTo>
                  <a:lnTo>
                    <a:pt x="10570" y="285387"/>
                  </a:lnTo>
                  <a:lnTo>
                    <a:pt x="0" y="273357"/>
                  </a:lnTo>
                  <a:lnTo>
                    <a:pt x="0" y="271462"/>
                  </a:lnTo>
                  <a:lnTo>
                    <a:pt x="0" y="12392"/>
                  </a:lnTo>
                  <a:lnTo>
                    <a:pt x="12392" y="0"/>
                  </a:lnTo>
                  <a:lnTo>
                    <a:pt x="2254557" y="0"/>
                  </a:lnTo>
                  <a:lnTo>
                    <a:pt x="2266949" y="12392"/>
                  </a:lnTo>
                  <a:lnTo>
                    <a:pt x="2266949" y="273357"/>
                  </a:lnTo>
                  <a:lnTo>
                    <a:pt x="2256379" y="285387"/>
                  </a:lnTo>
                  <a:lnTo>
                    <a:pt x="2254557" y="285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4643437" y="4319587"/>
              <a:ext cx="2266950" cy="285750"/>
            </a:xfrm>
            <a:custGeom>
              <a:avLst/>
              <a:gdLst/>
              <a:ahLst/>
              <a:cxnLst/>
              <a:rect l="l" t="t" r="r" b="b"/>
              <a:pathLst>
                <a:path w="2266950" h="285750">
                  <a:moveTo>
                    <a:pt x="0" y="271462"/>
                  </a:moveTo>
                  <a:lnTo>
                    <a:pt x="0" y="14287"/>
                  </a:lnTo>
                  <a:lnTo>
                    <a:pt x="0" y="12392"/>
                  </a:lnTo>
                  <a:lnTo>
                    <a:pt x="362" y="10570"/>
                  </a:lnTo>
                  <a:lnTo>
                    <a:pt x="1087" y="8819"/>
                  </a:lnTo>
                  <a:lnTo>
                    <a:pt x="1812" y="7069"/>
                  </a:lnTo>
                  <a:lnTo>
                    <a:pt x="2844" y="5524"/>
                  </a:lnTo>
                  <a:lnTo>
                    <a:pt x="4184" y="4184"/>
                  </a:lnTo>
                  <a:lnTo>
                    <a:pt x="5524" y="2844"/>
                  </a:lnTo>
                  <a:lnTo>
                    <a:pt x="7069" y="1812"/>
                  </a:lnTo>
                  <a:lnTo>
                    <a:pt x="8819" y="1087"/>
                  </a:lnTo>
                  <a:lnTo>
                    <a:pt x="10570" y="362"/>
                  </a:lnTo>
                  <a:lnTo>
                    <a:pt x="12392" y="0"/>
                  </a:lnTo>
                  <a:lnTo>
                    <a:pt x="14287" y="0"/>
                  </a:lnTo>
                  <a:lnTo>
                    <a:pt x="2252662" y="0"/>
                  </a:lnTo>
                  <a:lnTo>
                    <a:pt x="2254557" y="0"/>
                  </a:lnTo>
                  <a:lnTo>
                    <a:pt x="2256379" y="362"/>
                  </a:lnTo>
                  <a:lnTo>
                    <a:pt x="2266950" y="14287"/>
                  </a:lnTo>
                  <a:lnTo>
                    <a:pt x="2266950" y="271462"/>
                  </a:lnTo>
                  <a:lnTo>
                    <a:pt x="2252662" y="285750"/>
                  </a:lnTo>
                  <a:lnTo>
                    <a:pt x="14287" y="285750"/>
                  </a:lnTo>
                  <a:lnTo>
                    <a:pt x="1087" y="276930"/>
                  </a:lnTo>
                  <a:lnTo>
                    <a:pt x="362" y="275179"/>
                  </a:lnTo>
                  <a:lnTo>
                    <a:pt x="0" y="273357"/>
                  </a:lnTo>
                  <a:lnTo>
                    <a:pt x="0" y="271462"/>
                  </a:lnTo>
                  <a:close/>
                </a:path>
              </a:pathLst>
            </a:custGeom>
            <a:ln w="9525">
              <a:solidFill>
                <a:srgbClr val="A19E9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4628085" y="4368800"/>
            <a:ext cx="229806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985">
              <a:lnSpc>
                <a:spcPct val="100000"/>
              </a:lnSpc>
              <a:spcBef>
                <a:spcPts val="100"/>
              </a:spcBef>
            </a:pPr>
            <a:r>
              <a:rPr sz="1575" spc="352" baseline="-13227" dirty="0">
                <a:solidFill>
                  <a:srgbClr val="252423"/>
                </a:solidFill>
                <a:latin typeface="Verdana"/>
                <a:cs typeface="Verdana"/>
              </a:rPr>
              <a:t>D</a:t>
            </a:r>
            <a:r>
              <a:rPr sz="1575" spc="89" baseline="-13227" dirty="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252423"/>
                </a:solidFill>
                <a:latin typeface="Segoe UI"/>
                <a:cs typeface="Segoe UI"/>
              </a:rPr>
              <a:t>average</a:t>
            </a: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 </a:t>
            </a:r>
            <a:r>
              <a:rPr sz="1000" u="heavy" dirty="0">
                <a:solidFill>
                  <a:srgbClr val="252423"/>
                </a:solidFill>
                <a:uFill>
                  <a:solidFill>
                    <a:srgbClr val="0078D4"/>
                  </a:solidFill>
                </a:uFill>
                <a:latin typeface="Segoe UI"/>
                <a:cs typeface="Segoe UI"/>
              </a:rPr>
              <a:t>ac</a:t>
            </a:r>
            <a:r>
              <a:rPr sz="1000" u="heavy" spc="-5" dirty="0">
                <a:solidFill>
                  <a:srgbClr val="252423"/>
                </a:solidFill>
                <a:uFill>
                  <a:solidFill>
                    <a:srgbClr val="0078D4"/>
                  </a:solidFill>
                </a:uFill>
                <a:latin typeface="Segoe UI"/>
                <a:cs typeface="Segoe UI"/>
              </a:rPr>
              <a:t> </a:t>
            </a:r>
            <a:r>
              <a:rPr sz="1000" u="heavy" dirty="0">
                <a:solidFill>
                  <a:srgbClr val="252423"/>
                </a:solidFill>
                <a:uFill>
                  <a:solidFill>
                    <a:srgbClr val="0078D4"/>
                  </a:solidFill>
                </a:uFill>
                <a:latin typeface="Segoe UI"/>
                <a:cs typeface="Segoe UI"/>
              </a:rPr>
              <a:t>no</a:t>
            </a: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252423"/>
                </a:solidFill>
                <a:latin typeface="Segoe UI"/>
                <a:cs typeface="Segoe UI"/>
              </a:rPr>
              <a:t>for</a:t>
            </a: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252423"/>
                </a:solidFill>
                <a:latin typeface="Segoe UI"/>
                <a:cs typeface="Segoe UI"/>
              </a:rPr>
              <a:t>each</a:t>
            </a:r>
            <a:r>
              <a:rPr sz="1000" spc="-10" dirty="0">
                <a:solidFill>
                  <a:srgbClr val="252423"/>
                </a:solidFill>
                <a:latin typeface="Segoe UI"/>
                <a:cs typeface="Segoe UI"/>
              </a:rPr>
              <a:t> </a:t>
            </a:r>
            <a:r>
              <a:rPr sz="1000" u="heavy" spc="-20" dirty="0">
                <a:solidFill>
                  <a:srgbClr val="252423"/>
                </a:solidFill>
                <a:uFill>
                  <a:solidFill>
                    <a:srgbClr val="0078D4"/>
                  </a:solidFill>
                </a:uFill>
                <a:latin typeface="Segoe UI"/>
                <a:cs typeface="Segoe UI"/>
              </a:rPr>
              <a:t>year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5086350" y="6581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5257800" y="6581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5314950" y="6581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5372100" y="6581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5429250" y="6581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5486400" y="6581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5543550" y="6581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5600700" y="6581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5657850" y="6581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5715000" y="6581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5886450" y="6581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5943600" y="6581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6000750" y="6581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6057900" y="6581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6115050" y="6581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6172200" y="6581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6229350" y="6581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6286500" y="6581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6343650" y="6581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6400800" y="6581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6572250" y="6581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6629400" y="6581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6686550" y="6581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6743700" y="6581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6800850" y="6581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6858000" y="6581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6915150" y="6581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6972300" y="6581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7029450" y="6581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5086350" y="59436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5257800" y="59436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5314950" y="59436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5372100" y="59436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5429250" y="59436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5486400" y="59436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5543550" y="59436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5600700" y="59436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5657850" y="59436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7029450" y="59436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5143500" y="6581787"/>
            <a:ext cx="66675" cy="9525"/>
          </a:xfrm>
          <a:custGeom>
            <a:avLst/>
            <a:gdLst/>
            <a:ahLst/>
            <a:cxnLst/>
            <a:rect l="l" t="t" r="r" b="b"/>
            <a:pathLst>
              <a:path w="6667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66675" h="9525">
                <a:moveTo>
                  <a:pt x="47625" y="0"/>
                </a:moveTo>
                <a:lnTo>
                  <a:pt x="38100" y="0"/>
                </a:lnTo>
                <a:lnTo>
                  <a:pt x="38100" y="9525"/>
                </a:lnTo>
                <a:lnTo>
                  <a:pt x="47625" y="9525"/>
                </a:lnTo>
                <a:lnTo>
                  <a:pt x="47625" y="0"/>
                </a:lnTo>
                <a:close/>
              </a:path>
              <a:path w="6667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5143500" y="5895987"/>
            <a:ext cx="66675" cy="66675"/>
          </a:xfrm>
          <a:custGeom>
            <a:avLst/>
            <a:gdLst/>
            <a:ahLst/>
            <a:cxnLst/>
            <a:rect l="l" t="t" r="r" b="b"/>
            <a:pathLst>
              <a:path w="66675" h="66675">
                <a:moveTo>
                  <a:pt x="9525" y="47625"/>
                </a:moveTo>
                <a:lnTo>
                  <a:pt x="0" y="47625"/>
                </a:lnTo>
                <a:lnTo>
                  <a:pt x="0" y="57150"/>
                </a:lnTo>
                <a:lnTo>
                  <a:pt x="9525" y="57150"/>
                </a:lnTo>
                <a:lnTo>
                  <a:pt x="9525" y="47625"/>
                </a:lnTo>
                <a:close/>
              </a:path>
              <a:path w="66675" h="66675">
                <a:moveTo>
                  <a:pt x="47625" y="57150"/>
                </a:moveTo>
                <a:lnTo>
                  <a:pt x="38100" y="57150"/>
                </a:lnTo>
                <a:lnTo>
                  <a:pt x="38100" y="66675"/>
                </a:lnTo>
                <a:lnTo>
                  <a:pt x="47625" y="66675"/>
                </a:lnTo>
                <a:lnTo>
                  <a:pt x="47625" y="57150"/>
                </a:lnTo>
                <a:close/>
              </a:path>
              <a:path w="66675" h="66675">
                <a:moveTo>
                  <a:pt x="47625" y="0"/>
                </a:moveTo>
                <a:lnTo>
                  <a:pt x="38100" y="0"/>
                </a:lnTo>
                <a:lnTo>
                  <a:pt x="38100" y="9525"/>
                </a:lnTo>
                <a:lnTo>
                  <a:pt x="47625" y="9525"/>
                </a:lnTo>
                <a:lnTo>
                  <a:pt x="47625" y="0"/>
                </a:lnTo>
                <a:close/>
              </a:path>
              <a:path w="66675" h="66675">
                <a:moveTo>
                  <a:pt x="66675" y="47625"/>
                </a:moveTo>
                <a:lnTo>
                  <a:pt x="57150" y="47625"/>
                </a:lnTo>
                <a:lnTo>
                  <a:pt x="57150" y="57150"/>
                </a:lnTo>
                <a:lnTo>
                  <a:pt x="66675" y="57150"/>
                </a:lnTo>
                <a:lnTo>
                  <a:pt x="66675" y="476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5772150" y="6581787"/>
            <a:ext cx="66675" cy="9525"/>
          </a:xfrm>
          <a:custGeom>
            <a:avLst/>
            <a:gdLst/>
            <a:ahLst/>
            <a:cxnLst/>
            <a:rect l="l" t="t" r="r" b="b"/>
            <a:pathLst>
              <a:path w="6667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66675" h="9525">
                <a:moveTo>
                  <a:pt x="66675" y="0"/>
                </a:moveTo>
                <a:lnTo>
                  <a:pt x="60312" y="0"/>
                </a:lnTo>
                <a:lnTo>
                  <a:pt x="57150" y="0"/>
                </a:lnTo>
                <a:lnTo>
                  <a:pt x="50787" y="0"/>
                </a:lnTo>
                <a:lnTo>
                  <a:pt x="50787" y="9525"/>
                </a:lnTo>
                <a:lnTo>
                  <a:pt x="57150" y="9525"/>
                </a:lnTo>
                <a:lnTo>
                  <a:pt x="60312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6457950" y="6581787"/>
            <a:ext cx="66675" cy="9525"/>
          </a:xfrm>
          <a:custGeom>
            <a:avLst/>
            <a:gdLst/>
            <a:ahLst/>
            <a:cxnLst/>
            <a:rect l="l" t="t" r="r" b="b"/>
            <a:pathLst>
              <a:path w="66675" h="9525">
                <a:moveTo>
                  <a:pt x="15875" y="0"/>
                </a:moveTo>
                <a:lnTo>
                  <a:pt x="9525" y="0"/>
                </a:lnTo>
                <a:lnTo>
                  <a:pt x="6350" y="0"/>
                </a:lnTo>
                <a:lnTo>
                  <a:pt x="0" y="0"/>
                </a:lnTo>
                <a:lnTo>
                  <a:pt x="0" y="9525"/>
                </a:lnTo>
                <a:lnTo>
                  <a:pt x="6350" y="9525"/>
                </a:lnTo>
                <a:lnTo>
                  <a:pt x="9525" y="9525"/>
                </a:lnTo>
                <a:lnTo>
                  <a:pt x="15875" y="9525"/>
                </a:lnTo>
                <a:lnTo>
                  <a:pt x="15875" y="0"/>
                </a:lnTo>
                <a:close/>
              </a:path>
              <a:path w="6667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7086600" y="6581787"/>
            <a:ext cx="66675" cy="9525"/>
          </a:xfrm>
          <a:custGeom>
            <a:avLst/>
            <a:gdLst/>
            <a:ahLst/>
            <a:cxnLst/>
            <a:rect l="l" t="t" r="r" b="b"/>
            <a:pathLst>
              <a:path w="6667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66675" h="9525">
                <a:moveTo>
                  <a:pt x="28575" y="0"/>
                </a:moveTo>
                <a:lnTo>
                  <a:pt x="19050" y="0"/>
                </a:lnTo>
                <a:lnTo>
                  <a:pt x="19050" y="9525"/>
                </a:lnTo>
                <a:lnTo>
                  <a:pt x="28575" y="9525"/>
                </a:lnTo>
                <a:lnTo>
                  <a:pt x="28575" y="0"/>
                </a:lnTo>
                <a:close/>
              </a:path>
              <a:path w="6667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7086600" y="5895987"/>
            <a:ext cx="66675" cy="66675"/>
          </a:xfrm>
          <a:custGeom>
            <a:avLst/>
            <a:gdLst/>
            <a:ahLst/>
            <a:cxnLst/>
            <a:rect l="l" t="t" r="r" b="b"/>
            <a:pathLst>
              <a:path w="66675" h="66675">
                <a:moveTo>
                  <a:pt x="9525" y="47625"/>
                </a:moveTo>
                <a:lnTo>
                  <a:pt x="0" y="47625"/>
                </a:lnTo>
                <a:lnTo>
                  <a:pt x="0" y="57150"/>
                </a:lnTo>
                <a:lnTo>
                  <a:pt x="9525" y="57150"/>
                </a:lnTo>
                <a:lnTo>
                  <a:pt x="9525" y="47625"/>
                </a:lnTo>
                <a:close/>
              </a:path>
              <a:path w="66675" h="66675">
                <a:moveTo>
                  <a:pt x="28575" y="57150"/>
                </a:moveTo>
                <a:lnTo>
                  <a:pt x="19050" y="57150"/>
                </a:lnTo>
                <a:lnTo>
                  <a:pt x="19050" y="66675"/>
                </a:lnTo>
                <a:lnTo>
                  <a:pt x="28575" y="66675"/>
                </a:lnTo>
                <a:lnTo>
                  <a:pt x="28575" y="57150"/>
                </a:lnTo>
                <a:close/>
              </a:path>
              <a:path w="66675" h="66675">
                <a:moveTo>
                  <a:pt x="28575" y="0"/>
                </a:moveTo>
                <a:lnTo>
                  <a:pt x="19050" y="0"/>
                </a:lnTo>
                <a:lnTo>
                  <a:pt x="19050" y="9525"/>
                </a:lnTo>
                <a:lnTo>
                  <a:pt x="28575" y="9525"/>
                </a:lnTo>
                <a:lnTo>
                  <a:pt x="28575" y="0"/>
                </a:lnTo>
                <a:close/>
              </a:path>
              <a:path w="66675" h="66675">
                <a:moveTo>
                  <a:pt x="66675" y="47625"/>
                </a:moveTo>
                <a:lnTo>
                  <a:pt x="57150" y="47625"/>
                </a:lnTo>
                <a:lnTo>
                  <a:pt x="57150" y="57150"/>
                </a:lnTo>
                <a:lnTo>
                  <a:pt x="66675" y="57150"/>
                </a:lnTo>
                <a:lnTo>
                  <a:pt x="66675" y="476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6" name="object 126"/>
          <p:cNvGrpSpPr/>
          <p:nvPr/>
        </p:nvGrpSpPr>
        <p:grpSpPr>
          <a:xfrm>
            <a:off x="5712460" y="5495925"/>
            <a:ext cx="1269365" cy="1038225"/>
            <a:chOff x="5712460" y="5495925"/>
            <a:chExt cx="1269365" cy="1038225"/>
          </a:xfrm>
        </p:grpSpPr>
        <p:sp>
          <p:nvSpPr>
            <p:cNvPr id="127" name="object 127"/>
            <p:cNvSpPr/>
            <p:nvPr/>
          </p:nvSpPr>
          <p:spPr>
            <a:xfrm>
              <a:off x="5715000" y="5495937"/>
              <a:ext cx="1266825" cy="1038225"/>
            </a:xfrm>
            <a:custGeom>
              <a:avLst/>
              <a:gdLst/>
              <a:ahLst/>
              <a:cxnLst/>
              <a:rect l="l" t="t" r="r" b="b"/>
              <a:pathLst>
                <a:path w="1266825" h="1038225">
                  <a:moveTo>
                    <a:pt x="9525" y="447675"/>
                  </a:moveTo>
                  <a:lnTo>
                    <a:pt x="0" y="447675"/>
                  </a:lnTo>
                  <a:lnTo>
                    <a:pt x="0" y="457200"/>
                  </a:lnTo>
                  <a:lnTo>
                    <a:pt x="9525" y="457200"/>
                  </a:lnTo>
                  <a:lnTo>
                    <a:pt x="9525" y="447675"/>
                  </a:lnTo>
                  <a:close/>
                </a:path>
                <a:path w="1266825" h="1038225">
                  <a:moveTo>
                    <a:pt x="66675" y="447675"/>
                  </a:moveTo>
                  <a:lnTo>
                    <a:pt x="57150" y="447675"/>
                  </a:lnTo>
                  <a:lnTo>
                    <a:pt x="57150" y="457200"/>
                  </a:lnTo>
                  <a:lnTo>
                    <a:pt x="66675" y="457200"/>
                  </a:lnTo>
                  <a:lnTo>
                    <a:pt x="66675" y="447675"/>
                  </a:lnTo>
                  <a:close/>
                </a:path>
                <a:path w="1266825" h="1038225">
                  <a:moveTo>
                    <a:pt x="117462" y="1028700"/>
                  </a:moveTo>
                  <a:lnTo>
                    <a:pt x="107937" y="1028700"/>
                  </a:lnTo>
                  <a:lnTo>
                    <a:pt x="107937" y="1038225"/>
                  </a:lnTo>
                  <a:lnTo>
                    <a:pt x="117462" y="1038225"/>
                  </a:lnTo>
                  <a:lnTo>
                    <a:pt x="117462" y="1028700"/>
                  </a:lnTo>
                  <a:close/>
                </a:path>
                <a:path w="1266825" h="1038225">
                  <a:moveTo>
                    <a:pt x="117462" y="971550"/>
                  </a:moveTo>
                  <a:lnTo>
                    <a:pt x="107937" y="971550"/>
                  </a:lnTo>
                  <a:lnTo>
                    <a:pt x="107937" y="981075"/>
                  </a:lnTo>
                  <a:lnTo>
                    <a:pt x="117462" y="981075"/>
                  </a:lnTo>
                  <a:lnTo>
                    <a:pt x="117462" y="971550"/>
                  </a:lnTo>
                  <a:close/>
                </a:path>
                <a:path w="1266825" h="1038225">
                  <a:moveTo>
                    <a:pt x="117462" y="914400"/>
                  </a:moveTo>
                  <a:lnTo>
                    <a:pt x="107937" y="914400"/>
                  </a:lnTo>
                  <a:lnTo>
                    <a:pt x="107937" y="923925"/>
                  </a:lnTo>
                  <a:lnTo>
                    <a:pt x="117462" y="923925"/>
                  </a:lnTo>
                  <a:lnTo>
                    <a:pt x="117462" y="914400"/>
                  </a:lnTo>
                  <a:close/>
                </a:path>
                <a:path w="1266825" h="1038225">
                  <a:moveTo>
                    <a:pt x="117462" y="857250"/>
                  </a:moveTo>
                  <a:lnTo>
                    <a:pt x="107937" y="857250"/>
                  </a:lnTo>
                  <a:lnTo>
                    <a:pt x="107937" y="866775"/>
                  </a:lnTo>
                  <a:lnTo>
                    <a:pt x="117462" y="866775"/>
                  </a:lnTo>
                  <a:lnTo>
                    <a:pt x="117462" y="857250"/>
                  </a:lnTo>
                  <a:close/>
                </a:path>
                <a:path w="1266825" h="1038225">
                  <a:moveTo>
                    <a:pt x="117462" y="800100"/>
                  </a:moveTo>
                  <a:lnTo>
                    <a:pt x="107937" y="800100"/>
                  </a:lnTo>
                  <a:lnTo>
                    <a:pt x="107937" y="809625"/>
                  </a:lnTo>
                  <a:lnTo>
                    <a:pt x="117462" y="809625"/>
                  </a:lnTo>
                  <a:lnTo>
                    <a:pt x="117462" y="800100"/>
                  </a:lnTo>
                  <a:close/>
                </a:path>
                <a:path w="1266825" h="1038225">
                  <a:moveTo>
                    <a:pt x="117462" y="742950"/>
                  </a:moveTo>
                  <a:lnTo>
                    <a:pt x="107937" y="742950"/>
                  </a:lnTo>
                  <a:lnTo>
                    <a:pt x="107937" y="752475"/>
                  </a:lnTo>
                  <a:lnTo>
                    <a:pt x="117462" y="752475"/>
                  </a:lnTo>
                  <a:lnTo>
                    <a:pt x="117462" y="742950"/>
                  </a:lnTo>
                  <a:close/>
                </a:path>
                <a:path w="1266825" h="1038225">
                  <a:moveTo>
                    <a:pt x="117462" y="685800"/>
                  </a:moveTo>
                  <a:lnTo>
                    <a:pt x="107937" y="685800"/>
                  </a:lnTo>
                  <a:lnTo>
                    <a:pt x="107937" y="695325"/>
                  </a:lnTo>
                  <a:lnTo>
                    <a:pt x="117462" y="695325"/>
                  </a:lnTo>
                  <a:lnTo>
                    <a:pt x="117462" y="685800"/>
                  </a:lnTo>
                  <a:close/>
                </a:path>
                <a:path w="1266825" h="1038225">
                  <a:moveTo>
                    <a:pt x="117462" y="628650"/>
                  </a:moveTo>
                  <a:lnTo>
                    <a:pt x="107937" y="628650"/>
                  </a:lnTo>
                  <a:lnTo>
                    <a:pt x="107937" y="638175"/>
                  </a:lnTo>
                  <a:lnTo>
                    <a:pt x="117462" y="638175"/>
                  </a:lnTo>
                  <a:lnTo>
                    <a:pt x="117462" y="628650"/>
                  </a:lnTo>
                  <a:close/>
                </a:path>
                <a:path w="1266825" h="1038225">
                  <a:moveTo>
                    <a:pt x="117462" y="571500"/>
                  </a:moveTo>
                  <a:lnTo>
                    <a:pt x="107937" y="571500"/>
                  </a:lnTo>
                  <a:lnTo>
                    <a:pt x="107937" y="581025"/>
                  </a:lnTo>
                  <a:lnTo>
                    <a:pt x="117462" y="581025"/>
                  </a:lnTo>
                  <a:lnTo>
                    <a:pt x="117462" y="571500"/>
                  </a:lnTo>
                  <a:close/>
                </a:path>
                <a:path w="1266825" h="1038225">
                  <a:moveTo>
                    <a:pt x="117462" y="514350"/>
                  </a:moveTo>
                  <a:lnTo>
                    <a:pt x="107937" y="514350"/>
                  </a:lnTo>
                  <a:lnTo>
                    <a:pt x="107937" y="523875"/>
                  </a:lnTo>
                  <a:lnTo>
                    <a:pt x="117462" y="523875"/>
                  </a:lnTo>
                  <a:lnTo>
                    <a:pt x="117462" y="514350"/>
                  </a:lnTo>
                  <a:close/>
                </a:path>
                <a:path w="1266825" h="1038225">
                  <a:moveTo>
                    <a:pt x="117462" y="400050"/>
                  </a:moveTo>
                  <a:lnTo>
                    <a:pt x="107937" y="400050"/>
                  </a:lnTo>
                  <a:lnTo>
                    <a:pt x="107937" y="409575"/>
                  </a:lnTo>
                  <a:lnTo>
                    <a:pt x="117462" y="409575"/>
                  </a:lnTo>
                  <a:lnTo>
                    <a:pt x="117462" y="400050"/>
                  </a:lnTo>
                  <a:close/>
                </a:path>
                <a:path w="1266825" h="1038225">
                  <a:moveTo>
                    <a:pt x="117462" y="342900"/>
                  </a:moveTo>
                  <a:lnTo>
                    <a:pt x="107937" y="342900"/>
                  </a:lnTo>
                  <a:lnTo>
                    <a:pt x="107937" y="352425"/>
                  </a:lnTo>
                  <a:lnTo>
                    <a:pt x="117462" y="352425"/>
                  </a:lnTo>
                  <a:lnTo>
                    <a:pt x="117462" y="342900"/>
                  </a:lnTo>
                  <a:close/>
                </a:path>
                <a:path w="1266825" h="1038225">
                  <a:moveTo>
                    <a:pt x="117462" y="285750"/>
                  </a:moveTo>
                  <a:lnTo>
                    <a:pt x="107937" y="285750"/>
                  </a:lnTo>
                  <a:lnTo>
                    <a:pt x="107937" y="295275"/>
                  </a:lnTo>
                  <a:lnTo>
                    <a:pt x="117462" y="295275"/>
                  </a:lnTo>
                  <a:lnTo>
                    <a:pt x="117462" y="285750"/>
                  </a:lnTo>
                  <a:close/>
                </a:path>
                <a:path w="1266825" h="1038225">
                  <a:moveTo>
                    <a:pt x="117462" y="228600"/>
                  </a:moveTo>
                  <a:lnTo>
                    <a:pt x="107937" y="228600"/>
                  </a:lnTo>
                  <a:lnTo>
                    <a:pt x="107937" y="238125"/>
                  </a:lnTo>
                  <a:lnTo>
                    <a:pt x="117462" y="238125"/>
                  </a:lnTo>
                  <a:lnTo>
                    <a:pt x="117462" y="228600"/>
                  </a:lnTo>
                  <a:close/>
                </a:path>
                <a:path w="1266825" h="1038225">
                  <a:moveTo>
                    <a:pt x="117462" y="171450"/>
                  </a:moveTo>
                  <a:lnTo>
                    <a:pt x="107937" y="171450"/>
                  </a:lnTo>
                  <a:lnTo>
                    <a:pt x="107937" y="180975"/>
                  </a:lnTo>
                  <a:lnTo>
                    <a:pt x="117462" y="180975"/>
                  </a:lnTo>
                  <a:lnTo>
                    <a:pt x="117462" y="171450"/>
                  </a:lnTo>
                  <a:close/>
                </a:path>
                <a:path w="1266825" h="1038225">
                  <a:moveTo>
                    <a:pt x="117462" y="114300"/>
                  </a:moveTo>
                  <a:lnTo>
                    <a:pt x="107937" y="114300"/>
                  </a:lnTo>
                  <a:lnTo>
                    <a:pt x="107937" y="123825"/>
                  </a:lnTo>
                  <a:lnTo>
                    <a:pt x="117462" y="123825"/>
                  </a:lnTo>
                  <a:lnTo>
                    <a:pt x="117462" y="114300"/>
                  </a:lnTo>
                  <a:close/>
                </a:path>
                <a:path w="1266825" h="1038225">
                  <a:moveTo>
                    <a:pt x="117462" y="57150"/>
                  </a:moveTo>
                  <a:lnTo>
                    <a:pt x="107937" y="57150"/>
                  </a:lnTo>
                  <a:lnTo>
                    <a:pt x="107937" y="66675"/>
                  </a:lnTo>
                  <a:lnTo>
                    <a:pt x="117462" y="66675"/>
                  </a:lnTo>
                  <a:lnTo>
                    <a:pt x="117462" y="57150"/>
                  </a:lnTo>
                  <a:close/>
                </a:path>
                <a:path w="1266825" h="1038225">
                  <a:moveTo>
                    <a:pt x="117462" y="0"/>
                  </a:moveTo>
                  <a:lnTo>
                    <a:pt x="107937" y="0"/>
                  </a:lnTo>
                  <a:lnTo>
                    <a:pt x="107937" y="9525"/>
                  </a:lnTo>
                  <a:lnTo>
                    <a:pt x="117462" y="9525"/>
                  </a:lnTo>
                  <a:lnTo>
                    <a:pt x="117462" y="0"/>
                  </a:lnTo>
                  <a:close/>
                </a:path>
                <a:path w="1266825" h="1038225">
                  <a:moveTo>
                    <a:pt x="123825" y="447675"/>
                  </a:moveTo>
                  <a:lnTo>
                    <a:pt x="114300" y="447675"/>
                  </a:lnTo>
                  <a:lnTo>
                    <a:pt x="114300" y="457200"/>
                  </a:lnTo>
                  <a:lnTo>
                    <a:pt x="107937" y="457200"/>
                  </a:lnTo>
                  <a:lnTo>
                    <a:pt x="107937" y="466725"/>
                  </a:lnTo>
                  <a:lnTo>
                    <a:pt x="117462" y="466725"/>
                  </a:lnTo>
                  <a:lnTo>
                    <a:pt x="117462" y="457200"/>
                  </a:lnTo>
                  <a:lnTo>
                    <a:pt x="123825" y="457200"/>
                  </a:lnTo>
                  <a:lnTo>
                    <a:pt x="123825" y="447675"/>
                  </a:lnTo>
                  <a:close/>
                </a:path>
                <a:path w="1266825" h="1038225">
                  <a:moveTo>
                    <a:pt x="180975" y="447675"/>
                  </a:moveTo>
                  <a:lnTo>
                    <a:pt x="171450" y="447675"/>
                  </a:lnTo>
                  <a:lnTo>
                    <a:pt x="171450" y="457200"/>
                  </a:lnTo>
                  <a:lnTo>
                    <a:pt x="180975" y="457200"/>
                  </a:lnTo>
                  <a:lnTo>
                    <a:pt x="180975" y="447675"/>
                  </a:lnTo>
                  <a:close/>
                </a:path>
                <a:path w="1266825" h="1038225">
                  <a:moveTo>
                    <a:pt x="238125" y="447675"/>
                  </a:moveTo>
                  <a:lnTo>
                    <a:pt x="228600" y="447675"/>
                  </a:lnTo>
                  <a:lnTo>
                    <a:pt x="228600" y="457200"/>
                  </a:lnTo>
                  <a:lnTo>
                    <a:pt x="238125" y="457200"/>
                  </a:lnTo>
                  <a:lnTo>
                    <a:pt x="238125" y="447675"/>
                  </a:lnTo>
                  <a:close/>
                </a:path>
                <a:path w="1266825" h="1038225">
                  <a:moveTo>
                    <a:pt x="295275" y="447675"/>
                  </a:moveTo>
                  <a:lnTo>
                    <a:pt x="285750" y="447675"/>
                  </a:lnTo>
                  <a:lnTo>
                    <a:pt x="285750" y="457200"/>
                  </a:lnTo>
                  <a:lnTo>
                    <a:pt x="295275" y="457200"/>
                  </a:lnTo>
                  <a:lnTo>
                    <a:pt x="295275" y="447675"/>
                  </a:lnTo>
                  <a:close/>
                </a:path>
                <a:path w="1266825" h="1038225">
                  <a:moveTo>
                    <a:pt x="352425" y="447675"/>
                  </a:moveTo>
                  <a:lnTo>
                    <a:pt x="342900" y="447675"/>
                  </a:lnTo>
                  <a:lnTo>
                    <a:pt x="342900" y="457200"/>
                  </a:lnTo>
                  <a:lnTo>
                    <a:pt x="352425" y="457200"/>
                  </a:lnTo>
                  <a:lnTo>
                    <a:pt x="352425" y="447675"/>
                  </a:lnTo>
                  <a:close/>
                </a:path>
                <a:path w="1266825" h="1038225">
                  <a:moveTo>
                    <a:pt x="409575" y="447675"/>
                  </a:moveTo>
                  <a:lnTo>
                    <a:pt x="400050" y="447675"/>
                  </a:lnTo>
                  <a:lnTo>
                    <a:pt x="400050" y="457200"/>
                  </a:lnTo>
                  <a:lnTo>
                    <a:pt x="409575" y="457200"/>
                  </a:lnTo>
                  <a:lnTo>
                    <a:pt x="409575" y="447675"/>
                  </a:lnTo>
                  <a:close/>
                </a:path>
                <a:path w="1266825" h="1038225">
                  <a:moveTo>
                    <a:pt x="466725" y="447675"/>
                  </a:moveTo>
                  <a:lnTo>
                    <a:pt x="457200" y="447675"/>
                  </a:lnTo>
                  <a:lnTo>
                    <a:pt x="457200" y="457200"/>
                  </a:lnTo>
                  <a:lnTo>
                    <a:pt x="466725" y="457200"/>
                  </a:lnTo>
                  <a:lnTo>
                    <a:pt x="466725" y="447675"/>
                  </a:lnTo>
                  <a:close/>
                </a:path>
                <a:path w="1266825" h="1038225">
                  <a:moveTo>
                    <a:pt x="523875" y="447675"/>
                  </a:moveTo>
                  <a:lnTo>
                    <a:pt x="514350" y="447675"/>
                  </a:lnTo>
                  <a:lnTo>
                    <a:pt x="514350" y="457200"/>
                  </a:lnTo>
                  <a:lnTo>
                    <a:pt x="523875" y="457200"/>
                  </a:lnTo>
                  <a:lnTo>
                    <a:pt x="523875" y="447675"/>
                  </a:lnTo>
                  <a:close/>
                </a:path>
                <a:path w="1266825" h="1038225">
                  <a:moveTo>
                    <a:pt x="581025" y="447675"/>
                  </a:moveTo>
                  <a:lnTo>
                    <a:pt x="571500" y="447675"/>
                  </a:lnTo>
                  <a:lnTo>
                    <a:pt x="571500" y="457200"/>
                  </a:lnTo>
                  <a:lnTo>
                    <a:pt x="581025" y="457200"/>
                  </a:lnTo>
                  <a:lnTo>
                    <a:pt x="581025" y="447675"/>
                  </a:lnTo>
                  <a:close/>
                </a:path>
                <a:path w="1266825" h="1038225">
                  <a:moveTo>
                    <a:pt x="638175" y="447675"/>
                  </a:moveTo>
                  <a:lnTo>
                    <a:pt x="628650" y="447675"/>
                  </a:lnTo>
                  <a:lnTo>
                    <a:pt x="628650" y="457200"/>
                  </a:lnTo>
                  <a:lnTo>
                    <a:pt x="638175" y="457200"/>
                  </a:lnTo>
                  <a:lnTo>
                    <a:pt x="638175" y="447675"/>
                  </a:lnTo>
                  <a:close/>
                </a:path>
                <a:path w="1266825" h="1038225">
                  <a:moveTo>
                    <a:pt x="695325" y="447675"/>
                  </a:moveTo>
                  <a:lnTo>
                    <a:pt x="685800" y="447675"/>
                  </a:lnTo>
                  <a:lnTo>
                    <a:pt x="685800" y="457200"/>
                  </a:lnTo>
                  <a:lnTo>
                    <a:pt x="695325" y="457200"/>
                  </a:lnTo>
                  <a:lnTo>
                    <a:pt x="695325" y="447675"/>
                  </a:lnTo>
                  <a:close/>
                </a:path>
                <a:path w="1266825" h="1038225">
                  <a:moveTo>
                    <a:pt x="758825" y="1028700"/>
                  </a:moveTo>
                  <a:lnTo>
                    <a:pt x="749300" y="1028700"/>
                  </a:lnTo>
                  <a:lnTo>
                    <a:pt x="749300" y="1038225"/>
                  </a:lnTo>
                  <a:lnTo>
                    <a:pt x="758825" y="1038225"/>
                  </a:lnTo>
                  <a:lnTo>
                    <a:pt x="758825" y="1028700"/>
                  </a:lnTo>
                  <a:close/>
                </a:path>
                <a:path w="1266825" h="1038225">
                  <a:moveTo>
                    <a:pt x="758825" y="971550"/>
                  </a:moveTo>
                  <a:lnTo>
                    <a:pt x="749300" y="971550"/>
                  </a:lnTo>
                  <a:lnTo>
                    <a:pt x="749300" y="981075"/>
                  </a:lnTo>
                  <a:lnTo>
                    <a:pt x="758825" y="981075"/>
                  </a:lnTo>
                  <a:lnTo>
                    <a:pt x="758825" y="971550"/>
                  </a:lnTo>
                  <a:close/>
                </a:path>
                <a:path w="1266825" h="1038225">
                  <a:moveTo>
                    <a:pt x="758825" y="914400"/>
                  </a:moveTo>
                  <a:lnTo>
                    <a:pt x="749300" y="914400"/>
                  </a:lnTo>
                  <a:lnTo>
                    <a:pt x="749300" y="923925"/>
                  </a:lnTo>
                  <a:lnTo>
                    <a:pt x="758825" y="923925"/>
                  </a:lnTo>
                  <a:lnTo>
                    <a:pt x="758825" y="914400"/>
                  </a:lnTo>
                  <a:close/>
                </a:path>
                <a:path w="1266825" h="1038225">
                  <a:moveTo>
                    <a:pt x="758825" y="857250"/>
                  </a:moveTo>
                  <a:lnTo>
                    <a:pt x="749300" y="857250"/>
                  </a:lnTo>
                  <a:lnTo>
                    <a:pt x="749300" y="866775"/>
                  </a:lnTo>
                  <a:lnTo>
                    <a:pt x="758825" y="866775"/>
                  </a:lnTo>
                  <a:lnTo>
                    <a:pt x="758825" y="857250"/>
                  </a:lnTo>
                  <a:close/>
                </a:path>
                <a:path w="1266825" h="1038225">
                  <a:moveTo>
                    <a:pt x="758825" y="800100"/>
                  </a:moveTo>
                  <a:lnTo>
                    <a:pt x="749300" y="800100"/>
                  </a:lnTo>
                  <a:lnTo>
                    <a:pt x="749300" y="809625"/>
                  </a:lnTo>
                  <a:lnTo>
                    <a:pt x="758825" y="809625"/>
                  </a:lnTo>
                  <a:lnTo>
                    <a:pt x="758825" y="800100"/>
                  </a:lnTo>
                  <a:close/>
                </a:path>
                <a:path w="1266825" h="1038225">
                  <a:moveTo>
                    <a:pt x="758825" y="742950"/>
                  </a:moveTo>
                  <a:lnTo>
                    <a:pt x="749300" y="742950"/>
                  </a:lnTo>
                  <a:lnTo>
                    <a:pt x="749300" y="752475"/>
                  </a:lnTo>
                  <a:lnTo>
                    <a:pt x="758825" y="752475"/>
                  </a:lnTo>
                  <a:lnTo>
                    <a:pt x="758825" y="742950"/>
                  </a:lnTo>
                  <a:close/>
                </a:path>
                <a:path w="1266825" h="1038225">
                  <a:moveTo>
                    <a:pt x="758825" y="685800"/>
                  </a:moveTo>
                  <a:lnTo>
                    <a:pt x="749300" y="685800"/>
                  </a:lnTo>
                  <a:lnTo>
                    <a:pt x="749300" y="695325"/>
                  </a:lnTo>
                  <a:lnTo>
                    <a:pt x="758825" y="695325"/>
                  </a:lnTo>
                  <a:lnTo>
                    <a:pt x="758825" y="685800"/>
                  </a:lnTo>
                  <a:close/>
                </a:path>
                <a:path w="1266825" h="1038225">
                  <a:moveTo>
                    <a:pt x="758825" y="628650"/>
                  </a:moveTo>
                  <a:lnTo>
                    <a:pt x="749300" y="628650"/>
                  </a:lnTo>
                  <a:lnTo>
                    <a:pt x="749300" y="638175"/>
                  </a:lnTo>
                  <a:lnTo>
                    <a:pt x="758825" y="638175"/>
                  </a:lnTo>
                  <a:lnTo>
                    <a:pt x="758825" y="628650"/>
                  </a:lnTo>
                  <a:close/>
                </a:path>
                <a:path w="1266825" h="1038225">
                  <a:moveTo>
                    <a:pt x="758825" y="571500"/>
                  </a:moveTo>
                  <a:lnTo>
                    <a:pt x="749300" y="571500"/>
                  </a:lnTo>
                  <a:lnTo>
                    <a:pt x="749300" y="581025"/>
                  </a:lnTo>
                  <a:lnTo>
                    <a:pt x="758825" y="581025"/>
                  </a:lnTo>
                  <a:lnTo>
                    <a:pt x="758825" y="571500"/>
                  </a:lnTo>
                  <a:close/>
                </a:path>
                <a:path w="1266825" h="1038225">
                  <a:moveTo>
                    <a:pt x="758825" y="514350"/>
                  </a:moveTo>
                  <a:lnTo>
                    <a:pt x="749300" y="514350"/>
                  </a:lnTo>
                  <a:lnTo>
                    <a:pt x="749300" y="523875"/>
                  </a:lnTo>
                  <a:lnTo>
                    <a:pt x="758825" y="523875"/>
                  </a:lnTo>
                  <a:lnTo>
                    <a:pt x="758825" y="514350"/>
                  </a:lnTo>
                  <a:close/>
                </a:path>
                <a:path w="1266825" h="1038225">
                  <a:moveTo>
                    <a:pt x="758825" y="457200"/>
                  </a:moveTo>
                  <a:lnTo>
                    <a:pt x="752475" y="457200"/>
                  </a:lnTo>
                  <a:lnTo>
                    <a:pt x="752475" y="447675"/>
                  </a:lnTo>
                  <a:lnTo>
                    <a:pt x="742950" y="447675"/>
                  </a:lnTo>
                  <a:lnTo>
                    <a:pt x="742950" y="457200"/>
                  </a:lnTo>
                  <a:lnTo>
                    <a:pt x="749300" y="457200"/>
                  </a:lnTo>
                  <a:lnTo>
                    <a:pt x="749300" y="466725"/>
                  </a:lnTo>
                  <a:lnTo>
                    <a:pt x="758825" y="466725"/>
                  </a:lnTo>
                  <a:lnTo>
                    <a:pt x="758825" y="457200"/>
                  </a:lnTo>
                  <a:close/>
                </a:path>
                <a:path w="1266825" h="1038225">
                  <a:moveTo>
                    <a:pt x="758825" y="400050"/>
                  </a:moveTo>
                  <a:lnTo>
                    <a:pt x="749300" y="400050"/>
                  </a:lnTo>
                  <a:lnTo>
                    <a:pt x="749300" y="409575"/>
                  </a:lnTo>
                  <a:lnTo>
                    <a:pt x="758825" y="409575"/>
                  </a:lnTo>
                  <a:lnTo>
                    <a:pt x="758825" y="400050"/>
                  </a:lnTo>
                  <a:close/>
                </a:path>
                <a:path w="1266825" h="1038225">
                  <a:moveTo>
                    <a:pt x="758825" y="342900"/>
                  </a:moveTo>
                  <a:lnTo>
                    <a:pt x="749300" y="342900"/>
                  </a:lnTo>
                  <a:lnTo>
                    <a:pt x="749300" y="352425"/>
                  </a:lnTo>
                  <a:lnTo>
                    <a:pt x="758825" y="352425"/>
                  </a:lnTo>
                  <a:lnTo>
                    <a:pt x="758825" y="342900"/>
                  </a:lnTo>
                  <a:close/>
                </a:path>
                <a:path w="1266825" h="1038225">
                  <a:moveTo>
                    <a:pt x="758825" y="285750"/>
                  </a:moveTo>
                  <a:lnTo>
                    <a:pt x="749300" y="285750"/>
                  </a:lnTo>
                  <a:lnTo>
                    <a:pt x="749300" y="295275"/>
                  </a:lnTo>
                  <a:lnTo>
                    <a:pt x="758825" y="295275"/>
                  </a:lnTo>
                  <a:lnTo>
                    <a:pt x="758825" y="285750"/>
                  </a:lnTo>
                  <a:close/>
                </a:path>
                <a:path w="1266825" h="1038225">
                  <a:moveTo>
                    <a:pt x="758825" y="228600"/>
                  </a:moveTo>
                  <a:lnTo>
                    <a:pt x="749300" y="228600"/>
                  </a:lnTo>
                  <a:lnTo>
                    <a:pt x="749300" y="238125"/>
                  </a:lnTo>
                  <a:lnTo>
                    <a:pt x="758825" y="238125"/>
                  </a:lnTo>
                  <a:lnTo>
                    <a:pt x="758825" y="228600"/>
                  </a:lnTo>
                  <a:close/>
                </a:path>
                <a:path w="1266825" h="1038225">
                  <a:moveTo>
                    <a:pt x="758825" y="171450"/>
                  </a:moveTo>
                  <a:lnTo>
                    <a:pt x="749300" y="171450"/>
                  </a:lnTo>
                  <a:lnTo>
                    <a:pt x="749300" y="180975"/>
                  </a:lnTo>
                  <a:lnTo>
                    <a:pt x="758825" y="180975"/>
                  </a:lnTo>
                  <a:lnTo>
                    <a:pt x="758825" y="171450"/>
                  </a:lnTo>
                  <a:close/>
                </a:path>
                <a:path w="1266825" h="1038225">
                  <a:moveTo>
                    <a:pt x="758825" y="114300"/>
                  </a:moveTo>
                  <a:lnTo>
                    <a:pt x="749300" y="114300"/>
                  </a:lnTo>
                  <a:lnTo>
                    <a:pt x="749300" y="123825"/>
                  </a:lnTo>
                  <a:lnTo>
                    <a:pt x="758825" y="123825"/>
                  </a:lnTo>
                  <a:lnTo>
                    <a:pt x="758825" y="114300"/>
                  </a:lnTo>
                  <a:close/>
                </a:path>
                <a:path w="1266825" h="1038225">
                  <a:moveTo>
                    <a:pt x="758825" y="57150"/>
                  </a:moveTo>
                  <a:lnTo>
                    <a:pt x="749300" y="57150"/>
                  </a:lnTo>
                  <a:lnTo>
                    <a:pt x="749300" y="66675"/>
                  </a:lnTo>
                  <a:lnTo>
                    <a:pt x="758825" y="66675"/>
                  </a:lnTo>
                  <a:lnTo>
                    <a:pt x="758825" y="57150"/>
                  </a:lnTo>
                  <a:close/>
                </a:path>
                <a:path w="1266825" h="1038225">
                  <a:moveTo>
                    <a:pt x="758825" y="0"/>
                  </a:moveTo>
                  <a:lnTo>
                    <a:pt x="749300" y="0"/>
                  </a:lnTo>
                  <a:lnTo>
                    <a:pt x="749300" y="9525"/>
                  </a:lnTo>
                  <a:lnTo>
                    <a:pt x="758825" y="9525"/>
                  </a:lnTo>
                  <a:lnTo>
                    <a:pt x="758825" y="0"/>
                  </a:lnTo>
                  <a:close/>
                </a:path>
                <a:path w="1266825" h="1038225">
                  <a:moveTo>
                    <a:pt x="809625" y="447675"/>
                  </a:moveTo>
                  <a:lnTo>
                    <a:pt x="800100" y="447675"/>
                  </a:lnTo>
                  <a:lnTo>
                    <a:pt x="800100" y="457200"/>
                  </a:lnTo>
                  <a:lnTo>
                    <a:pt x="809625" y="457200"/>
                  </a:lnTo>
                  <a:lnTo>
                    <a:pt x="809625" y="447675"/>
                  </a:lnTo>
                  <a:close/>
                </a:path>
                <a:path w="1266825" h="1038225">
                  <a:moveTo>
                    <a:pt x="866775" y="447675"/>
                  </a:moveTo>
                  <a:lnTo>
                    <a:pt x="857250" y="447675"/>
                  </a:lnTo>
                  <a:lnTo>
                    <a:pt x="857250" y="457200"/>
                  </a:lnTo>
                  <a:lnTo>
                    <a:pt x="866775" y="457200"/>
                  </a:lnTo>
                  <a:lnTo>
                    <a:pt x="866775" y="447675"/>
                  </a:lnTo>
                  <a:close/>
                </a:path>
                <a:path w="1266825" h="1038225">
                  <a:moveTo>
                    <a:pt x="923925" y="447675"/>
                  </a:moveTo>
                  <a:lnTo>
                    <a:pt x="914400" y="447675"/>
                  </a:lnTo>
                  <a:lnTo>
                    <a:pt x="914400" y="457200"/>
                  </a:lnTo>
                  <a:lnTo>
                    <a:pt x="923925" y="457200"/>
                  </a:lnTo>
                  <a:lnTo>
                    <a:pt x="923925" y="447675"/>
                  </a:lnTo>
                  <a:close/>
                </a:path>
                <a:path w="1266825" h="1038225">
                  <a:moveTo>
                    <a:pt x="981075" y="447675"/>
                  </a:moveTo>
                  <a:lnTo>
                    <a:pt x="971550" y="447675"/>
                  </a:lnTo>
                  <a:lnTo>
                    <a:pt x="971550" y="457200"/>
                  </a:lnTo>
                  <a:lnTo>
                    <a:pt x="981075" y="457200"/>
                  </a:lnTo>
                  <a:lnTo>
                    <a:pt x="981075" y="447675"/>
                  </a:lnTo>
                  <a:close/>
                </a:path>
                <a:path w="1266825" h="1038225">
                  <a:moveTo>
                    <a:pt x="1038225" y="447675"/>
                  </a:moveTo>
                  <a:lnTo>
                    <a:pt x="1028700" y="447675"/>
                  </a:lnTo>
                  <a:lnTo>
                    <a:pt x="1028700" y="457200"/>
                  </a:lnTo>
                  <a:lnTo>
                    <a:pt x="1038225" y="457200"/>
                  </a:lnTo>
                  <a:lnTo>
                    <a:pt x="1038225" y="447675"/>
                  </a:lnTo>
                  <a:close/>
                </a:path>
                <a:path w="1266825" h="1038225">
                  <a:moveTo>
                    <a:pt x="1095375" y="447675"/>
                  </a:moveTo>
                  <a:lnTo>
                    <a:pt x="1085850" y="447675"/>
                  </a:lnTo>
                  <a:lnTo>
                    <a:pt x="1085850" y="457200"/>
                  </a:lnTo>
                  <a:lnTo>
                    <a:pt x="1095375" y="457200"/>
                  </a:lnTo>
                  <a:lnTo>
                    <a:pt x="1095375" y="447675"/>
                  </a:lnTo>
                  <a:close/>
                </a:path>
                <a:path w="1266825" h="1038225">
                  <a:moveTo>
                    <a:pt x="1152525" y="447675"/>
                  </a:moveTo>
                  <a:lnTo>
                    <a:pt x="1143000" y="447675"/>
                  </a:lnTo>
                  <a:lnTo>
                    <a:pt x="1143000" y="457200"/>
                  </a:lnTo>
                  <a:lnTo>
                    <a:pt x="1152525" y="457200"/>
                  </a:lnTo>
                  <a:lnTo>
                    <a:pt x="1152525" y="447675"/>
                  </a:lnTo>
                  <a:close/>
                </a:path>
                <a:path w="1266825" h="1038225">
                  <a:moveTo>
                    <a:pt x="1209675" y="447675"/>
                  </a:moveTo>
                  <a:lnTo>
                    <a:pt x="1200150" y="447675"/>
                  </a:lnTo>
                  <a:lnTo>
                    <a:pt x="1200150" y="457200"/>
                  </a:lnTo>
                  <a:lnTo>
                    <a:pt x="1209675" y="457200"/>
                  </a:lnTo>
                  <a:lnTo>
                    <a:pt x="1209675" y="447675"/>
                  </a:lnTo>
                  <a:close/>
                </a:path>
                <a:path w="1266825" h="1038225">
                  <a:moveTo>
                    <a:pt x="1266825" y="447675"/>
                  </a:moveTo>
                  <a:lnTo>
                    <a:pt x="1257300" y="447675"/>
                  </a:lnTo>
                  <a:lnTo>
                    <a:pt x="1257300" y="457200"/>
                  </a:lnTo>
                  <a:lnTo>
                    <a:pt x="1266825" y="457200"/>
                  </a:lnTo>
                  <a:lnTo>
                    <a:pt x="1266825" y="447675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5726747" y="5520301"/>
              <a:ext cx="1218565" cy="958215"/>
            </a:xfrm>
            <a:custGeom>
              <a:avLst/>
              <a:gdLst/>
              <a:ahLst/>
              <a:cxnLst/>
              <a:rect l="l" t="t" r="r" b="b"/>
              <a:pathLst>
                <a:path w="1218565" h="958214">
                  <a:moveTo>
                    <a:pt x="0" y="197309"/>
                  </a:moveTo>
                  <a:lnTo>
                    <a:pt x="32067" y="285439"/>
                  </a:lnTo>
                  <a:lnTo>
                    <a:pt x="64135" y="958037"/>
                  </a:lnTo>
                  <a:lnTo>
                    <a:pt x="96202" y="113402"/>
                  </a:lnTo>
                  <a:lnTo>
                    <a:pt x="160337" y="508164"/>
                  </a:lnTo>
                  <a:lnTo>
                    <a:pt x="192405" y="384807"/>
                  </a:lnTo>
                  <a:lnTo>
                    <a:pt x="224472" y="442261"/>
                  </a:lnTo>
                  <a:lnTo>
                    <a:pt x="256540" y="113937"/>
                  </a:lnTo>
                  <a:lnTo>
                    <a:pt x="320675" y="519188"/>
                  </a:lnTo>
                  <a:lnTo>
                    <a:pt x="384810" y="21211"/>
                  </a:lnTo>
                  <a:lnTo>
                    <a:pt x="416877" y="208847"/>
                  </a:lnTo>
                  <a:lnTo>
                    <a:pt x="448945" y="107875"/>
                  </a:lnTo>
                  <a:lnTo>
                    <a:pt x="481012" y="676121"/>
                  </a:lnTo>
                  <a:lnTo>
                    <a:pt x="513080" y="0"/>
                  </a:lnTo>
                  <a:lnTo>
                    <a:pt x="545147" y="239160"/>
                  </a:lnTo>
                  <a:lnTo>
                    <a:pt x="577215" y="176620"/>
                  </a:lnTo>
                  <a:lnTo>
                    <a:pt x="609282" y="255974"/>
                  </a:lnTo>
                  <a:lnTo>
                    <a:pt x="641350" y="684646"/>
                  </a:lnTo>
                  <a:lnTo>
                    <a:pt x="673417" y="434338"/>
                  </a:lnTo>
                  <a:lnTo>
                    <a:pt x="705485" y="211196"/>
                  </a:lnTo>
                  <a:lnTo>
                    <a:pt x="737552" y="233163"/>
                  </a:lnTo>
                  <a:lnTo>
                    <a:pt x="769620" y="379145"/>
                  </a:lnTo>
                  <a:lnTo>
                    <a:pt x="801687" y="54299"/>
                  </a:lnTo>
                  <a:lnTo>
                    <a:pt x="833754" y="580033"/>
                  </a:lnTo>
                  <a:lnTo>
                    <a:pt x="865822" y="251189"/>
                  </a:lnTo>
                  <a:lnTo>
                    <a:pt x="897890" y="428074"/>
                  </a:lnTo>
                  <a:lnTo>
                    <a:pt x="929957" y="392406"/>
                  </a:lnTo>
                  <a:lnTo>
                    <a:pt x="962025" y="142299"/>
                  </a:lnTo>
                  <a:lnTo>
                    <a:pt x="994092" y="564404"/>
                  </a:lnTo>
                  <a:lnTo>
                    <a:pt x="1026159" y="362263"/>
                  </a:lnTo>
                  <a:lnTo>
                    <a:pt x="1058227" y="273330"/>
                  </a:lnTo>
                  <a:lnTo>
                    <a:pt x="1090295" y="394754"/>
                  </a:lnTo>
                  <a:lnTo>
                    <a:pt x="1122362" y="114321"/>
                  </a:lnTo>
                  <a:lnTo>
                    <a:pt x="1154429" y="510336"/>
                  </a:lnTo>
                  <a:lnTo>
                    <a:pt x="1186497" y="374139"/>
                  </a:lnTo>
                  <a:lnTo>
                    <a:pt x="1218565" y="843368"/>
                  </a:lnTo>
                </a:path>
              </a:pathLst>
            </a:custGeom>
            <a:ln w="28575">
              <a:solidFill>
                <a:srgbClr val="118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9" name="object 129"/>
          <p:cNvSpPr txBox="1"/>
          <p:nvPr/>
        </p:nvSpPr>
        <p:spPr>
          <a:xfrm>
            <a:off x="4793555" y="5857974"/>
            <a:ext cx="210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100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30" name="object 130"/>
          <p:cNvSpPr/>
          <p:nvPr/>
        </p:nvSpPr>
        <p:spPr>
          <a:xfrm>
            <a:off x="5086350" y="5305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5257800" y="5305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5314950" y="5305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5372100" y="5305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5429250" y="5305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5486400" y="5305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5543550" y="5305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5600700" y="5305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5657850" y="5305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5715000" y="5305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5886450" y="5305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5943600" y="5305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6000750" y="5305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6057900" y="5305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6115050" y="5305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6172200" y="5305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6229350" y="5305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6286500" y="5305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6343650" y="5305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6400800" y="5305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6572250" y="5305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6629400" y="5305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6686550" y="5305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6743700" y="5305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6800850" y="5305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6858000" y="5305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6915150" y="5305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6972300" y="5305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7029450" y="5305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5143500" y="5305437"/>
            <a:ext cx="66675" cy="28575"/>
          </a:xfrm>
          <a:custGeom>
            <a:avLst/>
            <a:gdLst/>
            <a:ahLst/>
            <a:cxnLst/>
            <a:rect l="l" t="t" r="r" b="b"/>
            <a:pathLst>
              <a:path w="66675" h="2857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66675" h="28575">
                <a:moveTo>
                  <a:pt x="47625" y="19050"/>
                </a:moveTo>
                <a:lnTo>
                  <a:pt x="38100" y="19050"/>
                </a:lnTo>
                <a:lnTo>
                  <a:pt x="38100" y="28575"/>
                </a:lnTo>
                <a:lnTo>
                  <a:pt x="47625" y="28575"/>
                </a:lnTo>
                <a:lnTo>
                  <a:pt x="47625" y="19050"/>
                </a:lnTo>
                <a:close/>
              </a:path>
              <a:path w="66675" h="2857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5772150" y="5305437"/>
            <a:ext cx="66675" cy="28575"/>
          </a:xfrm>
          <a:custGeom>
            <a:avLst/>
            <a:gdLst/>
            <a:ahLst/>
            <a:cxnLst/>
            <a:rect l="l" t="t" r="r" b="b"/>
            <a:pathLst>
              <a:path w="66675" h="2857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66675" h="28575">
                <a:moveTo>
                  <a:pt x="60312" y="19050"/>
                </a:moveTo>
                <a:lnTo>
                  <a:pt x="50787" y="19050"/>
                </a:lnTo>
                <a:lnTo>
                  <a:pt x="50787" y="28575"/>
                </a:lnTo>
                <a:lnTo>
                  <a:pt x="60312" y="28575"/>
                </a:lnTo>
                <a:lnTo>
                  <a:pt x="60312" y="19050"/>
                </a:lnTo>
                <a:close/>
              </a:path>
              <a:path w="66675" h="2857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1"/>
          <p:cNvSpPr/>
          <p:nvPr/>
        </p:nvSpPr>
        <p:spPr>
          <a:xfrm>
            <a:off x="6457950" y="5305437"/>
            <a:ext cx="66675" cy="28575"/>
          </a:xfrm>
          <a:custGeom>
            <a:avLst/>
            <a:gdLst/>
            <a:ahLst/>
            <a:cxnLst/>
            <a:rect l="l" t="t" r="r" b="b"/>
            <a:pathLst>
              <a:path w="66675" h="2857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66675" h="28575">
                <a:moveTo>
                  <a:pt x="15875" y="19050"/>
                </a:moveTo>
                <a:lnTo>
                  <a:pt x="6350" y="19050"/>
                </a:lnTo>
                <a:lnTo>
                  <a:pt x="6350" y="28575"/>
                </a:lnTo>
                <a:lnTo>
                  <a:pt x="15875" y="28575"/>
                </a:lnTo>
                <a:lnTo>
                  <a:pt x="15875" y="19050"/>
                </a:lnTo>
                <a:close/>
              </a:path>
              <a:path w="66675" h="2857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7086600" y="5305437"/>
            <a:ext cx="66675" cy="28575"/>
          </a:xfrm>
          <a:custGeom>
            <a:avLst/>
            <a:gdLst/>
            <a:ahLst/>
            <a:cxnLst/>
            <a:rect l="l" t="t" r="r" b="b"/>
            <a:pathLst>
              <a:path w="66675" h="2857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66675" h="28575">
                <a:moveTo>
                  <a:pt x="28575" y="19050"/>
                </a:moveTo>
                <a:lnTo>
                  <a:pt x="19050" y="19050"/>
                </a:lnTo>
                <a:lnTo>
                  <a:pt x="19050" y="28575"/>
                </a:lnTo>
                <a:lnTo>
                  <a:pt x="28575" y="28575"/>
                </a:lnTo>
                <a:lnTo>
                  <a:pt x="28575" y="19050"/>
                </a:lnTo>
                <a:close/>
              </a:path>
              <a:path w="66675" h="2857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63"/>
          <p:cNvSpPr txBox="1"/>
          <p:nvPr/>
        </p:nvSpPr>
        <p:spPr>
          <a:xfrm>
            <a:off x="4793555" y="5219799"/>
            <a:ext cx="210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200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64" name="object 164"/>
          <p:cNvSpPr txBox="1"/>
          <p:nvPr/>
        </p:nvSpPr>
        <p:spPr>
          <a:xfrm>
            <a:off x="6029424" y="6759575"/>
            <a:ext cx="2286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35" dirty="0">
                <a:solidFill>
                  <a:srgbClr val="252423"/>
                </a:solidFill>
                <a:latin typeface="Trebuchet MS"/>
                <a:cs typeface="Trebuchet MS"/>
              </a:rPr>
              <a:t>year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65" name="object 165"/>
          <p:cNvSpPr txBox="1"/>
          <p:nvPr/>
        </p:nvSpPr>
        <p:spPr>
          <a:xfrm>
            <a:off x="4622634" y="5542514"/>
            <a:ext cx="139700" cy="80264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spc="-45" dirty="0">
                <a:solidFill>
                  <a:srgbClr val="252423"/>
                </a:solidFill>
                <a:latin typeface="Trebuchet MS"/>
                <a:cs typeface="Trebuchet MS"/>
              </a:rPr>
              <a:t>Average </a:t>
            </a:r>
            <a:r>
              <a:rPr sz="900" spc="-80" dirty="0">
                <a:solidFill>
                  <a:srgbClr val="252423"/>
                </a:solidFill>
                <a:latin typeface="Trebuchet MS"/>
                <a:cs typeface="Trebuchet MS"/>
              </a:rPr>
              <a:t>of</a:t>
            </a:r>
            <a:r>
              <a:rPr sz="900" spc="-4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900" spc="-55" dirty="0">
                <a:solidFill>
                  <a:srgbClr val="252423"/>
                </a:solidFill>
                <a:latin typeface="Trebuchet MS"/>
                <a:cs typeface="Trebuchet MS"/>
              </a:rPr>
              <a:t>ac_no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66" name="object 166"/>
          <p:cNvSpPr/>
          <p:nvPr/>
        </p:nvSpPr>
        <p:spPr>
          <a:xfrm>
            <a:off x="5181600" y="65246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67"/>
          <p:cNvSpPr/>
          <p:nvPr/>
        </p:nvSpPr>
        <p:spPr>
          <a:xfrm>
            <a:off x="5181600" y="64674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5181600" y="64103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69"/>
          <p:cNvSpPr/>
          <p:nvPr/>
        </p:nvSpPr>
        <p:spPr>
          <a:xfrm>
            <a:off x="5181600" y="63531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5181600" y="62960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5181600" y="62388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/>
          <p:cNvSpPr/>
          <p:nvPr/>
        </p:nvSpPr>
        <p:spPr>
          <a:xfrm>
            <a:off x="5181600" y="61817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3"/>
          <p:cNvSpPr/>
          <p:nvPr/>
        </p:nvSpPr>
        <p:spPr>
          <a:xfrm>
            <a:off x="5181600" y="61245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5181600" y="6067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/>
          <p:nvPr/>
        </p:nvSpPr>
        <p:spPr>
          <a:xfrm>
            <a:off x="5181600" y="60102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5181600" y="5838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5181600" y="57816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5181600" y="5724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5181600" y="56673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5181600" y="56102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5181600" y="55530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5181600" y="5495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5181600" y="5438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5181600" y="53816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 txBox="1"/>
          <p:nvPr/>
        </p:nvSpPr>
        <p:spPr>
          <a:xfrm>
            <a:off x="4916785" y="6496149"/>
            <a:ext cx="405765" cy="273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75"/>
              </a:lnSpc>
              <a:spcBef>
                <a:spcPts val="100"/>
              </a:spcBef>
            </a:pP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0</a:t>
            </a:r>
            <a:endParaRPr sz="900">
              <a:latin typeface="Segoe UI"/>
              <a:cs typeface="Segoe UI"/>
            </a:endParaRPr>
          </a:p>
          <a:p>
            <a:pPr marL="146050">
              <a:lnSpc>
                <a:spcPts val="975"/>
              </a:lnSpc>
            </a:pP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1960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86" name="object 186"/>
          <p:cNvSpPr/>
          <p:nvPr/>
        </p:nvSpPr>
        <p:spPr>
          <a:xfrm>
            <a:off x="5822950" y="5438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7"/>
          <p:cNvSpPr/>
          <p:nvPr/>
        </p:nvSpPr>
        <p:spPr>
          <a:xfrm>
            <a:off x="5822950" y="53816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8"/>
          <p:cNvSpPr txBox="1"/>
          <p:nvPr/>
        </p:nvSpPr>
        <p:spPr>
          <a:xfrm>
            <a:off x="5691782" y="6607175"/>
            <a:ext cx="2724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1980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89" name="object 189"/>
          <p:cNvSpPr/>
          <p:nvPr/>
        </p:nvSpPr>
        <p:spPr>
          <a:xfrm>
            <a:off x="6464300" y="5438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90"/>
          <p:cNvSpPr/>
          <p:nvPr/>
        </p:nvSpPr>
        <p:spPr>
          <a:xfrm>
            <a:off x="6464300" y="53816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191"/>
          <p:cNvSpPr txBox="1"/>
          <p:nvPr/>
        </p:nvSpPr>
        <p:spPr>
          <a:xfrm>
            <a:off x="6333133" y="6607175"/>
            <a:ext cx="2724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2000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92" name="object 192"/>
          <p:cNvSpPr/>
          <p:nvPr/>
        </p:nvSpPr>
        <p:spPr>
          <a:xfrm>
            <a:off x="7105650" y="65246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193"/>
          <p:cNvSpPr/>
          <p:nvPr/>
        </p:nvSpPr>
        <p:spPr>
          <a:xfrm>
            <a:off x="7105650" y="64674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194"/>
          <p:cNvSpPr/>
          <p:nvPr/>
        </p:nvSpPr>
        <p:spPr>
          <a:xfrm>
            <a:off x="7105650" y="64103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95"/>
          <p:cNvSpPr/>
          <p:nvPr/>
        </p:nvSpPr>
        <p:spPr>
          <a:xfrm>
            <a:off x="7105650" y="63531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196"/>
          <p:cNvSpPr/>
          <p:nvPr/>
        </p:nvSpPr>
        <p:spPr>
          <a:xfrm>
            <a:off x="7105650" y="62960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97"/>
          <p:cNvSpPr/>
          <p:nvPr/>
        </p:nvSpPr>
        <p:spPr>
          <a:xfrm>
            <a:off x="7105650" y="62388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198"/>
          <p:cNvSpPr/>
          <p:nvPr/>
        </p:nvSpPr>
        <p:spPr>
          <a:xfrm>
            <a:off x="7105650" y="61817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object 199"/>
          <p:cNvSpPr/>
          <p:nvPr/>
        </p:nvSpPr>
        <p:spPr>
          <a:xfrm>
            <a:off x="7105650" y="61245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00"/>
          <p:cNvSpPr/>
          <p:nvPr/>
        </p:nvSpPr>
        <p:spPr>
          <a:xfrm>
            <a:off x="7105650" y="60674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201"/>
          <p:cNvSpPr/>
          <p:nvPr/>
        </p:nvSpPr>
        <p:spPr>
          <a:xfrm>
            <a:off x="7105650" y="60102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202"/>
          <p:cNvSpPr/>
          <p:nvPr/>
        </p:nvSpPr>
        <p:spPr>
          <a:xfrm>
            <a:off x="7105650" y="58388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object 203"/>
          <p:cNvSpPr/>
          <p:nvPr/>
        </p:nvSpPr>
        <p:spPr>
          <a:xfrm>
            <a:off x="7105650" y="57816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object 204"/>
          <p:cNvSpPr/>
          <p:nvPr/>
        </p:nvSpPr>
        <p:spPr>
          <a:xfrm>
            <a:off x="7105650" y="5724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object 205"/>
          <p:cNvSpPr/>
          <p:nvPr/>
        </p:nvSpPr>
        <p:spPr>
          <a:xfrm>
            <a:off x="7105650" y="56673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object 206"/>
          <p:cNvSpPr/>
          <p:nvPr/>
        </p:nvSpPr>
        <p:spPr>
          <a:xfrm>
            <a:off x="7105650" y="56102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object 207"/>
          <p:cNvSpPr/>
          <p:nvPr/>
        </p:nvSpPr>
        <p:spPr>
          <a:xfrm>
            <a:off x="7105650" y="55530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208"/>
          <p:cNvSpPr/>
          <p:nvPr/>
        </p:nvSpPr>
        <p:spPr>
          <a:xfrm>
            <a:off x="7105650" y="54959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object 209"/>
          <p:cNvSpPr/>
          <p:nvPr/>
        </p:nvSpPr>
        <p:spPr>
          <a:xfrm>
            <a:off x="7105650" y="5438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object 210"/>
          <p:cNvSpPr/>
          <p:nvPr/>
        </p:nvSpPr>
        <p:spPr>
          <a:xfrm>
            <a:off x="7105650" y="53816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object 211"/>
          <p:cNvSpPr txBox="1"/>
          <p:nvPr/>
        </p:nvSpPr>
        <p:spPr>
          <a:xfrm>
            <a:off x="6974482" y="6607175"/>
            <a:ext cx="2724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2020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212" name="object 212"/>
          <p:cNvSpPr txBox="1"/>
          <p:nvPr/>
        </p:nvSpPr>
        <p:spPr>
          <a:xfrm>
            <a:off x="3178175" y="190563"/>
            <a:ext cx="22656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252423"/>
                </a:solidFill>
                <a:latin typeface="Trebuchet MS"/>
                <a:cs typeface="Trebuchet MS"/>
              </a:rPr>
              <a:t>Sum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105" dirty="0">
                <a:solidFill>
                  <a:srgbClr val="252423"/>
                </a:solidFill>
                <a:latin typeface="Trebuchet MS"/>
                <a:cs typeface="Trebuchet MS"/>
              </a:rPr>
              <a:t>of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90" dirty="0">
                <a:solidFill>
                  <a:srgbClr val="252423"/>
                </a:solidFill>
                <a:latin typeface="Trebuchet MS"/>
                <a:cs typeface="Trebuchet MS"/>
              </a:rPr>
              <a:t>totvotpoll</a:t>
            </a:r>
            <a:r>
              <a:rPr sz="1400" spc="-75" dirty="0">
                <a:solidFill>
                  <a:srgbClr val="252423"/>
                </a:solidFill>
                <a:latin typeface="Trebuchet MS"/>
                <a:cs typeface="Trebuchet MS"/>
              </a:rPr>
              <a:t> by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70" dirty="0">
                <a:solidFill>
                  <a:srgbClr val="252423"/>
                </a:solidFill>
                <a:latin typeface="Trebuchet MS"/>
                <a:cs typeface="Trebuchet MS"/>
              </a:rPr>
              <a:t>partyname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13" name="object 213"/>
          <p:cNvSpPr/>
          <p:nvPr/>
        </p:nvSpPr>
        <p:spPr>
          <a:xfrm>
            <a:off x="3771900" y="1914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4" y="9524"/>
                </a:moveTo>
                <a:lnTo>
                  <a:pt x="0" y="9524"/>
                </a:ln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object 214"/>
          <p:cNvSpPr/>
          <p:nvPr/>
        </p:nvSpPr>
        <p:spPr>
          <a:xfrm>
            <a:off x="4057650" y="1914537"/>
            <a:ext cx="581025" cy="9525"/>
          </a:xfrm>
          <a:custGeom>
            <a:avLst/>
            <a:gdLst/>
            <a:ahLst/>
            <a:cxnLst/>
            <a:rect l="l" t="t" r="r" b="b"/>
            <a:pathLst>
              <a:path w="58102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58102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581025" h="95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581025" h="9525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  <a:path w="581025" h="9525">
                <a:moveTo>
                  <a:pt x="238125" y="0"/>
                </a:moveTo>
                <a:lnTo>
                  <a:pt x="228600" y="0"/>
                </a:lnTo>
                <a:lnTo>
                  <a:pt x="228600" y="9525"/>
                </a:lnTo>
                <a:lnTo>
                  <a:pt x="238125" y="9525"/>
                </a:lnTo>
                <a:lnTo>
                  <a:pt x="238125" y="0"/>
                </a:lnTo>
                <a:close/>
              </a:path>
              <a:path w="581025" h="9525">
                <a:moveTo>
                  <a:pt x="295275" y="0"/>
                </a:moveTo>
                <a:lnTo>
                  <a:pt x="285750" y="0"/>
                </a:lnTo>
                <a:lnTo>
                  <a:pt x="285750" y="9525"/>
                </a:lnTo>
                <a:lnTo>
                  <a:pt x="295275" y="9525"/>
                </a:lnTo>
                <a:lnTo>
                  <a:pt x="295275" y="0"/>
                </a:lnTo>
                <a:close/>
              </a:path>
              <a:path w="581025" h="9525">
                <a:moveTo>
                  <a:pt x="352425" y="0"/>
                </a:moveTo>
                <a:lnTo>
                  <a:pt x="342900" y="0"/>
                </a:lnTo>
                <a:lnTo>
                  <a:pt x="342900" y="9525"/>
                </a:lnTo>
                <a:lnTo>
                  <a:pt x="352425" y="9525"/>
                </a:lnTo>
                <a:lnTo>
                  <a:pt x="352425" y="0"/>
                </a:lnTo>
                <a:close/>
              </a:path>
              <a:path w="581025" h="9525">
                <a:moveTo>
                  <a:pt x="409575" y="0"/>
                </a:moveTo>
                <a:lnTo>
                  <a:pt x="400050" y="0"/>
                </a:lnTo>
                <a:lnTo>
                  <a:pt x="400050" y="9525"/>
                </a:lnTo>
                <a:lnTo>
                  <a:pt x="409575" y="9525"/>
                </a:lnTo>
                <a:lnTo>
                  <a:pt x="409575" y="0"/>
                </a:lnTo>
                <a:close/>
              </a:path>
              <a:path w="581025" h="9525">
                <a:moveTo>
                  <a:pt x="466725" y="0"/>
                </a:moveTo>
                <a:lnTo>
                  <a:pt x="457200" y="0"/>
                </a:lnTo>
                <a:lnTo>
                  <a:pt x="457200" y="9525"/>
                </a:lnTo>
                <a:lnTo>
                  <a:pt x="466725" y="9525"/>
                </a:lnTo>
                <a:lnTo>
                  <a:pt x="466725" y="0"/>
                </a:lnTo>
                <a:close/>
              </a:path>
              <a:path w="581025" h="9525">
                <a:moveTo>
                  <a:pt x="523875" y="0"/>
                </a:moveTo>
                <a:lnTo>
                  <a:pt x="514350" y="0"/>
                </a:lnTo>
                <a:lnTo>
                  <a:pt x="514350" y="9525"/>
                </a:lnTo>
                <a:lnTo>
                  <a:pt x="523875" y="9525"/>
                </a:lnTo>
                <a:lnTo>
                  <a:pt x="523875" y="0"/>
                </a:lnTo>
                <a:close/>
              </a:path>
              <a:path w="581025" h="9525">
                <a:moveTo>
                  <a:pt x="581025" y="0"/>
                </a:moveTo>
                <a:lnTo>
                  <a:pt x="571500" y="0"/>
                </a:lnTo>
                <a:lnTo>
                  <a:pt x="571500" y="9525"/>
                </a:lnTo>
                <a:lnTo>
                  <a:pt x="581025" y="9525"/>
                </a:lnTo>
                <a:lnTo>
                  <a:pt x="58102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object 215"/>
          <p:cNvSpPr/>
          <p:nvPr/>
        </p:nvSpPr>
        <p:spPr>
          <a:xfrm>
            <a:off x="4686300" y="1914537"/>
            <a:ext cx="981075" cy="9525"/>
          </a:xfrm>
          <a:custGeom>
            <a:avLst/>
            <a:gdLst/>
            <a:ahLst/>
            <a:cxnLst/>
            <a:rect l="l" t="t" r="r" b="b"/>
            <a:pathLst>
              <a:path w="98107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98107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981075" h="95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981075" h="9525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  <a:path w="981075" h="9525">
                <a:moveTo>
                  <a:pt x="238125" y="0"/>
                </a:moveTo>
                <a:lnTo>
                  <a:pt x="228600" y="0"/>
                </a:lnTo>
                <a:lnTo>
                  <a:pt x="228600" y="9525"/>
                </a:lnTo>
                <a:lnTo>
                  <a:pt x="238125" y="9525"/>
                </a:lnTo>
                <a:lnTo>
                  <a:pt x="238125" y="0"/>
                </a:lnTo>
                <a:close/>
              </a:path>
              <a:path w="981075" h="9525">
                <a:moveTo>
                  <a:pt x="295275" y="0"/>
                </a:moveTo>
                <a:lnTo>
                  <a:pt x="285750" y="0"/>
                </a:lnTo>
                <a:lnTo>
                  <a:pt x="285750" y="9525"/>
                </a:lnTo>
                <a:lnTo>
                  <a:pt x="295275" y="9525"/>
                </a:lnTo>
                <a:lnTo>
                  <a:pt x="295275" y="0"/>
                </a:lnTo>
                <a:close/>
              </a:path>
              <a:path w="981075" h="9525">
                <a:moveTo>
                  <a:pt x="352425" y="0"/>
                </a:moveTo>
                <a:lnTo>
                  <a:pt x="342900" y="0"/>
                </a:lnTo>
                <a:lnTo>
                  <a:pt x="342900" y="9525"/>
                </a:lnTo>
                <a:lnTo>
                  <a:pt x="352425" y="9525"/>
                </a:lnTo>
                <a:lnTo>
                  <a:pt x="352425" y="0"/>
                </a:lnTo>
                <a:close/>
              </a:path>
              <a:path w="981075" h="9525">
                <a:moveTo>
                  <a:pt x="409575" y="0"/>
                </a:moveTo>
                <a:lnTo>
                  <a:pt x="400050" y="0"/>
                </a:lnTo>
                <a:lnTo>
                  <a:pt x="400050" y="9525"/>
                </a:lnTo>
                <a:lnTo>
                  <a:pt x="409575" y="9525"/>
                </a:lnTo>
                <a:lnTo>
                  <a:pt x="409575" y="0"/>
                </a:lnTo>
                <a:close/>
              </a:path>
              <a:path w="981075" h="9525">
                <a:moveTo>
                  <a:pt x="466725" y="0"/>
                </a:moveTo>
                <a:lnTo>
                  <a:pt x="457200" y="0"/>
                </a:lnTo>
                <a:lnTo>
                  <a:pt x="457200" y="9525"/>
                </a:lnTo>
                <a:lnTo>
                  <a:pt x="466725" y="9525"/>
                </a:lnTo>
                <a:lnTo>
                  <a:pt x="466725" y="0"/>
                </a:lnTo>
                <a:close/>
              </a:path>
              <a:path w="981075" h="9525">
                <a:moveTo>
                  <a:pt x="523875" y="0"/>
                </a:moveTo>
                <a:lnTo>
                  <a:pt x="514350" y="0"/>
                </a:lnTo>
                <a:lnTo>
                  <a:pt x="514350" y="9525"/>
                </a:lnTo>
                <a:lnTo>
                  <a:pt x="523875" y="9525"/>
                </a:lnTo>
                <a:lnTo>
                  <a:pt x="523875" y="0"/>
                </a:lnTo>
                <a:close/>
              </a:path>
              <a:path w="981075" h="9525">
                <a:moveTo>
                  <a:pt x="581025" y="0"/>
                </a:moveTo>
                <a:lnTo>
                  <a:pt x="571500" y="0"/>
                </a:lnTo>
                <a:lnTo>
                  <a:pt x="571500" y="9525"/>
                </a:lnTo>
                <a:lnTo>
                  <a:pt x="581025" y="9525"/>
                </a:lnTo>
                <a:lnTo>
                  <a:pt x="581025" y="0"/>
                </a:lnTo>
                <a:close/>
              </a:path>
              <a:path w="981075" h="9525">
                <a:moveTo>
                  <a:pt x="638175" y="0"/>
                </a:moveTo>
                <a:lnTo>
                  <a:pt x="628650" y="0"/>
                </a:lnTo>
                <a:lnTo>
                  <a:pt x="628650" y="9525"/>
                </a:lnTo>
                <a:lnTo>
                  <a:pt x="638175" y="9525"/>
                </a:lnTo>
                <a:lnTo>
                  <a:pt x="638175" y="0"/>
                </a:lnTo>
                <a:close/>
              </a:path>
              <a:path w="981075" h="9525">
                <a:moveTo>
                  <a:pt x="695325" y="0"/>
                </a:moveTo>
                <a:lnTo>
                  <a:pt x="685800" y="0"/>
                </a:lnTo>
                <a:lnTo>
                  <a:pt x="685800" y="9525"/>
                </a:lnTo>
                <a:lnTo>
                  <a:pt x="695325" y="9525"/>
                </a:lnTo>
                <a:lnTo>
                  <a:pt x="695325" y="0"/>
                </a:lnTo>
                <a:close/>
              </a:path>
              <a:path w="981075" h="9525">
                <a:moveTo>
                  <a:pt x="752475" y="0"/>
                </a:moveTo>
                <a:lnTo>
                  <a:pt x="742950" y="0"/>
                </a:lnTo>
                <a:lnTo>
                  <a:pt x="742950" y="9525"/>
                </a:lnTo>
                <a:lnTo>
                  <a:pt x="752475" y="9525"/>
                </a:lnTo>
                <a:lnTo>
                  <a:pt x="752475" y="0"/>
                </a:lnTo>
                <a:close/>
              </a:path>
              <a:path w="981075" h="9525">
                <a:moveTo>
                  <a:pt x="809625" y="0"/>
                </a:moveTo>
                <a:lnTo>
                  <a:pt x="800100" y="0"/>
                </a:lnTo>
                <a:lnTo>
                  <a:pt x="800100" y="9525"/>
                </a:lnTo>
                <a:lnTo>
                  <a:pt x="809625" y="9525"/>
                </a:lnTo>
                <a:lnTo>
                  <a:pt x="809625" y="0"/>
                </a:lnTo>
                <a:close/>
              </a:path>
              <a:path w="981075" h="9525">
                <a:moveTo>
                  <a:pt x="866775" y="0"/>
                </a:moveTo>
                <a:lnTo>
                  <a:pt x="857250" y="0"/>
                </a:lnTo>
                <a:lnTo>
                  <a:pt x="857250" y="9525"/>
                </a:lnTo>
                <a:lnTo>
                  <a:pt x="866775" y="9525"/>
                </a:lnTo>
                <a:lnTo>
                  <a:pt x="866775" y="0"/>
                </a:lnTo>
                <a:close/>
              </a:path>
              <a:path w="981075" h="9525">
                <a:moveTo>
                  <a:pt x="923925" y="0"/>
                </a:moveTo>
                <a:lnTo>
                  <a:pt x="914400" y="0"/>
                </a:lnTo>
                <a:lnTo>
                  <a:pt x="914400" y="9525"/>
                </a:lnTo>
                <a:lnTo>
                  <a:pt x="923925" y="9525"/>
                </a:lnTo>
                <a:lnTo>
                  <a:pt x="923925" y="0"/>
                </a:lnTo>
                <a:close/>
              </a:path>
              <a:path w="981075" h="9525">
                <a:moveTo>
                  <a:pt x="981075" y="0"/>
                </a:moveTo>
                <a:lnTo>
                  <a:pt x="971550" y="0"/>
                </a:lnTo>
                <a:lnTo>
                  <a:pt x="971550" y="9525"/>
                </a:lnTo>
                <a:lnTo>
                  <a:pt x="981075" y="9525"/>
                </a:lnTo>
                <a:lnTo>
                  <a:pt x="9810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object 216"/>
          <p:cNvSpPr/>
          <p:nvPr/>
        </p:nvSpPr>
        <p:spPr>
          <a:xfrm>
            <a:off x="5715000" y="1914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object 217"/>
          <p:cNvSpPr/>
          <p:nvPr/>
        </p:nvSpPr>
        <p:spPr>
          <a:xfrm>
            <a:off x="3829050" y="771537"/>
            <a:ext cx="180975" cy="1152525"/>
          </a:xfrm>
          <a:custGeom>
            <a:avLst/>
            <a:gdLst/>
            <a:ahLst/>
            <a:cxnLst/>
            <a:rect l="l" t="t" r="r" b="b"/>
            <a:pathLst>
              <a:path w="180975" h="1152525">
                <a:moveTo>
                  <a:pt x="9525" y="1143000"/>
                </a:moveTo>
                <a:lnTo>
                  <a:pt x="0" y="1143000"/>
                </a:lnTo>
                <a:lnTo>
                  <a:pt x="0" y="1152525"/>
                </a:lnTo>
                <a:lnTo>
                  <a:pt x="9525" y="1152525"/>
                </a:lnTo>
                <a:lnTo>
                  <a:pt x="9525" y="1143000"/>
                </a:lnTo>
                <a:close/>
              </a:path>
              <a:path w="180975" h="1152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180975" h="1152525">
                <a:moveTo>
                  <a:pt x="66675" y="1143000"/>
                </a:moveTo>
                <a:lnTo>
                  <a:pt x="57150" y="1143000"/>
                </a:lnTo>
                <a:lnTo>
                  <a:pt x="57150" y="1152525"/>
                </a:lnTo>
                <a:lnTo>
                  <a:pt x="66675" y="1152525"/>
                </a:lnTo>
                <a:lnTo>
                  <a:pt x="66675" y="1143000"/>
                </a:lnTo>
                <a:close/>
              </a:path>
              <a:path w="180975" h="1152525">
                <a:moveTo>
                  <a:pt x="123825" y="1143000"/>
                </a:moveTo>
                <a:lnTo>
                  <a:pt x="114300" y="1143000"/>
                </a:lnTo>
                <a:lnTo>
                  <a:pt x="114300" y="1152525"/>
                </a:lnTo>
                <a:lnTo>
                  <a:pt x="123825" y="1152525"/>
                </a:lnTo>
                <a:lnTo>
                  <a:pt x="123825" y="1143000"/>
                </a:lnTo>
                <a:close/>
              </a:path>
              <a:path w="180975" h="1152525">
                <a:moveTo>
                  <a:pt x="180975" y="1143000"/>
                </a:moveTo>
                <a:lnTo>
                  <a:pt x="171450" y="1143000"/>
                </a:lnTo>
                <a:lnTo>
                  <a:pt x="171450" y="1152525"/>
                </a:lnTo>
                <a:lnTo>
                  <a:pt x="180975" y="1152525"/>
                </a:lnTo>
                <a:lnTo>
                  <a:pt x="180975" y="1143000"/>
                </a:lnTo>
                <a:close/>
              </a:path>
              <a:path w="180975" h="1152525">
                <a:moveTo>
                  <a:pt x="180975" y="0"/>
                </a:moveTo>
                <a:lnTo>
                  <a:pt x="178193" y="0"/>
                </a:lnTo>
                <a:lnTo>
                  <a:pt x="178193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object 218"/>
          <p:cNvSpPr txBox="1"/>
          <p:nvPr/>
        </p:nvSpPr>
        <p:spPr>
          <a:xfrm>
            <a:off x="3384004" y="1828899"/>
            <a:ext cx="3054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0.0bn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219" name="object 219"/>
          <p:cNvSpPr/>
          <p:nvPr/>
        </p:nvSpPr>
        <p:spPr>
          <a:xfrm>
            <a:off x="37719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4" y="9524"/>
                </a:moveTo>
                <a:lnTo>
                  <a:pt x="0" y="9524"/>
                </a:ln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object 220"/>
          <p:cNvSpPr/>
          <p:nvPr/>
        </p:nvSpPr>
        <p:spPr>
          <a:xfrm>
            <a:off x="40576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object 221"/>
          <p:cNvSpPr/>
          <p:nvPr/>
        </p:nvSpPr>
        <p:spPr>
          <a:xfrm>
            <a:off x="41148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" name="object 222"/>
          <p:cNvSpPr/>
          <p:nvPr/>
        </p:nvSpPr>
        <p:spPr>
          <a:xfrm>
            <a:off x="41719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" name="object 223"/>
          <p:cNvSpPr/>
          <p:nvPr/>
        </p:nvSpPr>
        <p:spPr>
          <a:xfrm>
            <a:off x="42291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" name="object 224"/>
          <p:cNvSpPr/>
          <p:nvPr/>
        </p:nvSpPr>
        <p:spPr>
          <a:xfrm>
            <a:off x="42862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" name="object 225"/>
          <p:cNvSpPr/>
          <p:nvPr/>
        </p:nvSpPr>
        <p:spPr>
          <a:xfrm>
            <a:off x="43434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" name="object 226"/>
          <p:cNvSpPr/>
          <p:nvPr/>
        </p:nvSpPr>
        <p:spPr>
          <a:xfrm>
            <a:off x="44005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object 227"/>
          <p:cNvSpPr/>
          <p:nvPr/>
        </p:nvSpPr>
        <p:spPr>
          <a:xfrm>
            <a:off x="44577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object 228"/>
          <p:cNvSpPr/>
          <p:nvPr/>
        </p:nvSpPr>
        <p:spPr>
          <a:xfrm>
            <a:off x="45148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object 229"/>
          <p:cNvSpPr/>
          <p:nvPr/>
        </p:nvSpPr>
        <p:spPr>
          <a:xfrm>
            <a:off x="45720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object 230"/>
          <p:cNvSpPr/>
          <p:nvPr/>
        </p:nvSpPr>
        <p:spPr>
          <a:xfrm>
            <a:off x="46291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object 231"/>
          <p:cNvSpPr/>
          <p:nvPr/>
        </p:nvSpPr>
        <p:spPr>
          <a:xfrm>
            <a:off x="46863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object 232"/>
          <p:cNvSpPr/>
          <p:nvPr/>
        </p:nvSpPr>
        <p:spPr>
          <a:xfrm>
            <a:off x="47434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" name="object 233"/>
          <p:cNvSpPr/>
          <p:nvPr/>
        </p:nvSpPr>
        <p:spPr>
          <a:xfrm>
            <a:off x="48006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" name="object 234"/>
          <p:cNvSpPr/>
          <p:nvPr/>
        </p:nvSpPr>
        <p:spPr>
          <a:xfrm>
            <a:off x="48577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" name="object 235"/>
          <p:cNvSpPr/>
          <p:nvPr/>
        </p:nvSpPr>
        <p:spPr>
          <a:xfrm>
            <a:off x="49149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object 236"/>
          <p:cNvSpPr/>
          <p:nvPr/>
        </p:nvSpPr>
        <p:spPr>
          <a:xfrm>
            <a:off x="49720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object 237"/>
          <p:cNvSpPr/>
          <p:nvPr/>
        </p:nvSpPr>
        <p:spPr>
          <a:xfrm>
            <a:off x="50292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object 238"/>
          <p:cNvSpPr/>
          <p:nvPr/>
        </p:nvSpPr>
        <p:spPr>
          <a:xfrm>
            <a:off x="50863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" name="object 239"/>
          <p:cNvSpPr/>
          <p:nvPr/>
        </p:nvSpPr>
        <p:spPr>
          <a:xfrm>
            <a:off x="51435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object 240"/>
          <p:cNvSpPr/>
          <p:nvPr/>
        </p:nvSpPr>
        <p:spPr>
          <a:xfrm>
            <a:off x="52006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" name="object 241"/>
          <p:cNvSpPr/>
          <p:nvPr/>
        </p:nvSpPr>
        <p:spPr>
          <a:xfrm>
            <a:off x="52578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" name="object 242"/>
          <p:cNvSpPr/>
          <p:nvPr/>
        </p:nvSpPr>
        <p:spPr>
          <a:xfrm>
            <a:off x="53149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" name="object 243"/>
          <p:cNvSpPr/>
          <p:nvPr/>
        </p:nvSpPr>
        <p:spPr>
          <a:xfrm>
            <a:off x="53721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" name="object 244"/>
          <p:cNvSpPr/>
          <p:nvPr/>
        </p:nvSpPr>
        <p:spPr>
          <a:xfrm>
            <a:off x="54292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" name="object 245"/>
          <p:cNvSpPr/>
          <p:nvPr/>
        </p:nvSpPr>
        <p:spPr>
          <a:xfrm>
            <a:off x="54864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" name="object 246"/>
          <p:cNvSpPr/>
          <p:nvPr/>
        </p:nvSpPr>
        <p:spPr>
          <a:xfrm>
            <a:off x="55435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7" name="object 247"/>
          <p:cNvSpPr/>
          <p:nvPr/>
        </p:nvSpPr>
        <p:spPr>
          <a:xfrm>
            <a:off x="56007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" name="object 248"/>
          <p:cNvSpPr/>
          <p:nvPr/>
        </p:nvSpPr>
        <p:spPr>
          <a:xfrm>
            <a:off x="565785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" name="object 249"/>
          <p:cNvSpPr/>
          <p:nvPr/>
        </p:nvSpPr>
        <p:spPr>
          <a:xfrm>
            <a:off x="5715000" y="7715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" name="object 250"/>
          <p:cNvSpPr txBox="1"/>
          <p:nvPr/>
        </p:nvSpPr>
        <p:spPr>
          <a:xfrm>
            <a:off x="3384004" y="685899"/>
            <a:ext cx="3054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0.5bn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251" name="object 251"/>
          <p:cNvSpPr txBox="1"/>
          <p:nvPr/>
        </p:nvSpPr>
        <p:spPr>
          <a:xfrm>
            <a:off x="4424908" y="2578100"/>
            <a:ext cx="6851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60" dirty="0">
                <a:solidFill>
                  <a:srgbClr val="252423"/>
                </a:solidFill>
                <a:latin typeface="Trebuchet MS"/>
                <a:cs typeface="Trebuchet MS"/>
              </a:rPr>
              <a:t>partyname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52" name="object 252"/>
          <p:cNvSpPr txBox="1"/>
          <p:nvPr/>
        </p:nvSpPr>
        <p:spPr>
          <a:xfrm>
            <a:off x="3183245" y="693266"/>
            <a:ext cx="177800" cy="107124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275"/>
              </a:lnSpc>
            </a:pPr>
            <a:r>
              <a:rPr sz="1200" spc="-30" dirty="0">
                <a:solidFill>
                  <a:srgbClr val="252423"/>
                </a:solidFill>
                <a:latin typeface="Trebuchet MS"/>
                <a:cs typeface="Trebuchet MS"/>
              </a:rPr>
              <a:t>Sum</a:t>
            </a:r>
            <a:r>
              <a:rPr sz="1200" spc="-7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200" spc="-95" dirty="0">
                <a:solidFill>
                  <a:srgbClr val="252423"/>
                </a:solidFill>
                <a:latin typeface="Trebuchet MS"/>
                <a:cs typeface="Trebuchet MS"/>
              </a:rPr>
              <a:t>of</a:t>
            </a:r>
            <a:r>
              <a:rPr sz="1200" spc="-7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200" spc="-75" dirty="0">
                <a:solidFill>
                  <a:srgbClr val="252423"/>
                </a:solidFill>
                <a:latin typeface="Trebuchet MS"/>
                <a:cs typeface="Trebuchet MS"/>
              </a:rPr>
              <a:t>totvotpoll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53" name="object 253"/>
          <p:cNvSpPr txBox="1"/>
          <p:nvPr/>
        </p:nvSpPr>
        <p:spPr>
          <a:xfrm>
            <a:off x="3841787" y="1962118"/>
            <a:ext cx="1836420" cy="590550"/>
          </a:xfrm>
          <a:prstGeom prst="rect">
            <a:avLst/>
          </a:prstGeom>
        </p:spPr>
        <p:txBody>
          <a:bodyPr vert="vert270" wrap="square" lIns="0" tIns="2159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70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Indian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N…</a:t>
            </a:r>
            <a:endParaRPr sz="900">
              <a:latin typeface="Segoe UI"/>
              <a:cs typeface="Segoe UI"/>
            </a:endParaRPr>
          </a:p>
          <a:p>
            <a:pPr marL="27305">
              <a:lnSpc>
                <a:spcPct val="100000"/>
              </a:lnSpc>
              <a:spcBef>
                <a:spcPts val="555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Bharatiya…</a:t>
            </a:r>
            <a:endParaRPr sz="900">
              <a:latin typeface="Segoe UI"/>
              <a:cs typeface="Segoe UI"/>
            </a:endParaRPr>
          </a:p>
          <a:p>
            <a:pPr marL="407034" marR="5080" indent="-16510" algn="r">
              <a:lnSpc>
                <a:spcPct val="151200"/>
              </a:lnSpc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INC BJP</a:t>
            </a:r>
            <a:endParaRPr sz="900">
              <a:latin typeface="Segoe UI"/>
              <a:cs typeface="Segoe UI"/>
            </a:endParaRPr>
          </a:p>
          <a:p>
            <a:pPr marL="12700" marR="5080" algn="just">
              <a:lnSpc>
                <a:spcPct val="151200"/>
              </a:lnSpc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Independ… Commun… Independ…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Bhartiya</a:t>
            </a:r>
            <a:r>
              <a:rPr sz="900" spc="-3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J…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Bahujan</a:t>
            </a:r>
            <a:r>
              <a:rPr sz="900" spc="-3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…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254" name="object 254"/>
          <p:cNvSpPr/>
          <p:nvPr/>
        </p:nvSpPr>
        <p:spPr>
          <a:xfrm>
            <a:off x="3854847" y="587281"/>
            <a:ext cx="152400" cy="1327785"/>
          </a:xfrm>
          <a:custGeom>
            <a:avLst/>
            <a:gdLst/>
            <a:ahLst/>
            <a:cxnLst/>
            <a:rect l="l" t="t" r="r" b="b"/>
            <a:pathLst>
              <a:path w="152400" h="1327785">
                <a:moveTo>
                  <a:pt x="152399" y="1327243"/>
                </a:moveTo>
                <a:lnTo>
                  <a:pt x="0" y="1327243"/>
                </a:lnTo>
                <a:lnTo>
                  <a:pt x="0" y="0"/>
                </a:lnTo>
                <a:lnTo>
                  <a:pt x="152399" y="0"/>
                </a:lnTo>
                <a:lnTo>
                  <a:pt x="152399" y="1327243"/>
                </a:lnTo>
                <a:close/>
              </a:path>
            </a:pathLst>
          </a:custGeom>
          <a:solidFill>
            <a:srgbClr val="118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" name="object 255"/>
          <p:cNvSpPr/>
          <p:nvPr/>
        </p:nvSpPr>
        <p:spPr>
          <a:xfrm>
            <a:off x="4062209" y="1474876"/>
            <a:ext cx="567690" cy="440055"/>
          </a:xfrm>
          <a:custGeom>
            <a:avLst/>
            <a:gdLst/>
            <a:ahLst/>
            <a:cxnLst/>
            <a:rect l="l" t="t" r="r" b="b"/>
            <a:pathLst>
              <a:path w="567689" h="440055">
                <a:moveTo>
                  <a:pt x="152400" y="0"/>
                </a:moveTo>
                <a:lnTo>
                  <a:pt x="0" y="0"/>
                </a:lnTo>
                <a:lnTo>
                  <a:pt x="0" y="439661"/>
                </a:lnTo>
                <a:lnTo>
                  <a:pt x="152400" y="439661"/>
                </a:lnTo>
                <a:lnTo>
                  <a:pt x="152400" y="0"/>
                </a:lnTo>
                <a:close/>
              </a:path>
              <a:path w="567689" h="440055">
                <a:moveTo>
                  <a:pt x="359765" y="5156"/>
                </a:moveTo>
                <a:lnTo>
                  <a:pt x="207365" y="5156"/>
                </a:lnTo>
                <a:lnTo>
                  <a:pt x="207365" y="439661"/>
                </a:lnTo>
                <a:lnTo>
                  <a:pt x="359765" y="439661"/>
                </a:lnTo>
                <a:lnTo>
                  <a:pt x="359765" y="5156"/>
                </a:lnTo>
                <a:close/>
              </a:path>
              <a:path w="567689" h="440055">
                <a:moveTo>
                  <a:pt x="567131" y="70853"/>
                </a:moveTo>
                <a:lnTo>
                  <a:pt x="414731" y="70853"/>
                </a:lnTo>
                <a:lnTo>
                  <a:pt x="414731" y="439661"/>
                </a:lnTo>
                <a:lnTo>
                  <a:pt x="567131" y="439661"/>
                </a:lnTo>
                <a:lnTo>
                  <a:pt x="567131" y="70853"/>
                </a:lnTo>
                <a:close/>
              </a:path>
            </a:pathLst>
          </a:custGeom>
          <a:solidFill>
            <a:srgbClr val="118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" name="object 256"/>
          <p:cNvSpPr/>
          <p:nvPr/>
        </p:nvSpPr>
        <p:spPr>
          <a:xfrm>
            <a:off x="4684306" y="1551723"/>
            <a:ext cx="982344" cy="363220"/>
          </a:xfrm>
          <a:custGeom>
            <a:avLst/>
            <a:gdLst/>
            <a:ahLst/>
            <a:cxnLst/>
            <a:rect l="l" t="t" r="r" b="b"/>
            <a:pathLst>
              <a:path w="982345" h="363219">
                <a:moveTo>
                  <a:pt x="152400" y="0"/>
                </a:moveTo>
                <a:lnTo>
                  <a:pt x="0" y="0"/>
                </a:lnTo>
                <a:lnTo>
                  <a:pt x="0" y="362813"/>
                </a:lnTo>
                <a:lnTo>
                  <a:pt x="152400" y="362813"/>
                </a:lnTo>
                <a:lnTo>
                  <a:pt x="152400" y="0"/>
                </a:lnTo>
                <a:close/>
              </a:path>
              <a:path w="982345" h="363219">
                <a:moveTo>
                  <a:pt x="359765" y="84645"/>
                </a:moveTo>
                <a:lnTo>
                  <a:pt x="207365" y="84645"/>
                </a:lnTo>
                <a:lnTo>
                  <a:pt x="207365" y="362813"/>
                </a:lnTo>
                <a:lnTo>
                  <a:pt x="359765" y="362813"/>
                </a:lnTo>
                <a:lnTo>
                  <a:pt x="359765" y="84645"/>
                </a:lnTo>
                <a:close/>
              </a:path>
              <a:path w="982345" h="363219">
                <a:moveTo>
                  <a:pt x="567143" y="163550"/>
                </a:moveTo>
                <a:lnTo>
                  <a:pt x="414743" y="163550"/>
                </a:lnTo>
                <a:lnTo>
                  <a:pt x="414743" y="362813"/>
                </a:lnTo>
                <a:lnTo>
                  <a:pt x="567143" y="362813"/>
                </a:lnTo>
                <a:lnTo>
                  <a:pt x="567143" y="163550"/>
                </a:lnTo>
                <a:close/>
              </a:path>
              <a:path w="982345" h="363219">
                <a:moveTo>
                  <a:pt x="774509" y="181165"/>
                </a:moveTo>
                <a:lnTo>
                  <a:pt x="622109" y="181165"/>
                </a:lnTo>
                <a:lnTo>
                  <a:pt x="622109" y="362813"/>
                </a:lnTo>
                <a:lnTo>
                  <a:pt x="774509" y="362813"/>
                </a:lnTo>
                <a:lnTo>
                  <a:pt x="774509" y="181165"/>
                </a:lnTo>
                <a:close/>
              </a:path>
              <a:path w="982345" h="363219">
                <a:moveTo>
                  <a:pt x="981875" y="189890"/>
                </a:moveTo>
                <a:lnTo>
                  <a:pt x="829475" y="189890"/>
                </a:lnTo>
                <a:lnTo>
                  <a:pt x="829475" y="362813"/>
                </a:lnTo>
                <a:lnTo>
                  <a:pt x="981875" y="362813"/>
                </a:lnTo>
                <a:lnTo>
                  <a:pt x="981875" y="189890"/>
                </a:lnTo>
                <a:close/>
              </a:path>
            </a:pathLst>
          </a:custGeom>
          <a:solidFill>
            <a:srgbClr val="118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7" name="object 257"/>
          <p:cNvGrpSpPr/>
          <p:nvPr/>
        </p:nvGrpSpPr>
        <p:grpSpPr>
          <a:xfrm>
            <a:off x="3767137" y="2767012"/>
            <a:ext cx="1995805" cy="85725"/>
            <a:chOff x="3767137" y="2767012"/>
            <a:chExt cx="1995805" cy="85725"/>
          </a:xfrm>
        </p:grpSpPr>
        <p:sp>
          <p:nvSpPr>
            <p:cNvPr id="258" name="object 258"/>
            <p:cNvSpPr/>
            <p:nvPr/>
          </p:nvSpPr>
          <p:spPr>
            <a:xfrm>
              <a:off x="3771900" y="2771775"/>
              <a:ext cx="1990725" cy="76200"/>
            </a:xfrm>
            <a:custGeom>
              <a:avLst/>
              <a:gdLst/>
              <a:ahLst/>
              <a:cxnLst/>
              <a:rect l="l" t="t" r="r" b="b"/>
              <a:pathLst>
                <a:path w="1990725" h="76200">
                  <a:moveTo>
                    <a:pt x="1957677" y="76199"/>
                  </a:moveTo>
                  <a:lnTo>
                    <a:pt x="33047" y="76199"/>
                  </a:lnTo>
                  <a:lnTo>
                    <a:pt x="28187" y="75233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100" y="0"/>
                  </a:lnTo>
                  <a:lnTo>
                    <a:pt x="1957677" y="0"/>
                  </a:lnTo>
                  <a:lnTo>
                    <a:pt x="1989758" y="28187"/>
                  </a:lnTo>
                  <a:lnTo>
                    <a:pt x="1990724" y="33047"/>
                  </a:lnTo>
                  <a:lnTo>
                    <a:pt x="1990724" y="43152"/>
                  </a:lnTo>
                  <a:lnTo>
                    <a:pt x="1962537" y="75233"/>
                  </a:lnTo>
                  <a:lnTo>
                    <a:pt x="1957677" y="76199"/>
                  </a:lnTo>
                  <a:close/>
                </a:path>
              </a:pathLst>
            </a:custGeom>
            <a:solidFill>
              <a:srgbClr val="E1E1E1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9" name="object 259"/>
            <p:cNvSpPr/>
            <p:nvPr/>
          </p:nvSpPr>
          <p:spPr>
            <a:xfrm>
              <a:off x="3771900" y="2771775"/>
              <a:ext cx="17780" cy="76200"/>
            </a:xfrm>
            <a:custGeom>
              <a:avLst/>
              <a:gdLst/>
              <a:ahLst/>
              <a:cxnLst/>
              <a:rect l="l" t="t" r="r" b="b"/>
              <a:pathLst>
                <a:path w="17779" h="76200">
                  <a:moveTo>
                    <a:pt x="10034" y="76199"/>
                  </a:moveTo>
                  <a:lnTo>
                    <a:pt x="7684" y="76199"/>
                  </a:lnTo>
                  <a:lnTo>
                    <a:pt x="6554" y="75233"/>
                  </a:lnTo>
                  <a:lnTo>
                    <a:pt x="0" y="43152"/>
                  </a:lnTo>
                  <a:lnTo>
                    <a:pt x="0" y="33047"/>
                  </a:lnTo>
                  <a:lnTo>
                    <a:pt x="7684" y="0"/>
                  </a:lnTo>
                  <a:lnTo>
                    <a:pt x="8859" y="0"/>
                  </a:lnTo>
                  <a:lnTo>
                    <a:pt x="10034" y="0"/>
                  </a:lnTo>
                  <a:lnTo>
                    <a:pt x="17719" y="33047"/>
                  </a:lnTo>
                  <a:lnTo>
                    <a:pt x="17719" y="43152"/>
                  </a:lnTo>
                  <a:lnTo>
                    <a:pt x="11164" y="75233"/>
                  </a:lnTo>
                  <a:lnTo>
                    <a:pt x="10034" y="76199"/>
                  </a:lnTo>
                  <a:close/>
                </a:path>
              </a:pathLst>
            </a:custGeom>
            <a:solidFill>
              <a:srgbClr val="000000">
                <a:alpha val="2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0" name="object 260"/>
            <p:cNvSpPr/>
            <p:nvPr/>
          </p:nvSpPr>
          <p:spPr>
            <a:xfrm>
              <a:off x="3771900" y="2771775"/>
              <a:ext cx="17780" cy="76200"/>
            </a:xfrm>
            <a:custGeom>
              <a:avLst/>
              <a:gdLst/>
              <a:ahLst/>
              <a:cxnLst/>
              <a:rect l="l" t="t" r="r" b="b"/>
              <a:pathLst>
                <a:path w="17779" h="76200">
                  <a:moveTo>
                    <a:pt x="8859" y="0"/>
                  </a:moveTo>
                  <a:lnTo>
                    <a:pt x="10034" y="0"/>
                  </a:lnTo>
                  <a:lnTo>
                    <a:pt x="11164" y="966"/>
                  </a:lnTo>
                  <a:lnTo>
                    <a:pt x="17044" y="23519"/>
                  </a:lnTo>
                  <a:lnTo>
                    <a:pt x="17494" y="28187"/>
                  </a:lnTo>
                  <a:lnTo>
                    <a:pt x="17719" y="33047"/>
                  </a:lnTo>
                  <a:lnTo>
                    <a:pt x="17719" y="38100"/>
                  </a:lnTo>
                  <a:lnTo>
                    <a:pt x="17719" y="43152"/>
                  </a:lnTo>
                  <a:lnTo>
                    <a:pt x="12250" y="73299"/>
                  </a:lnTo>
                  <a:lnTo>
                    <a:pt x="11164" y="75233"/>
                  </a:lnTo>
                  <a:lnTo>
                    <a:pt x="10034" y="76199"/>
                  </a:lnTo>
                  <a:lnTo>
                    <a:pt x="8859" y="76200"/>
                  </a:lnTo>
                  <a:lnTo>
                    <a:pt x="7684" y="76199"/>
                  </a:lnTo>
                  <a:lnTo>
                    <a:pt x="6554" y="75233"/>
                  </a:lnTo>
                  <a:lnTo>
                    <a:pt x="5469" y="73299"/>
                  </a:lnTo>
                  <a:lnTo>
                    <a:pt x="4383" y="71366"/>
                  </a:lnTo>
                  <a:lnTo>
                    <a:pt x="0" y="43152"/>
                  </a:lnTo>
                  <a:lnTo>
                    <a:pt x="0" y="38100"/>
                  </a:lnTo>
                  <a:lnTo>
                    <a:pt x="0" y="33047"/>
                  </a:lnTo>
                  <a:lnTo>
                    <a:pt x="2594" y="11159"/>
                  </a:lnTo>
                  <a:lnTo>
                    <a:pt x="3425" y="7586"/>
                  </a:lnTo>
                  <a:lnTo>
                    <a:pt x="4383" y="4833"/>
                  </a:lnTo>
                  <a:lnTo>
                    <a:pt x="5469" y="2900"/>
                  </a:lnTo>
                  <a:lnTo>
                    <a:pt x="6554" y="966"/>
                  </a:lnTo>
                  <a:lnTo>
                    <a:pt x="7684" y="0"/>
                  </a:lnTo>
                  <a:lnTo>
                    <a:pt x="8859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1" name="object 261"/>
          <p:cNvSpPr/>
          <p:nvPr/>
        </p:nvSpPr>
        <p:spPr>
          <a:xfrm>
            <a:off x="952500" y="61690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4" y="9524"/>
                </a:moveTo>
                <a:lnTo>
                  <a:pt x="0" y="9524"/>
                </a:ln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" name="object 262"/>
          <p:cNvSpPr/>
          <p:nvPr/>
        </p:nvSpPr>
        <p:spPr>
          <a:xfrm>
            <a:off x="1238250" y="6169037"/>
            <a:ext cx="581025" cy="9525"/>
          </a:xfrm>
          <a:custGeom>
            <a:avLst/>
            <a:gdLst/>
            <a:ahLst/>
            <a:cxnLst/>
            <a:rect l="l" t="t" r="r" b="b"/>
            <a:pathLst>
              <a:path w="58102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58102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581025" h="95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581025" h="9525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  <a:path w="581025" h="9525">
                <a:moveTo>
                  <a:pt x="238125" y="0"/>
                </a:moveTo>
                <a:lnTo>
                  <a:pt x="228600" y="0"/>
                </a:lnTo>
                <a:lnTo>
                  <a:pt x="228600" y="9525"/>
                </a:lnTo>
                <a:lnTo>
                  <a:pt x="238125" y="9525"/>
                </a:lnTo>
                <a:lnTo>
                  <a:pt x="238125" y="0"/>
                </a:lnTo>
                <a:close/>
              </a:path>
              <a:path w="581025" h="9525">
                <a:moveTo>
                  <a:pt x="295275" y="0"/>
                </a:moveTo>
                <a:lnTo>
                  <a:pt x="285750" y="0"/>
                </a:lnTo>
                <a:lnTo>
                  <a:pt x="285750" y="9525"/>
                </a:lnTo>
                <a:lnTo>
                  <a:pt x="295275" y="9525"/>
                </a:lnTo>
                <a:lnTo>
                  <a:pt x="295275" y="0"/>
                </a:lnTo>
                <a:close/>
              </a:path>
              <a:path w="581025" h="9525">
                <a:moveTo>
                  <a:pt x="352412" y="0"/>
                </a:moveTo>
                <a:lnTo>
                  <a:pt x="342887" y="0"/>
                </a:lnTo>
                <a:lnTo>
                  <a:pt x="342887" y="9525"/>
                </a:lnTo>
                <a:lnTo>
                  <a:pt x="352412" y="9525"/>
                </a:lnTo>
                <a:lnTo>
                  <a:pt x="352412" y="0"/>
                </a:lnTo>
                <a:close/>
              </a:path>
              <a:path w="581025" h="9525">
                <a:moveTo>
                  <a:pt x="409562" y="0"/>
                </a:moveTo>
                <a:lnTo>
                  <a:pt x="400037" y="0"/>
                </a:lnTo>
                <a:lnTo>
                  <a:pt x="400037" y="9525"/>
                </a:lnTo>
                <a:lnTo>
                  <a:pt x="409562" y="9525"/>
                </a:lnTo>
                <a:lnTo>
                  <a:pt x="409562" y="0"/>
                </a:lnTo>
                <a:close/>
              </a:path>
              <a:path w="581025" h="9525">
                <a:moveTo>
                  <a:pt x="466712" y="0"/>
                </a:moveTo>
                <a:lnTo>
                  <a:pt x="457187" y="0"/>
                </a:lnTo>
                <a:lnTo>
                  <a:pt x="457187" y="9525"/>
                </a:lnTo>
                <a:lnTo>
                  <a:pt x="466712" y="9525"/>
                </a:lnTo>
                <a:lnTo>
                  <a:pt x="466712" y="0"/>
                </a:lnTo>
                <a:close/>
              </a:path>
              <a:path w="581025" h="9525">
                <a:moveTo>
                  <a:pt x="523862" y="0"/>
                </a:moveTo>
                <a:lnTo>
                  <a:pt x="514337" y="0"/>
                </a:lnTo>
                <a:lnTo>
                  <a:pt x="514337" y="9525"/>
                </a:lnTo>
                <a:lnTo>
                  <a:pt x="523862" y="9525"/>
                </a:lnTo>
                <a:lnTo>
                  <a:pt x="523862" y="0"/>
                </a:lnTo>
                <a:close/>
              </a:path>
              <a:path w="581025" h="9525">
                <a:moveTo>
                  <a:pt x="581025" y="0"/>
                </a:moveTo>
                <a:lnTo>
                  <a:pt x="571500" y="0"/>
                </a:lnTo>
                <a:lnTo>
                  <a:pt x="571500" y="9525"/>
                </a:lnTo>
                <a:lnTo>
                  <a:pt x="581025" y="9525"/>
                </a:lnTo>
                <a:lnTo>
                  <a:pt x="58102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" name="object 263"/>
          <p:cNvSpPr/>
          <p:nvPr/>
        </p:nvSpPr>
        <p:spPr>
          <a:xfrm>
            <a:off x="1866900" y="6169037"/>
            <a:ext cx="981075" cy="9525"/>
          </a:xfrm>
          <a:custGeom>
            <a:avLst/>
            <a:gdLst/>
            <a:ahLst/>
            <a:cxnLst/>
            <a:rect l="l" t="t" r="r" b="b"/>
            <a:pathLst>
              <a:path w="98107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98107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981075" h="95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981075" h="9525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  <a:path w="981075" h="9525">
                <a:moveTo>
                  <a:pt x="238125" y="0"/>
                </a:moveTo>
                <a:lnTo>
                  <a:pt x="228600" y="0"/>
                </a:lnTo>
                <a:lnTo>
                  <a:pt x="228600" y="9525"/>
                </a:lnTo>
                <a:lnTo>
                  <a:pt x="238125" y="9525"/>
                </a:lnTo>
                <a:lnTo>
                  <a:pt x="238125" y="0"/>
                </a:lnTo>
                <a:close/>
              </a:path>
              <a:path w="981075" h="9525">
                <a:moveTo>
                  <a:pt x="295275" y="0"/>
                </a:moveTo>
                <a:lnTo>
                  <a:pt x="285750" y="0"/>
                </a:lnTo>
                <a:lnTo>
                  <a:pt x="285750" y="9525"/>
                </a:lnTo>
                <a:lnTo>
                  <a:pt x="295275" y="9525"/>
                </a:lnTo>
                <a:lnTo>
                  <a:pt x="295275" y="0"/>
                </a:lnTo>
                <a:close/>
              </a:path>
              <a:path w="981075" h="9525">
                <a:moveTo>
                  <a:pt x="352412" y="0"/>
                </a:moveTo>
                <a:lnTo>
                  <a:pt x="342887" y="0"/>
                </a:lnTo>
                <a:lnTo>
                  <a:pt x="342887" y="9525"/>
                </a:lnTo>
                <a:lnTo>
                  <a:pt x="352412" y="9525"/>
                </a:lnTo>
                <a:lnTo>
                  <a:pt x="352412" y="0"/>
                </a:lnTo>
                <a:close/>
              </a:path>
              <a:path w="981075" h="9525">
                <a:moveTo>
                  <a:pt x="409562" y="0"/>
                </a:moveTo>
                <a:lnTo>
                  <a:pt x="400037" y="0"/>
                </a:lnTo>
                <a:lnTo>
                  <a:pt x="400037" y="9525"/>
                </a:lnTo>
                <a:lnTo>
                  <a:pt x="409562" y="9525"/>
                </a:lnTo>
                <a:lnTo>
                  <a:pt x="409562" y="0"/>
                </a:lnTo>
                <a:close/>
              </a:path>
              <a:path w="981075" h="9525">
                <a:moveTo>
                  <a:pt x="466712" y="0"/>
                </a:moveTo>
                <a:lnTo>
                  <a:pt x="457187" y="0"/>
                </a:lnTo>
                <a:lnTo>
                  <a:pt x="457187" y="9525"/>
                </a:lnTo>
                <a:lnTo>
                  <a:pt x="466712" y="9525"/>
                </a:lnTo>
                <a:lnTo>
                  <a:pt x="466712" y="0"/>
                </a:lnTo>
                <a:close/>
              </a:path>
              <a:path w="981075" h="9525">
                <a:moveTo>
                  <a:pt x="523862" y="0"/>
                </a:moveTo>
                <a:lnTo>
                  <a:pt x="514337" y="0"/>
                </a:lnTo>
                <a:lnTo>
                  <a:pt x="514337" y="9525"/>
                </a:lnTo>
                <a:lnTo>
                  <a:pt x="523862" y="9525"/>
                </a:lnTo>
                <a:lnTo>
                  <a:pt x="523862" y="0"/>
                </a:lnTo>
                <a:close/>
              </a:path>
              <a:path w="981075" h="9525">
                <a:moveTo>
                  <a:pt x="581012" y="0"/>
                </a:moveTo>
                <a:lnTo>
                  <a:pt x="571487" y="0"/>
                </a:lnTo>
                <a:lnTo>
                  <a:pt x="571487" y="9525"/>
                </a:lnTo>
                <a:lnTo>
                  <a:pt x="581012" y="9525"/>
                </a:lnTo>
                <a:lnTo>
                  <a:pt x="581012" y="0"/>
                </a:lnTo>
                <a:close/>
              </a:path>
              <a:path w="981075" h="9525">
                <a:moveTo>
                  <a:pt x="638162" y="0"/>
                </a:moveTo>
                <a:lnTo>
                  <a:pt x="628637" y="0"/>
                </a:lnTo>
                <a:lnTo>
                  <a:pt x="628637" y="9525"/>
                </a:lnTo>
                <a:lnTo>
                  <a:pt x="638162" y="9525"/>
                </a:lnTo>
                <a:lnTo>
                  <a:pt x="638162" y="0"/>
                </a:lnTo>
                <a:close/>
              </a:path>
              <a:path w="981075" h="9525">
                <a:moveTo>
                  <a:pt x="695312" y="0"/>
                </a:moveTo>
                <a:lnTo>
                  <a:pt x="685787" y="0"/>
                </a:lnTo>
                <a:lnTo>
                  <a:pt x="685787" y="9525"/>
                </a:lnTo>
                <a:lnTo>
                  <a:pt x="695312" y="9525"/>
                </a:lnTo>
                <a:lnTo>
                  <a:pt x="695312" y="0"/>
                </a:lnTo>
                <a:close/>
              </a:path>
              <a:path w="981075" h="9525">
                <a:moveTo>
                  <a:pt x="752462" y="0"/>
                </a:moveTo>
                <a:lnTo>
                  <a:pt x="742937" y="0"/>
                </a:lnTo>
                <a:lnTo>
                  <a:pt x="742937" y="9525"/>
                </a:lnTo>
                <a:lnTo>
                  <a:pt x="752462" y="9525"/>
                </a:lnTo>
                <a:lnTo>
                  <a:pt x="752462" y="0"/>
                </a:lnTo>
                <a:close/>
              </a:path>
              <a:path w="981075" h="9525">
                <a:moveTo>
                  <a:pt x="809612" y="0"/>
                </a:moveTo>
                <a:lnTo>
                  <a:pt x="800087" y="0"/>
                </a:lnTo>
                <a:lnTo>
                  <a:pt x="800087" y="9525"/>
                </a:lnTo>
                <a:lnTo>
                  <a:pt x="809612" y="9525"/>
                </a:lnTo>
                <a:lnTo>
                  <a:pt x="809612" y="0"/>
                </a:lnTo>
                <a:close/>
              </a:path>
              <a:path w="981075" h="9525">
                <a:moveTo>
                  <a:pt x="866762" y="0"/>
                </a:moveTo>
                <a:lnTo>
                  <a:pt x="857237" y="0"/>
                </a:lnTo>
                <a:lnTo>
                  <a:pt x="857237" y="9525"/>
                </a:lnTo>
                <a:lnTo>
                  <a:pt x="866762" y="9525"/>
                </a:lnTo>
                <a:lnTo>
                  <a:pt x="866762" y="0"/>
                </a:lnTo>
                <a:close/>
              </a:path>
              <a:path w="981075" h="9525">
                <a:moveTo>
                  <a:pt x="923912" y="0"/>
                </a:moveTo>
                <a:lnTo>
                  <a:pt x="914387" y="0"/>
                </a:lnTo>
                <a:lnTo>
                  <a:pt x="914387" y="9525"/>
                </a:lnTo>
                <a:lnTo>
                  <a:pt x="923912" y="9525"/>
                </a:lnTo>
                <a:lnTo>
                  <a:pt x="923912" y="0"/>
                </a:lnTo>
                <a:close/>
              </a:path>
              <a:path w="981075" h="9525">
                <a:moveTo>
                  <a:pt x="981062" y="0"/>
                </a:moveTo>
                <a:lnTo>
                  <a:pt x="971537" y="0"/>
                </a:lnTo>
                <a:lnTo>
                  <a:pt x="971537" y="9525"/>
                </a:lnTo>
                <a:lnTo>
                  <a:pt x="981062" y="9525"/>
                </a:lnTo>
                <a:lnTo>
                  <a:pt x="981062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4" name="object 264"/>
          <p:cNvSpPr/>
          <p:nvPr/>
        </p:nvSpPr>
        <p:spPr>
          <a:xfrm>
            <a:off x="2895600" y="61690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" name="object 265"/>
          <p:cNvSpPr/>
          <p:nvPr/>
        </p:nvSpPr>
        <p:spPr>
          <a:xfrm>
            <a:off x="1009650" y="5195366"/>
            <a:ext cx="180975" cy="983615"/>
          </a:xfrm>
          <a:custGeom>
            <a:avLst/>
            <a:gdLst/>
            <a:ahLst/>
            <a:cxnLst/>
            <a:rect l="l" t="t" r="r" b="b"/>
            <a:pathLst>
              <a:path w="180975" h="983614">
                <a:moveTo>
                  <a:pt x="9525" y="973670"/>
                </a:moveTo>
                <a:lnTo>
                  <a:pt x="0" y="973670"/>
                </a:lnTo>
                <a:lnTo>
                  <a:pt x="0" y="983195"/>
                </a:lnTo>
                <a:lnTo>
                  <a:pt x="9525" y="983195"/>
                </a:lnTo>
                <a:lnTo>
                  <a:pt x="9525" y="973670"/>
                </a:lnTo>
                <a:close/>
              </a:path>
              <a:path w="180975" h="983614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180975" h="983614">
                <a:moveTo>
                  <a:pt x="66675" y="973670"/>
                </a:moveTo>
                <a:lnTo>
                  <a:pt x="57150" y="973670"/>
                </a:lnTo>
                <a:lnTo>
                  <a:pt x="57150" y="983195"/>
                </a:lnTo>
                <a:lnTo>
                  <a:pt x="66675" y="983195"/>
                </a:lnTo>
                <a:lnTo>
                  <a:pt x="66675" y="973670"/>
                </a:lnTo>
                <a:close/>
              </a:path>
              <a:path w="180975" h="983614">
                <a:moveTo>
                  <a:pt x="123825" y="973670"/>
                </a:moveTo>
                <a:lnTo>
                  <a:pt x="114300" y="973670"/>
                </a:lnTo>
                <a:lnTo>
                  <a:pt x="114300" y="983195"/>
                </a:lnTo>
                <a:lnTo>
                  <a:pt x="123825" y="983195"/>
                </a:lnTo>
                <a:lnTo>
                  <a:pt x="123825" y="973670"/>
                </a:lnTo>
                <a:close/>
              </a:path>
              <a:path w="180975" h="983614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180975" h="983614">
                <a:moveTo>
                  <a:pt x="180975" y="973670"/>
                </a:moveTo>
                <a:lnTo>
                  <a:pt x="171450" y="973670"/>
                </a:lnTo>
                <a:lnTo>
                  <a:pt x="171450" y="983195"/>
                </a:lnTo>
                <a:lnTo>
                  <a:pt x="180975" y="983195"/>
                </a:lnTo>
                <a:lnTo>
                  <a:pt x="180975" y="97367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" name="object 266"/>
          <p:cNvSpPr txBox="1"/>
          <p:nvPr/>
        </p:nvSpPr>
        <p:spPr>
          <a:xfrm>
            <a:off x="564604" y="6083399"/>
            <a:ext cx="3054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0.0bn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267" name="object 267"/>
          <p:cNvSpPr/>
          <p:nvPr/>
        </p:nvSpPr>
        <p:spPr>
          <a:xfrm>
            <a:off x="952500" y="51953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4" y="9524"/>
                </a:moveTo>
                <a:lnTo>
                  <a:pt x="0" y="9524"/>
                </a:ln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8" name="object 268"/>
          <p:cNvSpPr/>
          <p:nvPr/>
        </p:nvSpPr>
        <p:spPr>
          <a:xfrm>
            <a:off x="1181100" y="51953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9" name="object 269"/>
          <p:cNvSpPr/>
          <p:nvPr/>
        </p:nvSpPr>
        <p:spPr>
          <a:xfrm>
            <a:off x="1238250" y="51953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0" name="object 270"/>
          <p:cNvSpPr/>
          <p:nvPr/>
        </p:nvSpPr>
        <p:spPr>
          <a:xfrm>
            <a:off x="1295400" y="51953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1" name="object 271"/>
          <p:cNvSpPr/>
          <p:nvPr/>
        </p:nvSpPr>
        <p:spPr>
          <a:xfrm>
            <a:off x="1352550" y="51953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2" name="object 272"/>
          <p:cNvSpPr/>
          <p:nvPr/>
        </p:nvSpPr>
        <p:spPr>
          <a:xfrm>
            <a:off x="1409700" y="51953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3" name="object 273"/>
          <p:cNvSpPr/>
          <p:nvPr/>
        </p:nvSpPr>
        <p:spPr>
          <a:xfrm>
            <a:off x="1466850" y="51953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4" name="object 274"/>
          <p:cNvSpPr/>
          <p:nvPr/>
        </p:nvSpPr>
        <p:spPr>
          <a:xfrm>
            <a:off x="1524000" y="51953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5" name="object 275"/>
          <p:cNvSpPr/>
          <p:nvPr/>
        </p:nvSpPr>
        <p:spPr>
          <a:xfrm>
            <a:off x="1581150" y="51953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6" name="object 276"/>
          <p:cNvSpPr/>
          <p:nvPr/>
        </p:nvSpPr>
        <p:spPr>
          <a:xfrm>
            <a:off x="1638300" y="51953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7" name="object 277"/>
          <p:cNvSpPr/>
          <p:nvPr/>
        </p:nvSpPr>
        <p:spPr>
          <a:xfrm>
            <a:off x="1695450" y="51953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8" name="object 278"/>
          <p:cNvSpPr/>
          <p:nvPr/>
        </p:nvSpPr>
        <p:spPr>
          <a:xfrm>
            <a:off x="1752600" y="51953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9" name="object 279"/>
          <p:cNvSpPr/>
          <p:nvPr/>
        </p:nvSpPr>
        <p:spPr>
          <a:xfrm>
            <a:off x="1809750" y="51953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0" name="object 280"/>
          <p:cNvSpPr/>
          <p:nvPr/>
        </p:nvSpPr>
        <p:spPr>
          <a:xfrm>
            <a:off x="1866900" y="51953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1" name="object 281"/>
          <p:cNvSpPr/>
          <p:nvPr/>
        </p:nvSpPr>
        <p:spPr>
          <a:xfrm>
            <a:off x="1924050" y="51953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2" name="object 282"/>
          <p:cNvSpPr/>
          <p:nvPr/>
        </p:nvSpPr>
        <p:spPr>
          <a:xfrm>
            <a:off x="1981200" y="51953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3" name="object 283"/>
          <p:cNvSpPr/>
          <p:nvPr/>
        </p:nvSpPr>
        <p:spPr>
          <a:xfrm>
            <a:off x="2038350" y="51953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4" name="object 284"/>
          <p:cNvSpPr/>
          <p:nvPr/>
        </p:nvSpPr>
        <p:spPr>
          <a:xfrm>
            <a:off x="2095500" y="51953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5" name="object 285"/>
          <p:cNvSpPr/>
          <p:nvPr/>
        </p:nvSpPr>
        <p:spPr>
          <a:xfrm>
            <a:off x="2152650" y="51953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6" name="object 286"/>
          <p:cNvSpPr/>
          <p:nvPr/>
        </p:nvSpPr>
        <p:spPr>
          <a:xfrm>
            <a:off x="2209800" y="51953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7" name="object 287"/>
          <p:cNvSpPr/>
          <p:nvPr/>
        </p:nvSpPr>
        <p:spPr>
          <a:xfrm>
            <a:off x="2266950" y="51953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8" name="object 288"/>
          <p:cNvSpPr/>
          <p:nvPr/>
        </p:nvSpPr>
        <p:spPr>
          <a:xfrm>
            <a:off x="2324100" y="51953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9" name="object 289"/>
          <p:cNvSpPr/>
          <p:nvPr/>
        </p:nvSpPr>
        <p:spPr>
          <a:xfrm>
            <a:off x="2381250" y="51953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0" name="object 290"/>
          <p:cNvSpPr/>
          <p:nvPr/>
        </p:nvSpPr>
        <p:spPr>
          <a:xfrm>
            <a:off x="2438400" y="51953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1" name="object 291"/>
          <p:cNvSpPr/>
          <p:nvPr/>
        </p:nvSpPr>
        <p:spPr>
          <a:xfrm>
            <a:off x="2495550" y="51953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2" name="object 292"/>
          <p:cNvSpPr/>
          <p:nvPr/>
        </p:nvSpPr>
        <p:spPr>
          <a:xfrm>
            <a:off x="2552700" y="51953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3" name="object 293"/>
          <p:cNvSpPr/>
          <p:nvPr/>
        </p:nvSpPr>
        <p:spPr>
          <a:xfrm>
            <a:off x="2609850" y="51953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4" name="object 294"/>
          <p:cNvSpPr/>
          <p:nvPr/>
        </p:nvSpPr>
        <p:spPr>
          <a:xfrm>
            <a:off x="2667000" y="51953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5" name="object 295"/>
          <p:cNvSpPr/>
          <p:nvPr/>
        </p:nvSpPr>
        <p:spPr>
          <a:xfrm>
            <a:off x="2724150" y="51953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6" name="object 296"/>
          <p:cNvSpPr/>
          <p:nvPr/>
        </p:nvSpPr>
        <p:spPr>
          <a:xfrm>
            <a:off x="2781300" y="51953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7" name="object 297"/>
          <p:cNvSpPr/>
          <p:nvPr/>
        </p:nvSpPr>
        <p:spPr>
          <a:xfrm>
            <a:off x="2838450" y="51953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8" name="object 298"/>
          <p:cNvSpPr/>
          <p:nvPr/>
        </p:nvSpPr>
        <p:spPr>
          <a:xfrm>
            <a:off x="2895600" y="519535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9" name="object 299"/>
          <p:cNvSpPr txBox="1"/>
          <p:nvPr/>
        </p:nvSpPr>
        <p:spPr>
          <a:xfrm>
            <a:off x="564604" y="5109732"/>
            <a:ext cx="3054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0.5bn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00" name="object 300"/>
          <p:cNvSpPr txBox="1"/>
          <p:nvPr/>
        </p:nvSpPr>
        <p:spPr>
          <a:xfrm>
            <a:off x="1605508" y="6765925"/>
            <a:ext cx="6851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60" dirty="0">
                <a:solidFill>
                  <a:srgbClr val="252423"/>
                </a:solidFill>
                <a:latin typeface="Trebuchet MS"/>
                <a:cs typeface="Trebuchet MS"/>
              </a:rPr>
              <a:t>partyname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301" name="object 301"/>
          <p:cNvSpPr txBox="1"/>
          <p:nvPr/>
        </p:nvSpPr>
        <p:spPr>
          <a:xfrm>
            <a:off x="363845" y="4991050"/>
            <a:ext cx="177800" cy="118745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275"/>
              </a:lnSpc>
            </a:pPr>
            <a:r>
              <a:rPr sz="1200" spc="-30" dirty="0">
                <a:solidFill>
                  <a:srgbClr val="252423"/>
                </a:solidFill>
                <a:latin typeface="Trebuchet MS"/>
                <a:cs typeface="Trebuchet MS"/>
              </a:rPr>
              <a:t>Sum</a:t>
            </a:r>
            <a:r>
              <a:rPr sz="1200" spc="-5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200" spc="-95" dirty="0">
                <a:solidFill>
                  <a:srgbClr val="252423"/>
                </a:solidFill>
                <a:latin typeface="Trebuchet MS"/>
                <a:cs typeface="Trebuchet MS"/>
              </a:rPr>
              <a:t>of</a:t>
            </a:r>
            <a:r>
              <a:rPr sz="1200" spc="-4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200" spc="-85" dirty="0">
                <a:solidFill>
                  <a:srgbClr val="252423"/>
                </a:solidFill>
                <a:latin typeface="Trebuchet MS"/>
                <a:cs typeface="Trebuchet MS"/>
              </a:rPr>
              <a:t>totvotpoll</a:t>
            </a:r>
            <a:r>
              <a:rPr sz="1200" spc="-4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200" spc="-150" dirty="0">
                <a:solidFill>
                  <a:srgbClr val="252423"/>
                </a:solidFill>
                <a:latin typeface="Trebuchet MS"/>
                <a:cs typeface="Trebuchet MS"/>
              </a:rPr>
              <a:t>…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302" name="object 302"/>
          <p:cNvSpPr txBox="1"/>
          <p:nvPr/>
        </p:nvSpPr>
        <p:spPr>
          <a:xfrm>
            <a:off x="1022387" y="6216600"/>
            <a:ext cx="1836420" cy="523240"/>
          </a:xfrm>
          <a:prstGeom prst="rect">
            <a:avLst/>
          </a:prstGeom>
        </p:spPr>
        <p:txBody>
          <a:bodyPr vert="vert270" wrap="square" lIns="0" tIns="21590" rIns="0" bIns="0" rtlCol="0">
            <a:spAutoFit/>
          </a:bodyPr>
          <a:lstStyle/>
          <a:p>
            <a:pPr marL="81915">
              <a:lnSpc>
                <a:spcPct val="100000"/>
              </a:lnSpc>
              <a:spcBef>
                <a:spcPts val="170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Indian </a:t>
            </a: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…</a:t>
            </a:r>
            <a:endParaRPr sz="900">
              <a:latin typeface="Segoe UI"/>
              <a:cs typeface="Segoe UI"/>
            </a:endParaRPr>
          </a:p>
          <a:p>
            <a:pPr marL="18415">
              <a:lnSpc>
                <a:spcPct val="100000"/>
              </a:lnSpc>
              <a:spcBef>
                <a:spcPts val="555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Bharatiy…</a:t>
            </a:r>
            <a:endParaRPr sz="900">
              <a:latin typeface="Segoe UI"/>
              <a:cs typeface="Segoe UI"/>
            </a:endParaRPr>
          </a:p>
          <a:p>
            <a:pPr marL="339725" marR="5080" indent="-16510">
              <a:lnSpc>
                <a:spcPct val="151200"/>
              </a:lnSpc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INC BJP</a:t>
            </a:r>
            <a:endParaRPr sz="900">
              <a:latin typeface="Segoe UI"/>
              <a:cs typeface="Segoe UI"/>
            </a:endParaRPr>
          </a:p>
          <a:p>
            <a:pPr marL="12700" marR="5080" algn="just">
              <a:lnSpc>
                <a:spcPct val="151200"/>
              </a:lnSpc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Indepen… Commu… Indepen… Bhartiya… Bahujan…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303" name="object 303"/>
          <p:cNvGrpSpPr/>
          <p:nvPr/>
        </p:nvGrpSpPr>
        <p:grpSpPr>
          <a:xfrm>
            <a:off x="1035446" y="5038410"/>
            <a:ext cx="152400" cy="1130935"/>
            <a:chOff x="1035446" y="5038410"/>
            <a:chExt cx="152400" cy="1130935"/>
          </a:xfrm>
        </p:grpSpPr>
        <p:sp>
          <p:nvSpPr>
            <p:cNvPr id="304" name="object 304"/>
            <p:cNvSpPr/>
            <p:nvPr/>
          </p:nvSpPr>
          <p:spPr>
            <a:xfrm>
              <a:off x="1035446" y="5038410"/>
              <a:ext cx="76200" cy="1130935"/>
            </a:xfrm>
            <a:custGeom>
              <a:avLst/>
              <a:gdLst/>
              <a:ahLst/>
              <a:cxnLst/>
              <a:rect l="l" t="t" r="r" b="b"/>
              <a:pathLst>
                <a:path w="76200" h="1130935">
                  <a:moveTo>
                    <a:pt x="76199" y="1130614"/>
                  </a:moveTo>
                  <a:lnTo>
                    <a:pt x="0" y="1130614"/>
                  </a:lnTo>
                  <a:lnTo>
                    <a:pt x="0" y="0"/>
                  </a:lnTo>
                  <a:lnTo>
                    <a:pt x="76199" y="0"/>
                  </a:lnTo>
                  <a:lnTo>
                    <a:pt x="76199" y="1130614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5" name="object 305"/>
            <p:cNvSpPr/>
            <p:nvPr/>
          </p:nvSpPr>
          <p:spPr>
            <a:xfrm>
              <a:off x="1111646" y="6084292"/>
              <a:ext cx="76200" cy="85090"/>
            </a:xfrm>
            <a:custGeom>
              <a:avLst/>
              <a:gdLst/>
              <a:ahLst/>
              <a:cxnLst/>
              <a:rect l="l" t="t" r="r" b="b"/>
              <a:pathLst>
                <a:path w="76200" h="85089">
                  <a:moveTo>
                    <a:pt x="76200" y="84732"/>
                  </a:moveTo>
                  <a:lnTo>
                    <a:pt x="0" y="84732"/>
                  </a:lnTo>
                  <a:lnTo>
                    <a:pt x="0" y="0"/>
                  </a:lnTo>
                  <a:lnTo>
                    <a:pt x="76200" y="0"/>
                  </a:lnTo>
                  <a:lnTo>
                    <a:pt x="76200" y="84732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6" name="object 306"/>
          <p:cNvGrpSpPr/>
          <p:nvPr/>
        </p:nvGrpSpPr>
        <p:grpSpPr>
          <a:xfrm>
            <a:off x="1242814" y="5794501"/>
            <a:ext cx="567690" cy="374650"/>
            <a:chOff x="1242814" y="5794501"/>
            <a:chExt cx="567690" cy="374650"/>
          </a:xfrm>
        </p:grpSpPr>
        <p:sp>
          <p:nvSpPr>
            <p:cNvPr id="307" name="object 307"/>
            <p:cNvSpPr/>
            <p:nvPr/>
          </p:nvSpPr>
          <p:spPr>
            <a:xfrm>
              <a:off x="1242809" y="5794501"/>
              <a:ext cx="491490" cy="374650"/>
            </a:xfrm>
            <a:custGeom>
              <a:avLst/>
              <a:gdLst/>
              <a:ahLst/>
              <a:cxnLst/>
              <a:rect l="l" t="t" r="r" b="b"/>
              <a:pathLst>
                <a:path w="491489" h="374650">
                  <a:moveTo>
                    <a:pt x="76200" y="0"/>
                  </a:moveTo>
                  <a:lnTo>
                    <a:pt x="0" y="0"/>
                  </a:lnTo>
                  <a:lnTo>
                    <a:pt x="0" y="374535"/>
                  </a:lnTo>
                  <a:lnTo>
                    <a:pt x="76200" y="374535"/>
                  </a:lnTo>
                  <a:lnTo>
                    <a:pt x="76200" y="0"/>
                  </a:lnTo>
                  <a:close/>
                </a:path>
                <a:path w="491489" h="374650">
                  <a:moveTo>
                    <a:pt x="283565" y="4394"/>
                  </a:moveTo>
                  <a:lnTo>
                    <a:pt x="207365" y="4394"/>
                  </a:lnTo>
                  <a:lnTo>
                    <a:pt x="207365" y="374535"/>
                  </a:lnTo>
                  <a:lnTo>
                    <a:pt x="283565" y="374535"/>
                  </a:lnTo>
                  <a:lnTo>
                    <a:pt x="283565" y="4394"/>
                  </a:lnTo>
                  <a:close/>
                </a:path>
                <a:path w="491489" h="374650">
                  <a:moveTo>
                    <a:pt x="490931" y="60363"/>
                  </a:moveTo>
                  <a:lnTo>
                    <a:pt x="414731" y="60363"/>
                  </a:lnTo>
                  <a:lnTo>
                    <a:pt x="414731" y="374535"/>
                  </a:lnTo>
                  <a:lnTo>
                    <a:pt x="490931" y="374535"/>
                  </a:lnTo>
                  <a:lnTo>
                    <a:pt x="490931" y="60363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8" name="object 308"/>
            <p:cNvSpPr/>
            <p:nvPr/>
          </p:nvSpPr>
          <p:spPr>
            <a:xfrm>
              <a:off x="1319009" y="6137478"/>
              <a:ext cx="491490" cy="31750"/>
            </a:xfrm>
            <a:custGeom>
              <a:avLst/>
              <a:gdLst/>
              <a:ahLst/>
              <a:cxnLst/>
              <a:rect l="l" t="t" r="r" b="b"/>
              <a:pathLst>
                <a:path w="491489" h="31750">
                  <a:moveTo>
                    <a:pt x="76200" y="0"/>
                  </a:moveTo>
                  <a:lnTo>
                    <a:pt x="0" y="0"/>
                  </a:lnTo>
                  <a:lnTo>
                    <a:pt x="0" y="31559"/>
                  </a:lnTo>
                  <a:lnTo>
                    <a:pt x="76200" y="31559"/>
                  </a:lnTo>
                  <a:lnTo>
                    <a:pt x="76200" y="0"/>
                  </a:lnTo>
                  <a:close/>
                </a:path>
                <a:path w="491489" h="31750">
                  <a:moveTo>
                    <a:pt x="283565" y="9956"/>
                  </a:moveTo>
                  <a:lnTo>
                    <a:pt x="207365" y="9956"/>
                  </a:lnTo>
                  <a:lnTo>
                    <a:pt x="207365" y="31559"/>
                  </a:lnTo>
                  <a:lnTo>
                    <a:pt x="283565" y="31559"/>
                  </a:lnTo>
                  <a:lnTo>
                    <a:pt x="283565" y="9956"/>
                  </a:lnTo>
                  <a:close/>
                </a:path>
                <a:path w="491489" h="31750">
                  <a:moveTo>
                    <a:pt x="490931" y="11353"/>
                  </a:moveTo>
                  <a:lnTo>
                    <a:pt x="414731" y="11353"/>
                  </a:lnTo>
                  <a:lnTo>
                    <a:pt x="414731" y="31559"/>
                  </a:lnTo>
                  <a:lnTo>
                    <a:pt x="490931" y="31559"/>
                  </a:lnTo>
                  <a:lnTo>
                    <a:pt x="490931" y="11353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9" name="object 309"/>
          <p:cNvGrpSpPr/>
          <p:nvPr/>
        </p:nvGrpSpPr>
        <p:grpSpPr>
          <a:xfrm>
            <a:off x="1864915" y="5841047"/>
            <a:ext cx="982344" cy="328295"/>
            <a:chOff x="1864915" y="5841047"/>
            <a:chExt cx="982344" cy="328295"/>
          </a:xfrm>
        </p:grpSpPr>
        <p:sp>
          <p:nvSpPr>
            <p:cNvPr id="310" name="object 310"/>
            <p:cNvSpPr/>
            <p:nvPr/>
          </p:nvSpPr>
          <p:spPr>
            <a:xfrm>
              <a:off x="1864906" y="5859970"/>
              <a:ext cx="906144" cy="309245"/>
            </a:xfrm>
            <a:custGeom>
              <a:avLst/>
              <a:gdLst/>
              <a:ahLst/>
              <a:cxnLst/>
              <a:rect l="l" t="t" r="r" b="b"/>
              <a:pathLst>
                <a:path w="906144" h="309245">
                  <a:moveTo>
                    <a:pt x="76200" y="0"/>
                  </a:moveTo>
                  <a:lnTo>
                    <a:pt x="0" y="0"/>
                  </a:lnTo>
                  <a:lnTo>
                    <a:pt x="0" y="309067"/>
                  </a:lnTo>
                  <a:lnTo>
                    <a:pt x="76200" y="309067"/>
                  </a:lnTo>
                  <a:lnTo>
                    <a:pt x="76200" y="0"/>
                  </a:lnTo>
                  <a:close/>
                </a:path>
                <a:path w="906144" h="309245">
                  <a:moveTo>
                    <a:pt x="283565" y="72097"/>
                  </a:moveTo>
                  <a:lnTo>
                    <a:pt x="207365" y="72097"/>
                  </a:lnTo>
                  <a:lnTo>
                    <a:pt x="207365" y="309067"/>
                  </a:lnTo>
                  <a:lnTo>
                    <a:pt x="283565" y="309067"/>
                  </a:lnTo>
                  <a:lnTo>
                    <a:pt x="283565" y="72097"/>
                  </a:lnTo>
                  <a:close/>
                </a:path>
                <a:path w="906144" h="309245">
                  <a:moveTo>
                    <a:pt x="490943" y="139319"/>
                  </a:moveTo>
                  <a:lnTo>
                    <a:pt x="414743" y="139319"/>
                  </a:lnTo>
                  <a:lnTo>
                    <a:pt x="414743" y="309067"/>
                  </a:lnTo>
                  <a:lnTo>
                    <a:pt x="490943" y="309067"/>
                  </a:lnTo>
                  <a:lnTo>
                    <a:pt x="490943" y="139319"/>
                  </a:lnTo>
                  <a:close/>
                </a:path>
                <a:path w="906144" h="309245">
                  <a:moveTo>
                    <a:pt x="698309" y="154330"/>
                  </a:moveTo>
                  <a:lnTo>
                    <a:pt x="622109" y="154330"/>
                  </a:lnTo>
                  <a:lnTo>
                    <a:pt x="622109" y="309067"/>
                  </a:lnTo>
                  <a:lnTo>
                    <a:pt x="698309" y="309067"/>
                  </a:lnTo>
                  <a:lnTo>
                    <a:pt x="698309" y="154330"/>
                  </a:lnTo>
                  <a:close/>
                </a:path>
                <a:path w="906144" h="309245">
                  <a:moveTo>
                    <a:pt x="905675" y="161759"/>
                  </a:moveTo>
                  <a:lnTo>
                    <a:pt x="829475" y="161759"/>
                  </a:lnTo>
                  <a:lnTo>
                    <a:pt x="829475" y="309067"/>
                  </a:lnTo>
                  <a:lnTo>
                    <a:pt x="905675" y="309067"/>
                  </a:lnTo>
                  <a:lnTo>
                    <a:pt x="905675" y="161759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1" name="object 311"/>
            <p:cNvSpPr/>
            <p:nvPr/>
          </p:nvSpPr>
          <p:spPr>
            <a:xfrm>
              <a:off x="1941106" y="5841047"/>
              <a:ext cx="906144" cy="328295"/>
            </a:xfrm>
            <a:custGeom>
              <a:avLst/>
              <a:gdLst/>
              <a:ahLst/>
              <a:cxnLst/>
              <a:rect l="l" t="t" r="r" b="b"/>
              <a:pathLst>
                <a:path w="906144" h="328295">
                  <a:moveTo>
                    <a:pt x="76200" y="0"/>
                  </a:moveTo>
                  <a:lnTo>
                    <a:pt x="0" y="0"/>
                  </a:lnTo>
                  <a:lnTo>
                    <a:pt x="0" y="327990"/>
                  </a:lnTo>
                  <a:lnTo>
                    <a:pt x="76200" y="327990"/>
                  </a:lnTo>
                  <a:lnTo>
                    <a:pt x="76200" y="0"/>
                  </a:lnTo>
                  <a:close/>
                </a:path>
                <a:path w="906144" h="328295">
                  <a:moveTo>
                    <a:pt x="283565" y="314236"/>
                  </a:moveTo>
                  <a:lnTo>
                    <a:pt x="207365" y="314236"/>
                  </a:lnTo>
                  <a:lnTo>
                    <a:pt x="207365" y="327990"/>
                  </a:lnTo>
                  <a:lnTo>
                    <a:pt x="283565" y="327990"/>
                  </a:lnTo>
                  <a:lnTo>
                    <a:pt x="283565" y="314236"/>
                  </a:lnTo>
                  <a:close/>
                </a:path>
                <a:path w="906144" h="328295">
                  <a:moveTo>
                    <a:pt x="490943" y="121246"/>
                  </a:moveTo>
                  <a:lnTo>
                    <a:pt x="414743" y="121246"/>
                  </a:lnTo>
                  <a:lnTo>
                    <a:pt x="414743" y="327990"/>
                  </a:lnTo>
                  <a:lnTo>
                    <a:pt x="490943" y="327990"/>
                  </a:lnTo>
                  <a:lnTo>
                    <a:pt x="490943" y="121246"/>
                  </a:lnTo>
                  <a:close/>
                </a:path>
                <a:path w="906144" h="328295">
                  <a:moveTo>
                    <a:pt x="698309" y="313194"/>
                  </a:moveTo>
                  <a:lnTo>
                    <a:pt x="622109" y="313194"/>
                  </a:lnTo>
                  <a:lnTo>
                    <a:pt x="622109" y="327990"/>
                  </a:lnTo>
                  <a:lnTo>
                    <a:pt x="698309" y="327990"/>
                  </a:lnTo>
                  <a:lnTo>
                    <a:pt x="698309" y="313194"/>
                  </a:lnTo>
                  <a:close/>
                </a:path>
                <a:path w="906144" h="328295">
                  <a:moveTo>
                    <a:pt x="905675" y="295871"/>
                  </a:moveTo>
                  <a:lnTo>
                    <a:pt x="829475" y="295871"/>
                  </a:lnTo>
                  <a:lnTo>
                    <a:pt x="829475" y="327990"/>
                  </a:lnTo>
                  <a:lnTo>
                    <a:pt x="905675" y="327990"/>
                  </a:lnTo>
                  <a:lnTo>
                    <a:pt x="905675" y="295871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2" name="object 312"/>
          <p:cNvGrpSpPr/>
          <p:nvPr/>
        </p:nvGrpSpPr>
        <p:grpSpPr>
          <a:xfrm>
            <a:off x="947737" y="6954837"/>
            <a:ext cx="1995805" cy="85725"/>
            <a:chOff x="947737" y="6954837"/>
            <a:chExt cx="1995805" cy="85725"/>
          </a:xfrm>
        </p:grpSpPr>
        <p:sp>
          <p:nvSpPr>
            <p:cNvPr id="313" name="object 313"/>
            <p:cNvSpPr/>
            <p:nvPr/>
          </p:nvSpPr>
          <p:spPr>
            <a:xfrm>
              <a:off x="952500" y="6959600"/>
              <a:ext cx="1990725" cy="76200"/>
            </a:xfrm>
            <a:custGeom>
              <a:avLst/>
              <a:gdLst/>
              <a:ahLst/>
              <a:cxnLst/>
              <a:rect l="l" t="t" r="r" b="b"/>
              <a:pathLst>
                <a:path w="1990725" h="76200">
                  <a:moveTo>
                    <a:pt x="1957677" y="76199"/>
                  </a:moveTo>
                  <a:lnTo>
                    <a:pt x="33047" y="76199"/>
                  </a:lnTo>
                  <a:lnTo>
                    <a:pt x="28187" y="75233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100" y="0"/>
                  </a:lnTo>
                  <a:lnTo>
                    <a:pt x="1957677" y="0"/>
                  </a:lnTo>
                  <a:lnTo>
                    <a:pt x="1989758" y="28187"/>
                  </a:lnTo>
                  <a:lnTo>
                    <a:pt x="1990724" y="33047"/>
                  </a:lnTo>
                  <a:lnTo>
                    <a:pt x="1990724" y="43152"/>
                  </a:lnTo>
                  <a:lnTo>
                    <a:pt x="1962537" y="75233"/>
                  </a:lnTo>
                  <a:lnTo>
                    <a:pt x="1957677" y="76199"/>
                  </a:lnTo>
                  <a:close/>
                </a:path>
              </a:pathLst>
            </a:custGeom>
            <a:solidFill>
              <a:srgbClr val="E1E1E1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4" name="object 314"/>
            <p:cNvSpPr/>
            <p:nvPr/>
          </p:nvSpPr>
          <p:spPr>
            <a:xfrm>
              <a:off x="952500" y="6959600"/>
              <a:ext cx="17780" cy="76200"/>
            </a:xfrm>
            <a:custGeom>
              <a:avLst/>
              <a:gdLst/>
              <a:ahLst/>
              <a:cxnLst/>
              <a:rect l="l" t="t" r="r" b="b"/>
              <a:pathLst>
                <a:path w="17780" h="76200">
                  <a:moveTo>
                    <a:pt x="10034" y="76199"/>
                  </a:moveTo>
                  <a:lnTo>
                    <a:pt x="7684" y="76199"/>
                  </a:lnTo>
                  <a:lnTo>
                    <a:pt x="6554" y="75233"/>
                  </a:lnTo>
                  <a:lnTo>
                    <a:pt x="0" y="43152"/>
                  </a:lnTo>
                  <a:lnTo>
                    <a:pt x="0" y="33047"/>
                  </a:lnTo>
                  <a:lnTo>
                    <a:pt x="7684" y="0"/>
                  </a:lnTo>
                  <a:lnTo>
                    <a:pt x="8859" y="0"/>
                  </a:lnTo>
                  <a:lnTo>
                    <a:pt x="10034" y="0"/>
                  </a:lnTo>
                  <a:lnTo>
                    <a:pt x="17719" y="33047"/>
                  </a:lnTo>
                  <a:lnTo>
                    <a:pt x="17719" y="43152"/>
                  </a:lnTo>
                  <a:lnTo>
                    <a:pt x="11164" y="75233"/>
                  </a:lnTo>
                  <a:lnTo>
                    <a:pt x="10034" y="76199"/>
                  </a:lnTo>
                  <a:close/>
                </a:path>
              </a:pathLst>
            </a:custGeom>
            <a:solidFill>
              <a:srgbClr val="000000">
                <a:alpha val="2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5" name="object 315"/>
            <p:cNvSpPr/>
            <p:nvPr/>
          </p:nvSpPr>
          <p:spPr>
            <a:xfrm>
              <a:off x="952500" y="6959600"/>
              <a:ext cx="17780" cy="76200"/>
            </a:xfrm>
            <a:custGeom>
              <a:avLst/>
              <a:gdLst/>
              <a:ahLst/>
              <a:cxnLst/>
              <a:rect l="l" t="t" r="r" b="b"/>
              <a:pathLst>
                <a:path w="17780" h="76200">
                  <a:moveTo>
                    <a:pt x="8859" y="0"/>
                  </a:moveTo>
                  <a:lnTo>
                    <a:pt x="10034" y="0"/>
                  </a:lnTo>
                  <a:lnTo>
                    <a:pt x="11164" y="966"/>
                  </a:lnTo>
                  <a:lnTo>
                    <a:pt x="17044" y="23519"/>
                  </a:lnTo>
                  <a:lnTo>
                    <a:pt x="17494" y="28187"/>
                  </a:lnTo>
                  <a:lnTo>
                    <a:pt x="17719" y="33047"/>
                  </a:lnTo>
                  <a:lnTo>
                    <a:pt x="17719" y="38100"/>
                  </a:lnTo>
                  <a:lnTo>
                    <a:pt x="17719" y="43152"/>
                  </a:lnTo>
                  <a:lnTo>
                    <a:pt x="12250" y="73299"/>
                  </a:lnTo>
                  <a:lnTo>
                    <a:pt x="11164" y="75233"/>
                  </a:lnTo>
                  <a:lnTo>
                    <a:pt x="10034" y="76199"/>
                  </a:lnTo>
                  <a:lnTo>
                    <a:pt x="8859" y="76200"/>
                  </a:lnTo>
                  <a:lnTo>
                    <a:pt x="7684" y="76199"/>
                  </a:lnTo>
                  <a:lnTo>
                    <a:pt x="6554" y="75233"/>
                  </a:lnTo>
                  <a:lnTo>
                    <a:pt x="5469" y="73299"/>
                  </a:lnTo>
                  <a:lnTo>
                    <a:pt x="4383" y="71366"/>
                  </a:lnTo>
                  <a:lnTo>
                    <a:pt x="0" y="43152"/>
                  </a:lnTo>
                  <a:lnTo>
                    <a:pt x="0" y="38100"/>
                  </a:lnTo>
                  <a:lnTo>
                    <a:pt x="0" y="33047"/>
                  </a:lnTo>
                  <a:lnTo>
                    <a:pt x="2594" y="11159"/>
                  </a:lnTo>
                  <a:lnTo>
                    <a:pt x="3425" y="7586"/>
                  </a:lnTo>
                  <a:lnTo>
                    <a:pt x="4383" y="4833"/>
                  </a:lnTo>
                  <a:lnTo>
                    <a:pt x="5469" y="2900"/>
                  </a:lnTo>
                  <a:lnTo>
                    <a:pt x="6554" y="966"/>
                  </a:lnTo>
                  <a:lnTo>
                    <a:pt x="7684" y="0"/>
                  </a:lnTo>
                  <a:lnTo>
                    <a:pt x="8859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16" name="object 3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635" y="4736338"/>
            <a:ext cx="95249" cy="95249"/>
          </a:xfrm>
          <a:prstGeom prst="rect">
            <a:avLst/>
          </a:prstGeom>
        </p:spPr>
      </p:pic>
      <p:pic>
        <p:nvPicPr>
          <p:cNvPr id="317" name="object 3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34160" y="4736338"/>
            <a:ext cx="95249" cy="95249"/>
          </a:xfrm>
          <a:prstGeom prst="rect">
            <a:avLst/>
          </a:prstGeom>
        </p:spPr>
      </p:pic>
      <p:sp>
        <p:nvSpPr>
          <p:cNvPr id="318" name="object 318"/>
          <p:cNvSpPr txBox="1"/>
          <p:nvPr/>
        </p:nvSpPr>
        <p:spPr>
          <a:xfrm>
            <a:off x="358775" y="4191063"/>
            <a:ext cx="2438400" cy="67627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355"/>
              </a:spcBef>
            </a:pPr>
            <a:r>
              <a:rPr sz="1400" spc="-35" dirty="0">
                <a:solidFill>
                  <a:srgbClr val="252423"/>
                </a:solidFill>
                <a:latin typeface="Trebuchet MS"/>
                <a:cs typeface="Trebuchet MS"/>
              </a:rPr>
              <a:t>Sum</a:t>
            </a:r>
            <a:r>
              <a:rPr sz="1400" spc="-8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105" dirty="0">
                <a:solidFill>
                  <a:srgbClr val="252423"/>
                </a:solidFill>
                <a:latin typeface="Trebuchet MS"/>
                <a:cs typeface="Trebuchet MS"/>
              </a:rPr>
              <a:t>of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90" dirty="0">
                <a:solidFill>
                  <a:srgbClr val="252423"/>
                </a:solidFill>
                <a:latin typeface="Trebuchet MS"/>
                <a:cs typeface="Trebuchet MS"/>
              </a:rPr>
              <a:t>totvotpoll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90" dirty="0">
                <a:solidFill>
                  <a:srgbClr val="252423"/>
                </a:solidFill>
                <a:latin typeface="Trebuchet MS"/>
                <a:cs typeface="Trebuchet MS"/>
              </a:rPr>
              <a:t>and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252423"/>
                </a:solidFill>
                <a:latin typeface="Trebuchet MS"/>
                <a:cs typeface="Trebuchet MS"/>
              </a:rPr>
              <a:t>Sum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105" dirty="0">
                <a:solidFill>
                  <a:srgbClr val="252423"/>
                </a:solidFill>
                <a:latin typeface="Trebuchet MS"/>
                <a:cs typeface="Trebuchet MS"/>
              </a:rPr>
              <a:t>of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65" dirty="0">
                <a:solidFill>
                  <a:srgbClr val="252423"/>
                </a:solidFill>
                <a:latin typeface="Trebuchet MS"/>
                <a:cs typeface="Trebuchet MS"/>
              </a:rPr>
              <a:t>year </a:t>
            </a:r>
            <a:r>
              <a:rPr sz="1400" spc="-75" dirty="0">
                <a:solidFill>
                  <a:srgbClr val="252423"/>
                </a:solidFill>
                <a:latin typeface="Trebuchet MS"/>
                <a:cs typeface="Trebuchet MS"/>
              </a:rPr>
              <a:t>by</a:t>
            </a:r>
            <a:r>
              <a:rPr sz="1400" spc="-9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252423"/>
                </a:solidFill>
                <a:latin typeface="Trebuchet MS"/>
                <a:cs typeface="Trebuchet MS"/>
              </a:rPr>
              <a:t>partyname</a:t>
            </a:r>
            <a:endParaRPr sz="1400">
              <a:latin typeface="Trebuchet MS"/>
              <a:cs typeface="Trebuchet MS"/>
            </a:endParaRPr>
          </a:p>
          <a:p>
            <a:pPr marL="137160">
              <a:lnSpc>
                <a:spcPct val="100000"/>
              </a:lnSpc>
              <a:spcBef>
                <a:spcPts val="810"/>
              </a:spcBef>
              <a:tabLst>
                <a:tab pos="1292225" algn="l"/>
              </a:tabLst>
            </a:pP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Sum</a:t>
            </a:r>
            <a:r>
              <a:rPr sz="1000" spc="-2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of</a:t>
            </a:r>
            <a:r>
              <a:rPr sz="1000" spc="-2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605D5C"/>
                </a:solidFill>
                <a:latin typeface="Segoe UI"/>
                <a:cs typeface="Segoe UI"/>
              </a:rPr>
              <a:t>totvotpoll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	Sum</a:t>
            </a:r>
            <a:r>
              <a:rPr sz="1000" spc="-2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of</a:t>
            </a:r>
            <a:r>
              <a:rPr sz="1000" spc="-20" dirty="0">
                <a:solidFill>
                  <a:srgbClr val="605D5C"/>
                </a:solidFill>
                <a:latin typeface="Segoe UI"/>
                <a:cs typeface="Segoe UI"/>
              </a:rPr>
              <a:t> year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319" name="object 319"/>
          <p:cNvSpPr/>
          <p:nvPr/>
        </p:nvSpPr>
        <p:spPr>
          <a:xfrm>
            <a:off x="6438900" y="21590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4" y="9524"/>
                </a:moveTo>
                <a:lnTo>
                  <a:pt x="0" y="9524"/>
                </a:ln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0" name="object 320"/>
          <p:cNvSpPr/>
          <p:nvPr/>
        </p:nvSpPr>
        <p:spPr>
          <a:xfrm>
            <a:off x="8382000" y="21590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1" name="object 321"/>
          <p:cNvSpPr/>
          <p:nvPr/>
        </p:nvSpPr>
        <p:spPr>
          <a:xfrm>
            <a:off x="6496050" y="1000137"/>
            <a:ext cx="180975" cy="1168400"/>
          </a:xfrm>
          <a:custGeom>
            <a:avLst/>
            <a:gdLst/>
            <a:ahLst/>
            <a:cxnLst/>
            <a:rect l="l" t="t" r="r" b="b"/>
            <a:pathLst>
              <a:path w="180975" h="1168400">
                <a:moveTo>
                  <a:pt x="9525" y="1158875"/>
                </a:moveTo>
                <a:lnTo>
                  <a:pt x="0" y="1158875"/>
                </a:lnTo>
                <a:lnTo>
                  <a:pt x="0" y="1168400"/>
                </a:lnTo>
                <a:lnTo>
                  <a:pt x="9525" y="1168400"/>
                </a:lnTo>
                <a:lnTo>
                  <a:pt x="9525" y="1158875"/>
                </a:lnTo>
                <a:close/>
              </a:path>
              <a:path w="180975" h="1168400">
                <a:moveTo>
                  <a:pt x="9525" y="579437"/>
                </a:moveTo>
                <a:lnTo>
                  <a:pt x="0" y="579437"/>
                </a:lnTo>
                <a:lnTo>
                  <a:pt x="0" y="588962"/>
                </a:lnTo>
                <a:lnTo>
                  <a:pt x="9525" y="588962"/>
                </a:lnTo>
                <a:lnTo>
                  <a:pt x="9525" y="579437"/>
                </a:lnTo>
                <a:close/>
              </a:path>
              <a:path w="180975" h="1168400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180975" h="1168400">
                <a:moveTo>
                  <a:pt x="66675" y="1158875"/>
                </a:moveTo>
                <a:lnTo>
                  <a:pt x="57150" y="1158875"/>
                </a:lnTo>
                <a:lnTo>
                  <a:pt x="57150" y="1168400"/>
                </a:lnTo>
                <a:lnTo>
                  <a:pt x="66675" y="1168400"/>
                </a:lnTo>
                <a:lnTo>
                  <a:pt x="66675" y="1158875"/>
                </a:lnTo>
                <a:close/>
              </a:path>
              <a:path w="180975" h="1168400">
                <a:moveTo>
                  <a:pt x="123825" y="1158875"/>
                </a:moveTo>
                <a:lnTo>
                  <a:pt x="114300" y="1158875"/>
                </a:lnTo>
                <a:lnTo>
                  <a:pt x="114300" y="1168400"/>
                </a:lnTo>
                <a:lnTo>
                  <a:pt x="123825" y="1168400"/>
                </a:lnTo>
                <a:lnTo>
                  <a:pt x="123825" y="1158875"/>
                </a:lnTo>
                <a:close/>
              </a:path>
              <a:path w="180975" h="1168400">
                <a:moveTo>
                  <a:pt x="180975" y="1158875"/>
                </a:moveTo>
                <a:lnTo>
                  <a:pt x="171450" y="1158875"/>
                </a:lnTo>
                <a:lnTo>
                  <a:pt x="171450" y="1168400"/>
                </a:lnTo>
                <a:lnTo>
                  <a:pt x="180975" y="1168400"/>
                </a:lnTo>
                <a:lnTo>
                  <a:pt x="180975" y="1158875"/>
                </a:lnTo>
                <a:close/>
              </a:path>
              <a:path w="180975" h="1168400">
                <a:moveTo>
                  <a:pt x="180975" y="579437"/>
                </a:moveTo>
                <a:lnTo>
                  <a:pt x="178193" y="579437"/>
                </a:lnTo>
                <a:lnTo>
                  <a:pt x="178193" y="588962"/>
                </a:lnTo>
                <a:lnTo>
                  <a:pt x="180975" y="588962"/>
                </a:lnTo>
                <a:lnTo>
                  <a:pt x="180975" y="579437"/>
                </a:lnTo>
                <a:close/>
              </a:path>
              <a:path w="180975" h="1168400">
                <a:moveTo>
                  <a:pt x="180975" y="0"/>
                </a:moveTo>
                <a:lnTo>
                  <a:pt x="178193" y="0"/>
                </a:lnTo>
                <a:lnTo>
                  <a:pt x="178193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2" name="object 322"/>
          <p:cNvSpPr/>
          <p:nvPr/>
        </p:nvSpPr>
        <p:spPr>
          <a:xfrm>
            <a:off x="6724650" y="1000137"/>
            <a:ext cx="581025" cy="1168400"/>
          </a:xfrm>
          <a:custGeom>
            <a:avLst/>
            <a:gdLst/>
            <a:ahLst/>
            <a:cxnLst/>
            <a:rect l="l" t="t" r="r" b="b"/>
            <a:pathLst>
              <a:path w="581025" h="1168400">
                <a:moveTo>
                  <a:pt x="4559" y="579437"/>
                </a:moveTo>
                <a:lnTo>
                  <a:pt x="0" y="579437"/>
                </a:lnTo>
                <a:lnTo>
                  <a:pt x="0" y="588962"/>
                </a:lnTo>
                <a:lnTo>
                  <a:pt x="4559" y="588962"/>
                </a:lnTo>
                <a:lnTo>
                  <a:pt x="4559" y="579437"/>
                </a:lnTo>
                <a:close/>
              </a:path>
              <a:path w="581025" h="1168400">
                <a:moveTo>
                  <a:pt x="4559" y="0"/>
                </a:moveTo>
                <a:lnTo>
                  <a:pt x="0" y="0"/>
                </a:lnTo>
                <a:lnTo>
                  <a:pt x="0" y="9525"/>
                </a:lnTo>
                <a:lnTo>
                  <a:pt x="4559" y="9525"/>
                </a:lnTo>
                <a:lnTo>
                  <a:pt x="4559" y="0"/>
                </a:lnTo>
                <a:close/>
              </a:path>
              <a:path w="581025" h="1168400">
                <a:moveTo>
                  <a:pt x="9525" y="1158875"/>
                </a:moveTo>
                <a:lnTo>
                  <a:pt x="0" y="1158875"/>
                </a:lnTo>
                <a:lnTo>
                  <a:pt x="0" y="1168400"/>
                </a:lnTo>
                <a:lnTo>
                  <a:pt x="9525" y="1168400"/>
                </a:lnTo>
                <a:lnTo>
                  <a:pt x="9525" y="1158875"/>
                </a:lnTo>
                <a:close/>
              </a:path>
              <a:path w="581025" h="1168400">
                <a:moveTo>
                  <a:pt x="66675" y="1158875"/>
                </a:moveTo>
                <a:lnTo>
                  <a:pt x="57150" y="1158875"/>
                </a:lnTo>
                <a:lnTo>
                  <a:pt x="57150" y="1168400"/>
                </a:lnTo>
                <a:lnTo>
                  <a:pt x="66675" y="1168400"/>
                </a:lnTo>
                <a:lnTo>
                  <a:pt x="66675" y="1158875"/>
                </a:lnTo>
                <a:close/>
              </a:path>
              <a:path w="581025" h="1168400">
                <a:moveTo>
                  <a:pt x="123825" y="1158875"/>
                </a:moveTo>
                <a:lnTo>
                  <a:pt x="114300" y="1158875"/>
                </a:lnTo>
                <a:lnTo>
                  <a:pt x="114300" y="1168400"/>
                </a:lnTo>
                <a:lnTo>
                  <a:pt x="123825" y="1168400"/>
                </a:lnTo>
                <a:lnTo>
                  <a:pt x="123825" y="1158875"/>
                </a:lnTo>
                <a:close/>
              </a:path>
              <a:path w="581025" h="1168400">
                <a:moveTo>
                  <a:pt x="180975" y="1158875"/>
                </a:moveTo>
                <a:lnTo>
                  <a:pt x="171450" y="1158875"/>
                </a:lnTo>
                <a:lnTo>
                  <a:pt x="171450" y="1168400"/>
                </a:lnTo>
                <a:lnTo>
                  <a:pt x="180975" y="1168400"/>
                </a:lnTo>
                <a:lnTo>
                  <a:pt x="180975" y="1158875"/>
                </a:lnTo>
                <a:close/>
              </a:path>
              <a:path w="581025" h="1168400">
                <a:moveTo>
                  <a:pt x="180975" y="579437"/>
                </a:moveTo>
                <a:lnTo>
                  <a:pt x="171450" y="579437"/>
                </a:lnTo>
                <a:lnTo>
                  <a:pt x="171450" y="588962"/>
                </a:lnTo>
                <a:lnTo>
                  <a:pt x="180975" y="588962"/>
                </a:lnTo>
                <a:lnTo>
                  <a:pt x="180975" y="579437"/>
                </a:lnTo>
                <a:close/>
              </a:path>
              <a:path w="581025" h="1168400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  <a:path w="581025" h="1168400">
                <a:moveTo>
                  <a:pt x="238125" y="1158875"/>
                </a:moveTo>
                <a:lnTo>
                  <a:pt x="228600" y="1158875"/>
                </a:lnTo>
                <a:lnTo>
                  <a:pt x="228600" y="1168400"/>
                </a:lnTo>
                <a:lnTo>
                  <a:pt x="238125" y="1168400"/>
                </a:lnTo>
                <a:lnTo>
                  <a:pt x="238125" y="1158875"/>
                </a:lnTo>
                <a:close/>
              </a:path>
              <a:path w="581025" h="1168400">
                <a:moveTo>
                  <a:pt x="295275" y="1158875"/>
                </a:moveTo>
                <a:lnTo>
                  <a:pt x="285750" y="1158875"/>
                </a:lnTo>
                <a:lnTo>
                  <a:pt x="285750" y="1168400"/>
                </a:lnTo>
                <a:lnTo>
                  <a:pt x="295275" y="1168400"/>
                </a:lnTo>
                <a:lnTo>
                  <a:pt x="295275" y="1158875"/>
                </a:lnTo>
                <a:close/>
              </a:path>
              <a:path w="581025" h="1168400">
                <a:moveTo>
                  <a:pt x="352425" y="1158875"/>
                </a:moveTo>
                <a:lnTo>
                  <a:pt x="342900" y="1158875"/>
                </a:lnTo>
                <a:lnTo>
                  <a:pt x="342900" y="1168400"/>
                </a:lnTo>
                <a:lnTo>
                  <a:pt x="352425" y="1168400"/>
                </a:lnTo>
                <a:lnTo>
                  <a:pt x="352425" y="1158875"/>
                </a:lnTo>
                <a:close/>
              </a:path>
              <a:path w="581025" h="1168400">
                <a:moveTo>
                  <a:pt x="409575" y="1158875"/>
                </a:moveTo>
                <a:lnTo>
                  <a:pt x="400050" y="1158875"/>
                </a:lnTo>
                <a:lnTo>
                  <a:pt x="400050" y="1168400"/>
                </a:lnTo>
                <a:lnTo>
                  <a:pt x="409575" y="1168400"/>
                </a:lnTo>
                <a:lnTo>
                  <a:pt x="409575" y="1158875"/>
                </a:lnTo>
                <a:close/>
              </a:path>
              <a:path w="581025" h="1168400">
                <a:moveTo>
                  <a:pt x="409575" y="579437"/>
                </a:moveTo>
                <a:lnTo>
                  <a:pt x="400050" y="579437"/>
                </a:lnTo>
                <a:lnTo>
                  <a:pt x="400050" y="588962"/>
                </a:lnTo>
                <a:lnTo>
                  <a:pt x="409575" y="588962"/>
                </a:lnTo>
                <a:lnTo>
                  <a:pt x="409575" y="579437"/>
                </a:lnTo>
                <a:close/>
              </a:path>
              <a:path w="581025" h="1168400">
                <a:moveTo>
                  <a:pt x="409575" y="0"/>
                </a:moveTo>
                <a:lnTo>
                  <a:pt x="400050" y="0"/>
                </a:lnTo>
                <a:lnTo>
                  <a:pt x="400050" y="9525"/>
                </a:lnTo>
                <a:lnTo>
                  <a:pt x="409575" y="9525"/>
                </a:lnTo>
                <a:lnTo>
                  <a:pt x="409575" y="0"/>
                </a:lnTo>
                <a:close/>
              </a:path>
              <a:path w="581025" h="1168400">
                <a:moveTo>
                  <a:pt x="466725" y="1158875"/>
                </a:moveTo>
                <a:lnTo>
                  <a:pt x="457200" y="1158875"/>
                </a:lnTo>
                <a:lnTo>
                  <a:pt x="457200" y="1168400"/>
                </a:lnTo>
                <a:lnTo>
                  <a:pt x="466725" y="1168400"/>
                </a:lnTo>
                <a:lnTo>
                  <a:pt x="466725" y="1158875"/>
                </a:lnTo>
                <a:close/>
              </a:path>
              <a:path w="581025" h="1168400">
                <a:moveTo>
                  <a:pt x="523875" y="1158875"/>
                </a:moveTo>
                <a:lnTo>
                  <a:pt x="514350" y="1158875"/>
                </a:lnTo>
                <a:lnTo>
                  <a:pt x="514350" y="1168400"/>
                </a:lnTo>
                <a:lnTo>
                  <a:pt x="523875" y="1168400"/>
                </a:lnTo>
                <a:lnTo>
                  <a:pt x="523875" y="1158875"/>
                </a:lnTo>
                <a:close/>
              </a:path>
              <a:path w="581025" h="1168400">
                <a:moveTo>
                  <a:pt x="581025" y="1158875"/>
                </a:moveTo>
                <a:lnTo>
                  <a:pt x="571500" y="1158875"/>
                </a:lnTo>
                <a:lnTo>
                  <a:pt x="571500" y="1168400"/>
                </a:lnTo>
                <a:lnTo>
                  <a:pt x="581025" y="1168400"/>
                </a:lnTo>
                <a:lnTo>
                  <a:pt x="581025" y="1158875"/>
                </a:lnTo>
                <a:close/>
              </a:path>
              <a:path w="581025" h="1168400">
                <a:moveTo>
                  <a:pt x="581025" y="579437"/>
                </a:moveTo>
                <a:lnTo>
                  <a:pt x="571690" y="579437"/>
                </a:lnTo>
                <a:lnTo>
                  <a:pt x="571690" y="588962"/>
                </a:lnTo>
                <a:lnTo>
                  <a:pt x="581025" y="588962"/>
                </a:lnTo>
                <a:lnTo>
                  <a:pt x="581025" y="579437"/>
                </a:lnTo>
                <a:close/>
              </a:path>
              <a:path w="581025" h="1168400">
                <a:moveTo>
                  <a:pt x="581025" y="0"/>
                </a:moveTo>
                <a:lnTo>
                  <a:pt x="571690" y="0"/>
                </a:lnTo>
                <a:lnTo>
                  <a:pt x="571690" y="9525"/>
                </a:lnTo>
                <a:lnTo>
                  <a:pt x="581025" y="9525"/>
                </a:lnTo>
                <a:lnTo>
                  <a:pt x="58102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3" name="object 323"/>
          <p:cNvSpPr/>
          <p:nvPr/>
        </p:nvSpPr>
        <p:spPr>
          <a:xfrm>
            <a:off x="7353300" y="1000137"/>
            <a:ext cx="981075" cy="1168400"/>
          </a:xfrm>
          <a:custGeom>
            <a:avLst/>
            <a:gdLst/>
            <a:ahLst/>
            <a:cxnLst/>
            <a:rect l="l" t="t" r="r" b="b"/>
            <a:pathLst>
              <a:path w="981075" h="1168400">
                <a:moveTo>
                  <a:pt x="9525" y="1158875"/>
                </a:moveTo>
                <a:lnTo>
                  <a:pt x="0" y="1158875"/>
                </a:lnTo>
                <a:lnTo>
                  <a:pt x="0" y="1168400"/>
                </a:lnTo>
                <a:lnTo>
                  <a:pt x="9525" y="1168400"/>
                </a:lnTo>
                <a:lnTo>
                  <a:pt x="9525" y="1158875"/>
                </a:lnTo>
                <a:close/>
              </a:path>
              <a:path w="981075" h="1168400">
                <a:moveTo>
                  <a:pt x="66675" y="1158875"/>
                </a:moveTo>
                <a:lnTo>
                  <a:pt x="57150" y="1158875"/>
                </a:lnTo>
                <a:lnTo>
                  <a:pt x="57150" y="1168400"/>
                </a:lnTo>
                <a:lnTo>
                  <a:pt x="66675" y="1168400"/>
                </a:lnTo>
                <a:lnTo>
                  <a:pt x="66675" y="1158875"/>
                </a:lnTo>
                <a:close/>
              </a:path>
              <a:path w="981075" h="1168400">
                <a:moveTo>
                  <a:pt x="123825" y="1158875"/>
                </a:moveTo>
                <a:lnTo>
                  <a:pt x="114300" y="1158875"/>
                </a:lnTo>
                <a:lnTo>
                  <a:pt x="114300" y="1168400"/>
                </a:lnTo>
                <a:lnTo>
                  <a:pt x="123825" y="1168400"/>
                </a:lnTo>
                <a:lnTo>
                  <a:pt x="123825" y="1158875"/>
                </a:lnTo>
                <a:close/>
              </a:path>
              <a:path w="981075" h="1168400">
                <a:moveTo>
                  <a:pt x="180975" y="1158875"/>
                </a:moveTo>
                <a:lnTo>
                  <a:pt x="171450" y="1158875"/>
                </a:lnTo>
                <a:lnTo>
                  <a:pt x="171450" y="1168400"/>
                </a:lnTo>
                <a:lnTo>
                  <a:pt x="180975" y="1168400"/>
                </a:lnTo>
                <a:lnTo>
                  <a:pt x="180975" y="1158875"/>
                </a:lnTo>
                <a:close/>
              </a:path>
              <a:path w="981075" h="1168400">
                <a:moveTo>
                  <a:pt x="180975" y="579437"/>
                </a:moveTo>
                <a:lnTo>
                  <a:pt x="171450" y="579437"/>
                </a:lnTo>
                <a:lnTo>
                  <a:pt x="171450" y="588962"/>
                </a:lnTo>
                <a:lnTo>
                  <a:pt x="180975" y="588962"/>
                </a:lnTo>
                <a:lnTo>
                  <a:pt x="180975" y="579437"/>
                </a:lnTo>
                <a:close/>
              </a:path>
              <a:path w="981075" h="1168400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  <a:path w="981075" h="1168400">
                <a:moveTo>
                  <a:pt x="238125" y="1158875"/>
                </a:moveTo>
                <a:lnTo>
                  <a:pt x="228600" y="1158875"/>
                </a:lnTo>
                <a:lnTo>
                  <a:pt x="228600" y="1168400"/>
                </a:lnTo>
                <a:lnTo>
                  <a:pt x="238125" y="1168400"/>
                </a:lnTo>
                <a:lnTo>
                  <a:pt x="238125" y="1158875"/>
                </a:lnTo>
                <a:close/>
              </a:path>
              <a:path w="981075" h="1168400">
                <a:moveTo>
                  <a:pt x="238125" y="0"/>
                </a:moveTo>
                <a:lnTo>
                  <a:pt x="228600" y="0"/>
                </a:lnTo>
                <a:lnTo>
                  <a:pt x="228600" y="8636"/>
                </a:lnTo>
                <a:lnTo>
                  <a:pt x="238125" y="8636"/>
                </a:lnTo>
                <a:lnTo>
                  <a:pt x="238125" y="0"/>
                </a:lnTo>
                <a:close/>
              </a:path>
              <a:path w="981075" h="1168400">
                <a:moveTo>
                  <a:pt x="295275" y="1158875"/>
                </a:moveTo>
                <a:lnTo>
                  <a:pt x="285750" y="1158875"/>
                </a:lnTo>
                <a:lnTo>
                  <a:pt x="285750" y="1168400"/>
                </a:lnTo>
                <a:lnTo>
                  <a:pt x="295275" y="1168400"/>
                </a:lnTo>
                <a:lnTo>
                  <a:pt x="295275" y="1158875"/>
                </a:lnTo>
                <a:close/>
              </a:path>
              <a:path w="981075" h="1168400">
                <a:moveTo>
                  <a:pt x="295275" y="0"/>
                </a:moveTo>
                <a:lnTo>
                  <a:pt x="285750" y="0"/>
                </a:lnTo>
                <a:lnTo>
                  <a:pt x="285750" y="8636"/>
                </a:lnTo>
                <a:lnTo>
                  <a:pt x="295275" y="8636"/>
                </a:lnTo>
                <a:lnTo>
                  <a:pt x="295275" y="0"/>
                </a:lnTo>
                <a:close/>
              </a:path>
              <a:path w="981075" h="1168400">
                <a:moveTo>
                  <a:pt x="352425" y="1158875"/>
                </a:moveTo>
                <a:lnTo>
                  <a:pt x="342900" y="1158875"/>
                </a:lnTo>
                <a:lnTo>
                  <a:pt x="342900" y="1168400"/>
                </a:lnTo>
                <a:lnTo>
                  <a:pt x="352425" y="1168400"/>
                </a:lnTo>
                <a:lnTo>
                  <a:pt x="352425" y="1158875"/>
                </a:lnTo>
                <a:close/>
              </a:path>
              <a:path w="981075" h="1168400">
                <a:moveTo>
                  <a:pt x="352425" y="0"/>
                </a:moveTo>
                <a:lnTo>
                  <a:pt x="342900" y="0"/>
                </a:lnTo>
                <a:lnTo>
                  <a:pt x="342900" y="8636"/>
                </a:lnTo>
                <a:lnTo>
                  <a:pt x="352425" y="8636"/>
                </a:lnTo>
                <a:lnTo>
                  <a:pt x="352425" y="0"/>
                </a:lnTo>
                <a:close/>
              </a:path>
              <a:path w="981075" h="1168400">
                <a:moveTo>
                  <a:pt x="409575" y="1158875"/>
                </a:moveTo>
                <a:lnTo>
                  <a:pt x="400050" y="1158875"/>
                </a:lnTo>
                <a:lnTo>
                  <a:pt x="400050" y="1168400"/>
                </a:lnTo>
                <a:lnTo>
                  <a:pt x="409575" y="1168400"/>
                </a:lnTo>
                <a:lnTo>
                  <a:pt x="409575" y="1158875"/>
                </a:lnTo>
                <a:close/>
              </a:path>
              <a:path w="981075" h="1168400">
                <a:moveTo>
                  <a:pt x="409575" y="579437"/>
                </a:moveTo>
                <a:lnTo>
                  <a:pt x="400050" y="579437"/>
                </a:lnTo>
                <a:lnTo>
                  <a:pt x="400050" y="588962"/>
                </a:lnTo>
                <a:lnTo>
                  <a:pt x="409575" y="588962"/>
                </a:lnTo>
                <a:lnTo>
                  <a:pt x="409575" y="579437"/>
                </a:lnTo>
                <a:close/>
              </a:path>
              <a:path w="981075" h="1168400">
                <a:moveTo>
                  <a:pt x="409575" y="0"/>
                </a:moveTo>
                <a:lnTo>
                  <a:pt x="400050" y="0"/>
                </a:lnTo>
                <a:lnTo>
                  <a:pt x="400050" y="9525"/>
                </a:lnTo>
                <a:lnTo>
                  <a:pt x="409575" y="9525"/>
                </a:lnTo>
                <a:lnTo>
                  <a:pt x="409575" y="0"/>
                </a:lnTo>
                <a:close/>
              </a:path>
              <a:path w="981075" h="1168400">
                <a:moveTo>
                  <a:pt x="466725" y="1158875"/>
                </a:moveTo>
                <a:lnTo>
                  <a:pt x="457200" y="1158875"/>
                </a:lnTo>
                <a:lnTo>
                  <a:pt x="457200" y="1168400"/>
                </a:lnTo>
                <a:lnTo>
                  <a:pt x="466725" y="1168400"/>
                </a:lnTo>
                <a:lnTo>
                  <a:pt x="466725" y="1158875"/>
                </a:lnTo>
                <a:close/>
              </a:path>
              <a:path w="981075" h="1168400">
                <a:moveTo>
                  <a:pt x="466725" y="0"/>
                </a:moveTo>
                <a:lnTo>
                  <a:pt x="457200" y="0"/>
                </a:lnTo>
                <a:lnTo>
                  <a:pt x="457200" y="4330"/>
                </a:lnTo>
                <a:lnTo>
                  <a:pt x="466725" y="4330"/>
                </a:lnTo>
                <a:lnTo>
                  <a:pt x="466725" y="0"/>
                </a:lnTo>
                <a:close/>
              </a:path>
              <a:path w="981075" h="1168400">
                <a:moveTo>
                  <a:pt x="523875" y="1158875"/>
                </a:moveTo>
                <a:lnTo>
                  <a:pt x="514350" y="1158875"/>
                </a:lnTo>
                <a:lnTo>
                  <a:pt x="514350" y="1168400"/>
                </a:lnTo>
                <a:lnTo>
                  <a:pt x="523875" y="1168400"/>
                </a:lnTo>
                <a:lnTo>
                  <a:pt x="523875" y="1158875"/>
                </a:lnTo>
                <a:close/>
              </a:path>
              <a:path w="981075" h="1168400">
                <a:moveTo>
                  <a:pt x="523875" y="0"/>
                </a:moveTo>
                <a:lnTo>
                  <a:pt x="514350" y="0"/>
                </a:lnTo>
                <a:lnTo>
                  <a:pt x="514350" y="4330"/>
                </a:lnTo>
                <a:lnTo>
                  <a:pt x="523875" y="4330"/>
                </a:lnTo>
                <a:lnTo>
                  <a:pt x="523875" y="0"/>
                </a:lnTo>
                <a:close/>
              </a:path>
              <a:path w="981075" h="1168400">
                <a:moveTo>
                  <a:pt x="581025" y="1158875"/>
                </a:moveTo>
                <a:lnTo>
                  <a:pt x="571500" y="1158875"/>
                </a:lnTo>
                <a:lnTo>
                  <a:pt x="571500" y="1168400"/>
                </a:lnTo>
                <a:lnTo>
                  <a:pt x="581025" y="1168400"/>
                </a:lnTo>
                <a:lnTo>
                  <a:pt x="581025" y="1158875"/>
                </a:lnTo>
                <a:close/>
              </a:path>
              <a:path w="981075" h="1168400">
                <a:moveTo>
                  <a:pt x="581025" y="579437"/>
                </a:moveTo>
                <a:lnTo>
                  <a:pt x="571500" y="579437"/>
                </a:lnTo>
                <a:lnTo>
                  <a:pt x="571500" y="588962"/>
                </a:lnTo>
                <a:lnTo>
                  <a:pt x="581025" y="588962"/>
                </a:lnTo>
                <a:lnTo>
                  <a:pt x="581025" y="579437"/>
                </a:lnTo>
                <a:close/>
              </a:path>
              <a:path w="981075" h="1168400">
                <a:moveTo>
                  <a:pt x="581025" y="0"/>
                </a:moveTo>
                <a:lnTo>
                  <a:pt x="571500" y="0"/>
                </a:lnTo>
                <a:lnTo>
                  <a:pt x="571500" y="9525"/>
                </a:lnTo>
                <a:lnTo>
                  <a:pt x="581025" y="9525"/>
                </a:lnTo>
                <a:lnTo>
                  <a:pt x="581025" y="0"/>
                </a:lnTo>
                <a:close/>
              </a:path>
              <a:path w="981075" h="1168400">
                <a:moveTo>
                  <a:pt x="638175" y="1158875"/>
                </a:moveTo>
                <a:lnTo>
                  <a:pt x="628650" y="1158875"/>
                </a:lnTo>
                <a:lnTo>
                  <a:pt x="628650" y="1168400"/>
                </a:lnTo>
                <a:lnTo>
                  <a:pt x="638175" y="1168400"/>
                </a:lnTo>
                <a:lnTo>
                  <a:pt x="638175" y="1158875"/>
                </a:lnTo>
                <a:close/>
              </a:path>
              <a:path w="981075" h="1168400">
                <a:moveTo>
                  <a:pt x="638175" y="0"/>
                </a:moveTo>
                <a:lnTo>
                  <a:pt x="628650" y="0"/>
                </a:lnTo>
                <a:lnTo>
                  <a:pt x="628650" y="9525"/>
                </a:lnTo>
                <a:lnTo>
                  <a:pt x="638175" y="9525"/>
                </a:lnTo>
                <a:lnTo>
                  <a:pt x="638175" y="0"/>
                </a:lnTo>
                <a:close/>
              </a:path>
              <a:path w="981075" h="1168400">
                <a:moveTo>
                  <a:pt x="695325" y="1158875"/>
                </a:moveTo>
                <a:lnTo>
                  <a:pt x="685800" y="1158875"/>
                </a:lnTo>
                <a:lnTo>
                  <a:pt x="685800" y="1168400"/>
                </a:lnTo>
                <a:lnTo>
                  <a:pt x="695325" y="1168400"/>
                </a:lnTo>
                <a:lnTo>
                  <a:pt x="695325" y="1158875"/>
                </a:lnTo>
                <a:close/>
              </a:path>
              <a:path w="981075" h="1168400">
                <a:moveTo>
                  <a:pt x="695325" y="0"/>
                </a:moveTo>
                <a:lnTo>
                  <a:pt x="685800" y="0"/>
                </a:lnTo>
                <a:lnTo>
                  <a:pt x="685800" y="9525"/>
                </a:lnTo>
                <a:lnTo>
                  <a:pt x="695325" y="9525"/>
                </a:lnTo>
                <a:lnTo>
                  <a:pt x="695325" y="0"/>
                </a:lnTo>
                <a:close/>
              </a:path>
              <a:path w="981075" h="1168400">
                <a:moveTo>
                  <a:pt x="752475" y="1158875"/>
                </a:moveTo>
                <a:lnTo>
                  <a:pt x="742950" y="1158875"/>
                </a:lnTo>
                <a:lnTo>
                  <a:pt x="742950" y="1168400"/>
                </a:lnTo>
                <a:lnTo>
                  <a:pt x="752475" y="1168400"/>
                </a:lnTo>
                <a:lnTo>
                  <a:pt x="752475" y="1158875"/>
                </a:lnTo>
                <a:close/>
              </a:path>
              <a:path w="981075" h="1168400">
                <a:moveTo>
                  <a:pt x="752475" y="0"/>
                </a:moveTo>
                <a:lnTo>
                  <a:pt x="742950" y="0"/>
                </a:lnTo>
                <a:lnTo>
                  <a:pt x="742950" y="9525"/>
                </a:lnTo>
                <a:lnTo>
                  <a:pt x="752475" y="9525"/>
                </a:lnTo>
                <a:lnTo>
                  <a:pt x="752475" y="0"/>
                </a:lnTo>
                <a:close/>
              </a:path>
              <a:path w="981075" h="1168400">
                <a:moveTo>
                  <a:pt x="809625" y="1158875"/>
                </a:moveTo>
                <a:lnTo>
                  <a:pt x="800100" y="1158875"/>
                </a:lnTo>
                <a:lnTo>
                  <a:pt x="800100" y="1168400"/>
                </a:lnTo>
                <a:lnTo>
                  <a:pt x="809625" y="1168400"/>
                </a:lnTo>
                <a:lnTo>
                  <a:pt x="809625" y="1158875"/>
                </a:lnTo>
                <a:close/>
              </a:path>
              <a:path w="981075" h="1168400">
                <a:moveTo>
                  <a:pt x="809625" y="579437"/>
                </a:moveTo>
                <a:lnTo>
                  <a:pt x="800100" y="579437"/>
                </a:lnTo>
                <a:lnTo>
                  <a:pt x="800100" y="588962"/>
                </a:lnTo>
                <a:lnTo>
                  <a:pt x="809625" y="588962"/>
                </a:lnTo>
                <a:lnTo>
                  <a:pt x="809625" y="579437"/>
                </a:lnTo>
                <a:close/>
              </a:path>
              <a:path w="981075" h="1168400">
                <a:moveTo>
                  <a:pt x="809625" y="0"/>
                </a:moveTo>
                <a:lnTo>
                  <a:pt x="800100" y="0"/>
                </a:lnTo>
                <a:lnTo>
                  <a:pt x="800100" y="9525"/>
                </a:lnTo>
                <a:lnTo>
                  <a:pt x="809625" y="9525"/>
                </a:lnTo>
                <a:lnTo>
                  <a:pt x="809625" y="0"/>
                </a:lnTo>
                <a:close/>
              </a:path>
              <a:path w="981075" h="1168400">
                <a:moveTo>
                  <a:pt x="866775" y="1158875"/>
                </a:moveTo>
                <a:lnTo>
                  <a:pt x="857250" y="1158875"/>
                </a:lnTo>
                <a:lnTo>
                  <a:pt x="857250" y="1168400"/>
                </a:lnTo>
                <a:lnTo>
                  <a:pt x="866775" y="1168400"/>
                </a:lnTo>
                <a:lnTo>
                  <a:pt x="866775" y="1158875"/>
                </a:lnTo>
                <a:close/>
              </a:path>
              <a:path w="981075" h="1168400">
                <a:moveTo>
                  <a:pt x="923925" y="1158875"/>
                </a:moveTo>
                <a:lnTo>
                  <a:pt x="914400" y="1158875"/>
                </a:lnTo>
                <a:lnTo>
                  <a:pt x="914400" y="1168400"/>
                </a:lnTo>
                <a:lnTo>
                  <a:pt x="923925" y="1168400"/>
                </a:lnTo>
                <a:lnTo>
                  <a:pt x="923925" y="1158875"/>
                </a:lnTo>
                <a:close/>
              </a:path>
              <a:path w="981075" h="1168400">
                <a:moveTo>
                  <a:pt x="981075" y="1158875"/>
                </a:moveTo>
                <a:lnTo>
                  <a:pt x="971550" y="1158875"/>
                </a:lnTo>
                <a:lnTo>
                  <a:pt x="971550" y="1168400"/>
                </a:lnTo>
                <a:lnTo>
                  <a:pt x="981075" y="1168400"/>
                </a:lnTo>
                <a:lnTo>
                  <a:pt x="981075" y="1158875"/>
                </a:lnTo>
                <a:close/>
              </a:path>
              <a:path w="981075" h="1168400">
                <a:moveTo>
                  <a:pt x="981075" y="579437"/>
                </a:moveTo>
                <a:lnTo>
                  <a:pt x="979881" y="579437"/>
                </a:lnTo>
                <a:lnTo>
                  <a:pt x="979881" y="588962"/>
                </a:lnTo>
                <a:lnTo>
                  <a:pt x="981075" y="588962"/>
                </a:lnTo>
                <a:lnTo>
                  <a:pt x="981075" y="579437"/>
                </a:lnTo>
                <a:close/>
              </a:path>
              <a:path w="981075" h="1168400">
                <a:moveTo>
                  <a:pt x="981075" y="0"/>
                </a:moveTo>
                <a:lnTo>
                  <a:pt x="979881" y="0"/>
                </a:lnTo>
                <a:lnTo>
                  <a:pt x="979881" y="9525"/>
                </a:lnTo>
                <a:lnTo>
                  <a:pt x="981075" y="9525"/>
                </a:lnTo>
                <a:lnTo>
                  <a:pt x="9810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4" name="object 324"/>
          <p:cNvSpPr txBox="1"/>
          <p:nvPr/>
        </p:nvSpPr>
        <p:spPr>
          <a:xfrm>
            <a:off x="6175722" y="2073374"/>
            <a:ext cx="1809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0%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25" name="object 325"/>
          <p:cNvSpPr/>
          <p:nvPr/>
        </p:nvSpPr>
        <p:spPr>
          <a:xfrm>
            <a:off x="6438900" y="157956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4" y="9524"/>
                </a:moveTo>
                <a:lnTo>
                  <a:pt x="0" y="9524"/>
                </a:ln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6" name="object 326"/>
          <p:cNvSpPr/>
          <p:nvPr/>
        </p:nvSpPr>
        <p:spPr>
          <a:xfrm>
            <a:off x="8382000" y="1579562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7" name="object 327"/>
          <p:cNvSpPr txBox="1"/>
          <p:nvPr/>
        </p:nvSpPr>
        <p:spPr>
          <a:xfrm>
            <a:off x="6114107" y="1493936"/>
            <a:ext cx="2425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50%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28" name="object 328"/>
          <p:cNvSpPr/>
          <p:nvPr/>
        </p:nvSpPr>
        <p:spPr>
          <a:xfrm>
            <a:off x="6438900" y="1000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4" y="9524"/>
                </a:moveTo>
                <a:lnTo>
                  <a:pt x="0" y="9524"/>
                </a:ln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9" name="object 329"/>
          <p:cNvSpPr/>
          <p:nvPr/>
        </p:nvSpPr>
        <p:spPr>
          <a:xfrm>
            <a:off x="8382000" y="1000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0" name="object 330"/>
          <p:cNvSpPr txBox="1"/>
          <p:nvPr/>
        </p:nvSpPr>
        <p:spPr>
          <a:xfrm>
            <a:off x="5850246" y="1044053"/>
            <a:ext cx="177800" cy="107124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275"/>
              </a:lnSpc>
            </a:pPr>
            <a:r>
              <a:rPr sz="1200" spc="-30" dirty="0">
                <a:solidFill>
                  <a:srgbClr val="252423"/>
                </a:solidFill>
                <a:latin typeface="Trebuchet MS"/>
                <a:cs typeface="Trebuchet MS"/>
              </a:rPr>
              <a:t>Sum</a:t>
            </a:r>
            <a:r>
              <a:rPr sz="1200" spc="-7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200" spc="-95" dirty="0">
                <a:solidFill>
                  <a:srgbClr val="252423"/>
                </a:solidFill>
                <a:latin typeface="Trebuchet MS"/>
                <a:cs typeface="Trebuchet MS"/>
              </a:rPr>
              <a:t>of</a:t>
            </a:r>
            <a:r>
              <a:rPr sz="1200" spc="-7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200" spc="-75" dirty="0">
                <a:solidFill>
                  <a:srgbClr val="252423"/>
                </a:solidFill>
                <a:latin typeface="Trebuchet MS"/>
                <a:cs typeface="Trebuchet MS"/>
              </a:rPr>
              <a:t>totvotpoll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331" name="object 331"/>
          <p:cNvSpPr txBox="1"/>
          <p:nvPr/>
        </p:nvSpPr>
        <p:spPr>
          <a:xfrm>
            <a:off x="6508787" y="2206575"/>
            <a:ext cx="1836420" cy="515620"/>
          </a:xfrm>
          <a:prstGeom prst="rect">
            <a:avLst/>
          </a:prstGeom>
        </p:spPr>
        <p:txBody>
          <a:bodyPr vert="vert270" wrap="square" lIns="0" tIns="21590" rIns="0" bIns="0" rtlCol="0">
            <a:spAutoFit/>
          </a:bodyPr>
          <a:lstStyle/>
          <a:p>
            <a:pPr marL="29845" algn="just">
              <a:lnSpc>
                <a:spcPct val="100000"/>
              </a:lnSpc>
              <a:spcBef>
                <a:spcPts val="170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Uttar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Pr…</a:t>
            </a:r>
            <a:endParaRPr sz="900">
              <a:latin typeface="Segoe UI"/>
              <a:cs typeface="Segoe UI"/>
            </a:endParaRPr>
          </a:p>
          <a:p>
            <a:pPr marL="12700" marR="5080" indent="24130" algn="just">
              <a:lnSpc>
                <a:spcPct val="151200"/>
              </a:lnSpc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Mahara…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Andhra</a:t>
            </a:r>
            <a:r>
              <a:rPr sz="900" spc="-3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…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 West</a:t>
            </a:r>
            <a:r>
              <a:rPr sz="900" spc="-5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Be…</a:t>
            </a:r>
            <a:endParaRPr sz="900">
              <a:latin typeface="Segoe UI"/>
              <a:cs typeface="Segoe UI"/>
            </a:endParaRPr>
          </a:p>
          <a:p>
            <a:pPr marL="12700" marR="5080" indent="233679" algn="just">
              <a:lnSpc>
                <a:spcPct val="151200"/>
              </a:lnSpc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Bihar </a:t>
            </a: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Tamil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N…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Madhya… Karnata… Rajasthan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332" name="object 332"/>
          <p:cNvGrpSpPr/>
          <p:nvPr/>
        </p:nvGrpSpPr>
        <p:grpSpPr>
          <a:xfrm>
            <a:off x="7351315" y="1000125"/>
            <a:ext cx="982344" cy="1158875"/>
            <a:chOff x="7351315" y="1000125"/>
            <a:chExt cx="982344" cy="1158875"/>
          </a:xfrm>
        </p:grpSpPr>
        <p:sp>
          <p:nvSpPr>
            <p:cNvPr id="333" name="object 333"/>
            <p:cNvSpPr/>
            <p:nvPr/>
          </p:nvSpPr>
          <p:spPr>
            <a:xfrm>
              <a:off x="8180784" y="1836802"/>
              <a:ext cx="152400" cy="322580"/>
            </a:xfrm>
            <a:custGeom>
              <a:avLst/>
              <a:gdLst/>
              <a:ahLst/>
              <a:cxnLst/>
              <a:rect l="l" t="t" r="r" b="b"/>
              <a:pathLst>
                <a:path w="152400" h="322580">
                  <a:moveTo>
                    <a:pt x="152400" y="322198"/>
                  </a:moveTo>
                  <a:lnTo>
                    <a:pt x="0" y="322198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322198"/>
                  </a:lnTo>
                  <a:close/>
                </a:path>
              </a:pathLst>
            </a:custGeom>
            <a:solidFill>
              <a:srgbClr val="D9B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4" name="object 334"/>
            <p:cNvSpPr/>
            <p:nvPr/>
          </p:nvSpPr>
          <p:spPr>
            <a:xfrm>
              <a:off x="7766049" y="2054712"/>
              <a:ext cx="152400" cy="104775"/>
            </a:xfrm>
            <a:custGeom>
              <a:avLst/>
              <a:gdLst/>
              <a:ahLst/>
              <a:cxnLst/>
              <a:rect l="l" t="t" r="r" b="b"/>
              <a:pathLst>
                <a:path w="152400" h="104775">
                  <a:moveTo>
                    <a:pt x="152399" y="104287"/>
                  </a:moveTo>
                  <a:lnTo>
                    <a:pt x="0" y="104287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104287"/>
                  </a:lnTo>
                  <a:close/>
                </a:path>
              </a:pathLst>
            </a:custGeom>
            <a:solidFill>
              <a:srgbClr val="1872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5" name="object 335"/>
            <p:cNvSpPr/>
            <p:nvPr/>
          </p:nvSpPr>
          <p:spPr>
            <a:xfrm>
              <a:off x="8180784" y="1413615"/>
              <a:ext cx="152400" cy="423545"/>
            </a:xfrm>
            <a:custGeom>
              <a:avLst/>
              <a:gdLst/>
              <a:ahLst/>
              <a:cxnLst/>
              <a:rect l="l" t="t" r="r" b="b"/>
              <a:pathLst>
                <a:path w="152400" h="423544">
                  <a:moveTo>
                    <a:pt x="152400" y="423186"/>
                  </a:moveTo>
                  <a:lnTo>
                    <a:pt x="0" y="423186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423186"/>
                  </a:lnTo>
                  <a:close/>
                </a:path>
              </a:pathLst>
            </a:custGeom>
            <a:solidFill>
              <a:srgbClr val="15C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6" name="object 336"/>
            <p:cNvSpPr/>
            <p:nvPr/>
          </p:nvSpPr>
          <p:spPr>
            <a:xfrm>
              <a:off x="7766049" y="1295477"/>
              <a:ext cx="152400" cy="759460"/>
            </a:xfrm>
            <a:custGeom>
              <a:avLst/>
              <a:gdLst/>
              <a:ahLst/>
              <a:cxnLst/>
              <a:rect l="l" t="t" r="r" b="b"/>
              <a:pathLst>
                <a:path w="152400" h="759460">
                  <a:moveTo>
                    <a:pt x="152399" y="759234"/>
                  </a:moveTo>
                  <a:lnTo>
                    <a:pt x="0" y="759234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759234"/>
                  </a:lnTo>
                  <a:close/>
                </a:path>
              </a:pathLst>
            </a:custGeom>
            <a:solidFill>
              <a:srgbClr val="BE5C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7" name="object 337"/>
            <p:cNvSpPr/>
            <p:nvPr/>
          </p:nvSpPr>
          <p:spPr>
            <a:xfrm>
              <a:off x="7558671" y="1056779"/>
              <a:ext cx="774700" cy="1102360"/>
            </a:xfrm>
            <a:custGeom>
              <a:avLst/>
              <a:gdLst/>
              <a:ahLst/>
              <a:cxnLst/>
              <a:rect l="l" t="t" r="r" b="b"/>
              <a:pathLst>
                <a:path w="774700" h="1102360">
                  <a:moveTo>
                    <a:pt x="152400" y="1101509"/>
                  </a:moveTo>
                  <a:lnTo>
                    <a:pt x="0" y="1101509"/>
                  </a:lnTo>
                  <a:lnTo>
                    <a:pt x="0" y="1102233"/>
                  </a:lnTo>
                  <a:lnTo>
                    <a:pt x="152400" y="1102233"/>
                  </a:lnTo>
                  <a:lnTo>
                    <a:pt x="152400" y="1101509"/>
                  </a:lnTo>
                  <a:close/>
                </a:path>
                <a:path w="774700" h="1102360">
                  <a:moveTo>
                    <a:pt x="359778" y="230428"/>
                  </a:moveTo>
                  <a:lnTo>
                    <a:pt x="207378" y="230428"/>
                  </a:lnTo>
                  <a:lnTo>
                    <a:pt x="207378" y="238709"/>
                  </a:lnTo>
                  <a:lnTo>
                    <a:pt x="359778" y="238709"/>
                  </a:lnTo>
                  <a:lnTo>
                    <a:pt x="359778" y="230428"/>
                  </a:lnTo>
                  <a:close/>
                </a:path>
                <a:path w="774700" h="1102360">
                  <a:moveTo>
                    <a:pt x="567143" y="977087"/>
                  </a:moveTo>
                  <a:lnTo>
                    <a:pt x="414743" y="977087"/>
                  </a:lnTo>
                  <a:lnTo>
                    <a:pt x="414743" y="1102233"/>
                  </a:lnTo>
                  <a:lnTo>
                    <a:pt x="567143" y="1102233"/>
                  </a:lnTo>
                  <a:lnTo>
                    <a:pt x="567143" y="977087"/>
                  </a:lnTo>
                  <a:close/>
                </a:path>
                <a:path w="774700" h="1102360">
                  <a:moveTo>
                    <a:pt x="774509" y="0"/>
                  </a:moveTo>
                  <a:lnTo>
                    <a:pt x="622109" y="0"/>
                  </a:lnTo>
                  <a:lnTo>
                    <a:pt x="622109" y="356844"/>
                  </a:lnTo>
                  <a:lnTo>
                    <a:pt x="774509" y="356844"/>
                  </a:lnTo>
                  <a:lnTo>
                    <a:pt x="774509" y="0"/>
                  </a:lnTo>
                  <a:close/>
                </a:path>
              </a:pathLst>
            </a:custGeom>
            <a:solidFill>
              <a:srgbClr val="B4A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8" name="object 338"/>
            <p:cNvSpPr/>
            <p:nvPr/>
          </p:nvSpPr>
          <p:spPr>
            <a:xfrm>
              <a:off x="7766049" y="1281899"/>
              <a:ext cx="152400" cy="5715"/>
            </a:xfrm>
            <a:custGeom>
              <a:avLst/>
              <a:gdLst/>
              <a:ahLst/>
              <a:cxnLst/>
              <a:rect l="l" t="t" r="r" b="b"/>
              <a:pathLst>
                <a:path w="152400" h="5715">
                  <a:moveTo>
                    <a:pt x="152399" y="5298"/>
                  </a:moveTo>
                  <a:lnTo>
                    <a:pt x="0" y="5298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5298"/>
                  </a:lnTo>
                  <a:close/>
                </a:path>
              </a:pathLst>
            </a:custGeom>
            <a:solidFill>
              <a:srgbClr val="00DA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9" name="object 339"/>
            <p:cNvSpPr/>
            <p:nvPr/>
          </p:nvSpPr>
          <p:spPr>
            <a:xfrm>
              <a:off x="7973417" y="1996572"/>
              <a:ext cx="152400" cy="37465"/>
            </a:xfrm>
            <a:custGeom>
              <a:avLst/>
              <a:gdLst/>
              <a:ahLst/>
              <a:cxnLst/>
              <a:rect l="l" t="t" r="r" b="b"/>
              <a:pathLst>
                <a:path w="152400" h="37464">
                  <a:moveTo>
                    <a:pt x="152400" y="37284"/>
                  </a:moveTo>
                  <a:lnTo>
                    <a:pt x="0" y="37284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37284"/>
                  </a:lnTo>
                  <a:close/>
                </a:path>
              </a:pathLst>
            </a:custGeom>
            <a:solidFill>
              <a:srgbClr val="FF6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0" name="object 340"/>
            <p:cNvSpPr/>
            <p:nvPr/>
          </p:nvSpPr>
          <p:spPr>
            <a:xfrm>
              <a:off x="7973417" y="1965439"/>
              <a:ext cx="152400" cy="31750"/>
            </a:xfrm>
            <a:custGeom>
              <a:avLst/>
              <a:gdLst/>
              <a:ahLst/>
              <a:cxnLst/>
              <a:rect l="l" t="t" r="r" b="b"/>
              <a:pathLst>
                <a:path w="152400" h="31750">
                  <a:moveTo>
                    <a:pt x="152400" y="31133"/>
                  </a:moveTo>
                  <a:lnTo>
                    <a:pt x="0" y="31133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31133"/>
                  </a:lnTo>
                  <a:close/>
                </a:path>
              </a:pathLst>
            </a:custGeom>
            <a:solidFill>
              <a:srgbClr val="EC0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1" name="object 341"/>
            <p:cNvSpPr/>
            <p:nvPr/>
          </p:nvSpPr>
          <p:spPr>
            <a:xfrm>
              <a:off x="7766049" y="1114588"/>
              <a:ext cx="152400" cy="167640"/>
            </a:xfrm>
            <a:custGeom>
              <a:avLst/>
              <a:gdLst/>
              <a:ahLst/>
              <a:cxnLst/>
              <a:rect l="l" t="t" r="r" b="b"/>
              <a:pathLst>
                <a:path w="152400" h="167640">
                  <a:moveTo>
                    <a:pt x="152399" y="167310"/>
                  </a:moveTo>
                  <a:lnTo>
                    <a:pt x="0" y="167310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167310"/>
                  </a:lnTo>
                  <a:close/>
                </a:path>
              </a:pathLst>
            </a:custGeom>
            <a:solidFill>
              <a:srgbClr val="C84E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2" name="object 342"/>
            <p:cNvSpPr/>
            <p:nvPr/>
          </p:nvSpPr>
          <p:spPr>
            <a:xfrm>
              <a:off x="7351315" y="1000125"/>
              <a:ext cx="152400" cy="1158875"/>
            </a:xfrm>
            <a:custGeom>
              <a:avLst/>
              <a:gdLst/>
              <a:ahLst/>
              <a:cxnLst/>
              <a:rect l="l" t="t" r="r" b="b"/>
              <a:pathLst>
                <a:path w="152400" h="1158875">
                  <a:moveTo>
                    <a:pt x="152400" y="1158874"/>
                  </a:moveTo>
                  <a:lnTo>
                    <a:pt x="0" y="1158874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158874"/>
                  </a:lnTo>
                  <a:close/>
                </a:path>
              </a:pathLst>
            </a:custGeom>
            <a:solidFill>
              <a:srgbClr val="B500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3" name="object 343"/>
            <p:cNvSpPr/>
            <p:nvPr/>
          </p:nvSpPr>
          <p:spPr>
            <a:xfrm>
              <a:off x="7558671" y="1008773"/>
              <a:ext cx="567690" cy="1149985"/>
            </a:xfrm>
            <a:custGeom>
              <a:avLst/>
              <a:gdLst/>
              <a:ahLst/>
              <a:cxnLst/>
              <a:rect l="l" t="t" r="r" b="b"/>
              <a:pathLst>
                <a:path w="567690" h="1149985">
                  <a:moveTo>
                    <a:pt x="152400" y="0"/>
                  </a:moveTo>
                  <a:lnTo>
                    <a:pt x="0" y="0"/>
                  </a:lnTo>
                  <a:lnTo>
                    <a:pt x="0" y="1149515"/>
                  </a:lnTo>
                  <a:lnTo>
                    <a:pt x="152400" y="1149515"/>
                  </a:lnTo>
                  <a:lnTo>
                    <a:pt x="152400" y="0"/>
                  </a:lnTo>
                  <a:close/>
                </a:path>
                <a:path w="567690" h="1149985">
                  <a:moveTo>
                    <a:pt x="567143" y="47193"/>
                  </a:moveTo>
                  <a:lnTo>
                    <a:pt x="414743" y="47193"/>
                  </a:lnTo>
                  <a:lnTo>
                    <a:pt x="414743" y="956678"/>
                  </a:lnTo>
                  <a:lnTo>
                    <a:pt x="567143" y="956678"/>
                  </a:lnTo>
                  <a:lnTo>
                    <a:pt x="567143" y="47193"/>
                  </a:lnTo>
                  <a:close/>
                </a:path>
              </a:pathLst>
            </a:custGeom>
            <a:solidFill>
              <a:srgbClr val="6A59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4" name="object 344"/>
            <p:cNvSpPr/>
            <p:nvPr/>
          </p:nvSpPr>
          <p:spPr>
            <a:xfrm>
              <a:off x="7558682" y="1008625"/>
              <a:ext cx="152400" cy="635"/>
            </a:xfrm>
            <a:custGeom>
              <a:avLst/>
              <a:gdLst/>
              <a:ahLst/>
              <a:cxnLst/>
              <a:rect l="l" t="t" r="r" b="b"/>
              <a:pathLst>
                <a:path w="152400" h="634">
                  <a:moveTo>
                    <a:pt x="152400" y="142"/>
                  </a:moveTo>
                  <a:lnTo>
                    <a:pt x="0" y="142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42"/>
                  </a:lnTo>
                  <a:close/>
                </a:path>
              </a:pathLst>
            </a:custGeom>
            <a:solidFill>
              <a:srgbClr val="1A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5" name="object 345"/>
            <p:cNvSpPr/>
            <p:nvPr/>
          </p:nvSpPr>
          <p:spPr>
            <a:xfrm>
              <a:off x="7766049" y="1103588"/>
              <a:ext cx="152400" cy="11430"/>
            </a:xfrm>
            <a:custGeom>
              <a:avLst/>
              <a:gdLst/>
              <a:ahLst/>
              <a:cxnLst/>
              <a:rect l="l" t="t" r="r" b="b"/>
              <a:pathLst>
                <a:path w="152400" h="11430">
                  <a:moveTo>
                    <a:pt x="152399" y="10999"/>
                  </a:moveTo>
                  <a:lnTo>
                    <a:pt x="0" y="10999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10999"/>
                  </a:lnTo>
                  <a:close/>
                </a:path>
              </a:pathLst>
            </a:custGeom>
            <a:solidFill>
              <a:srgbClr val="5E64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6" name="object 346"/>
            <p:cNvSpPr/>
            <p:nvPr/>
          </p:nvSpPr>
          <p:spPr>
            <a:xfrm>
              <a:off x="7558671" y="1000137"/>
              <a:ext cx="774700" cy="103505"/>
            </a:xfrm>
            <a:custGeom>
              <a:avLst/>
              <a:gdLst/>
              <a:ahLst/>
              <a:cxnLst/>
              <a:rect l="l" t="t" r="r" b="b"/>
              <a:pathLst>
                <a:path w="774700" h="103505">
                  <a:moveTo>
                    <a:pt x="152400" y="1320"/>
                  </a:moveTo>
                  <a:lnTo>
                    <a:pt x="0" y="1320"/>
                  </a:lnTo>
                  <a:lnTo>
                    <a:pt x="0" y="8496"/>
                  </a:lnTo>
                  <a:lnTo>
                    <a:pt x="152400" y="8496"/>
                  </a:lnTo>
                  <a:lnTo>
                    <a:pt x="152400" y="1320"/>
                  </a:lnTo>
                  <a:close/>
                </a:path>
                <a:path w="774700" h="103505">
                  <a:moveTo>
                    <a:pt x="359778" y="4330"/>
                  </a:moveTo>
                  <a:lnTo>
                    <a:pt x="207378" y="4330"/>
                  </a:lnTo>
                  <a:lnTo>
                    <a:pt x="207378" y="103454"/>
                  </a:lnTo>
                  <a:lnTo>
                    <a:pt x="359778" y="103454"/>
                  </a:lnTo>
                  <a:lnTo>
                    <a:pt x="359778" y="4330"/>
                  </a:lnTo>
                  <a:close/>
                </a:path>
                <a:path w="774700" h="103505">
                  <a:moveTo>
                    <a:pt x="567143" y="6426"/>
                  </a:moveTo>
                  <a:lnTo>
                    <a:pt x="414743" y="6426"/>
                  </a:lnTo>
                  <a:lnTo>
                    <a:pt x="414743" y="55829"/>
                  </a:lnTo>
                  <a:lnTo>
                    <a:pt x="567143" y="55829"/>
                  </a:lnTo>
                  <a:lnTo>
                    <a:pt x="567143" y="6426"/>
                  </a:lnTo>
                  <a:close/>
                </a:path>
                <a:path w="774700" h="103505">
                  <a:moveTo>
                    <a:pt x="774509" y="0"/>
                  </a:moveTo>
                  <a:lnTo>
                    <a:pt x="622109" y="0"/>
                  </a:lnTo>
                  <a:lnTo>
                    <a:pt x="622109" y="56642"/>
                  </a:lnTo>
                  <a:lnTo>
                    <a:pt x="774509" y="56642"/>
                  </a:lnTo>
                  <a:lnTo>
                    <a:pt x="774509" y="0"/>
                  </a:lnTo>
                  <a:close/>
                </a:path>
              </a:pathLst>
            </a:custGeom>
            <a:solidFill>
              <a:srgbClr val="FEE2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7" name="object 347"/>
            <p:cNvSpPr/>
            <p:nvPr/>
          </p:nvSpPr>
          <p:spPr>
            <a:xfrm>
              <a:off x="7766050" y="1000137"/>
              <a:ext cx="360045" cy="6985"/>
            </a:xfrm>
            <a:custGeom>
              <a:avLst/>
              <a:gdLst/>
              <a:ahLst/>
              <a:cxnLst/>
              <a:rect l="l" t="t" r="r" b="b"/>
              <a:pathLst>
                <a:path w="360045" h="6984">
                  <a:moveTo>
                    <a:pt x="152400" y="0"/>
                  </a:moveTo>
                  <a:lnTo>
                    <a:pt x="0" y="0"/>
                  </a:lnTo>
                  <a:lnTo>
                    <a:pt x="0" y="4330"/>
                  </a:lnTo>
                  <a:lnTo>
                    <a:pt x="152400" y="4330"/>
                  </a:lnTo>
                  <a:lnTo>
                    <a:pt x="152400" y="0"/>
                  </a:lnTo>
                  <a:close/>
                </a:path>
                <a:path w="360045" h="6984">
                  <a:moveTo>
                    <a:pt x="359765" y="0"/>
                  </a:moveTo>
                  <a:lnTo>
                    <a:pt x="207365" y="0"/>
                  </a:lnTo>
                  <a:lnTo>
                    <a:pt x="207365" y="6426"/>
                  </a:lnTo>
                  <a:lnTo>
                    <a:pt x="359765" y="6426"/>
                  </a:lnTo>
                  <a:lnTo>
                    <a:pt x="359765" y="0"/>
                  </a:lnTo>
                  <a:close/>
                </a:path>
              </a:pathLst>
            </a:custGeom>
            <a:solidFill>
              <a:srgbClr val="A66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8" name="object 348"/>
            <p:cNvSpPr/>
            <p:nvPr/>
          </p:nvSpPr>
          <p:spPr>
            <a:xfrm>
              <a:off x="7558682" y="1000558"/>
              <a:ext cx="152400" cy="1270"/>
            </a:xfrm>
            <a:custGeom>
              <a:avLst/>
              <a:gdLst/>
              <a:ahLst/>
              <a:cxnLst/>
              <a:rect l="l" t="t" r="r" b="b"/>
              <a:pathLst>
                <a:path w="152400" h="1269">
                  <a:moveTo>
                    <a:pt x="152400" y="897"/>
                  </a:moveTo>
                  <a:lnTo>
                    <a:pt x="0" y="897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897"/>
                  </a:lnTo>
                  <a:close/>
                </a:path>
              </a:pathLst>
            </a:custGeom>
            <a:solidFill>
              <a:srgbClr val="3457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9" name="object 349"/>
            <p:cNvSpPr/>
            <p:nvPr/>
          </p:nvSpPr>
          <p:spPr>
            <a:xfrm>
              <a:off x="7558682" y="1000452"/>
              <a:ext cx="152400" cy="635"/>
            </a:xfrm>
            <a:custGeom>
              <a:avLst/>
              <a:gdLst/>
              <a:ahLst/>
              <a:cxnLst/>
              <a:rect l="l" t="t" r="r" b="b"/>
              <a:pathLst>
                <a:path w="152400" h="634">
                  <a:moveTo>
                    <a:pt x="152400" y="105"/>
                  </a:moveTo>
                  <a:lnTo>
                    <a:pt x="0" y="105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ABE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0" name="object 350"/>
            <p:cNvSpPr/>
            <p:nvPr/>
          </p:nvSpPr>
          <p:spPr>
            <a:xfrm>
              <a:off x="7558682" y="1000125"/>
              <a:ext cx="152400" cy="635"/>
            </a:xfrm>
            <a:custGeom>
              <a:avLst/>
              <a:gdLst/>
              <a:ahLst/>
              <a:cxnLst/>
              <a:rect l="l" t="t" r="r" b="b"/>
              <a:pathLst>
                <a:path w="152400" h="634">
                  <a:moveTo>
                    <a:pt x="152400" y="327"/>
                  </a:moveTo>
                  <a:lnTo>
                    <a:pt x="0" y="327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327"/>
                  </a:lnTo>
                  <a:close/>
                </a:path>
              </a:pathLst>
            </a:custGeom>
            <a:solidFill>
              <a:srgbClr val="A3B8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1" name="object 351"/>
          <p:cNvGrpSpPr/>
          <p:nvPr/>
        </p:nvGrpSpPr>
        <p:grpSpPr>
          <a:xfrm>
            <a:off x="6521846" y="1000125"/>
            <a:ext cx="152400" cy="1158875"/>
            <a:chOff x="6521846" y="1000125"/>
            <a:chExt cx="152400" cy="1158875"/>
          </a:xfrm>
        </p:grpSpPr>
        <p:sp>
          <p:nvSpPr>
            <p:cNvPr id="352" name="object 352"/>
            <p:cNvSpPr/>
            <p:nvPr/>
          </p:nvSpPr>
          <p:spPr>
            <a:xfrm>
              <a:off x="6521846" y="2155533"/>
              <a:ext cx="152400" cy="3810"/>
            </a:xfrm>
            <a:custGeom>
              <a:avLst/>
              <a:gdLst/>
              <a:ahLst/>
              <a:cxnLst/>
              <a:rect l="l" t="t" r="r" b="b"/>
              <a:pathLst>
                <a:path w="152400" h="3810">
                  <a:moveTo>
                    <a:pt x="152399" y="3466"/>
                  </a:moveTo>
                  <a:lnTo>
                    <a:pt x="0" y="3466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3466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3" name="object 353"/>
            <p:cNvSpPr/>
            <p:nvPr/>
          </p:nvSpPr>
          <p:spPr>
            <a:xfrm>
              <a:off x="6521846" y="2152849"/>
              <a:ext cx="152400" cy="3175"/>
            </a:xfrm>
            <a:custGeom>
              <a:avLst/>
              <a:gdLst/>
              <a:ahLst/>
              <a:cxnLst/>
              <a:rect l="l" t="t" r="r" b="b"/>
              <a:pathLst>
                <a:path w="152400" h="3175">
                  <a:moveTo>
                    <a:pt x="152399" y="2683"/>
                  </a:moveTo>
                  <a:lnTo>
                    <a:pt x="0" y="2683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2683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4" name="object 354"/>
            <p:cNvSpPr/>
            <p:nvPr/>
          </p:nvSpPr>
          <p:spPr>
            <a:xfrm>
              <a:off x="6521846" y="2151404"/>
              <a:ext cx="152400" cy="1905"/>
            </a:xfrm>
            <a:custGeom>
              <a:avLst/>
              <a:gdLst/>
              <a:ahLst/>
              <a:cxnLst/>
              <a:rect l="l" t="t" r="r" b="b"/>
              <a:pathLst>
                <a:path w="152400" h="1905">
                  <a:moveTo>
                    <a:pt x="152399" y="1444"/>
                  </a:moveTo>
                  <a:lnTo>
                    <a:pt x="0" y="1444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1444"/>
                  </a:lnTo>
                  <a:close/>
                </a:path>
              </a:pathLst>
            </a:custGeom>
            <a:solidFill>
              <a:srgbClr val="1A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5" name="object 355"/>
            <p:cNvSpPr/>
            <p:nvPr/>
          </p:nvSpPr>
          <p:spPr>
            <a:xfrm>
              <a:off x="6521846" y="2150402"/>
              <a:ext cx="152400" cy="1270"/>
            </a:xfrm>
            <a:custGeom>
              <a:avLst/>
              <a:gdLst/>
              <a:ahLst/>
              <a:cxnLst/>
              <a:rect l="l" t="t" r="r" b="b"/>
              <a:pathLst>
                <a:path w="152400" h="1269">
                  <a:moveTo>
                    <a:pt x="152399" y="1002"/>
                  </a:moveTo>
                  <a:lnTo>
                    <a:pt x="0" y="1002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1002"/>
                  </a:lnTo>
                  <a:close/>
                </a:path>
              </a:pathLst>
            </a:custGeom>
            <a:solidFill>
              <a:srgbClr val="409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6" name="object 356"/>
            <p:cNvSpPr/>
            <p:nvPr/>
          </p:nvSpPr>
          <p:spPr>
            <a:xfrm>
              <a:off x="6521846" y="2143162"/>
              <a:ext cx="152400" cy="7620"/>
            </a:xfrm>
            <a:custGeom>
              <a:avLst/>
              <a:gdLst/>
              <a:ahLst/>
              <a:cxnLst/>
              <a:rect l="l" t="t" r="r" b="b"/>
              <a:pathLst>
                <a:path w="152400" h="7619">
                  <a:moveTo>
                    <a:pt x="152399" y="7239"/>
                  </a:moveTo>
                  <a:lnTo>
                    <a:pt x="0" y="7239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7239"/>
                  </a:lnTo>
                  <a:close/>
                </a:path>
              </a:pathLst>
            </a:custGeom>
            <a:solidFill>
              <a:srgbClr val="B4A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7" name="object 357"/>
            <p:cNvSpPr/>
            <p:nvPr/>
          </p:nvSpPr>
          <p:spPr>
            <a:xfrm>
              <a:off x="6521846" y="2092806"/>
              <a:ext cx="152400" cy="50800"/>
            </a:xfrm>
            <a:custGeom>
              <a:avLst/>
              <a:gdLst/>
              <a:ahLst/>
              <a:cxnLst/>
              <a:rect l="l" t="t" r="r" b="b"/>
              <a:pathLst>
                <a:path w="152400" h="50800">
                  <a:moveTo>
                    <a:pt x="152399" y="50355"/>
                  </a:moveTo>
                  <a:lnTo>
                    <a:pt x="0" y="50355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50355"/>
                  </a:lnTo>
                  <a:close/>
                </a:path>
              </a:pathLst>
            </a:custGeom>
            <a:solidFill>
              <a:srgbClr val="5BD5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8" name="object 358"/>
            <p:cNvSpPr/>
            <p:nvPr/>
          </p:nvSpPr>
          <p:spPr>
            <a:xfrm>
              <a:off x="6521846" y="2092462"/>
              <a:ext cx="152400" cy="635"/>
            </a:xfrm>
            <a:custGeom>
              <a:avLst/>
              <a:gdLst/>
              <a:ahLst/>
              <a:cxnLst/>
              <a:rect l="l" t="t" r="r" b="b"/>
              <a:pathLst>
                <a:path w="152400" h="635">
                  <a:moveTo>
                    <a:pt x="152399" y="344"/>
                  </a:moveTo>
                  <a:lnTo>
                    <a:pt x="0" y="344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344"/>
                  </a:lnTo>
                  <a:close/>
                </a:path>
              </a:pathLst>
            </a:custGeom>
            <a:solidFill>
              <a:srgbClr val="0090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9" name="object 359"/>
            <p:cNvSpPr/>
            <p:nvPr/>
          </p:nvSpPr>
          <p:spPr>
            <a:xfrm>
              <a:off x="6521846" y="2091039"/>
              <a:ext cx="152400" cy="1905"/>
            </a:xfrm>
            <a:custGeom>
              <a:avLst/>
              <a:gdLst/>
              <a:ahLst/>
              <a:cxnLst/>
              <a:rect l="l" t="t" r="r" b="b"/>
              <a:pathLst>
                <a:path w="152400" h="1905">
                  <a:moveTo>
                    <a:pt x="152399" y="1422"/>
                  </a:moveTo>
                  <a:lnTo>
                    <a:pt x="0" y="1422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1422"/>
                  </a:lnTo>
                  <a:close/>
                </a:path>
              </a:pathLst>
            </a:custGeom>
            <a:solidFill>
              <a:srgbClr val="FF6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0" name="object 360"/>
            <p:cNvSpPr/>
            <p:nvPr/>
          </p:nvSpPr>
          <p:spPr>
            <a:xfrm>
              <a:off x="6521846" y="2090874"/>
              <a:ext cx="152400" cy="635"/>
            </a:xfrm>
            <a:custGeom>
              <a:avLst/>
              <a:gdLst/>
              <a:ahLst/>
              <a:cxnLst/>
              <a:rect l="l" t="t" r="r" b="b"/>
              <a:pathLst>
                <a:path w="152400" h="635">
                  <a:moveTo>
                    <a:pt x="152399" y="164"/>
                  </a:moveTo>
                  <a:lnTo>
                    <a:pt x="0" y="164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164"/>
                  </a:lnTo>
                  <a:close/>
                </a:path>
              </a:pathLst>
            </a:custGeom>
            <a:solidFill>
              <a:srgbClr val="996F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1" name="object 361"/>
            <p:cNvSpPr/>
            <p:nvPr/>
          </p:nvSpPr>
          <p:spPr>
            <a:xfrm>
              <a:off x="6521846" y="1334557"/>
              <a:ext cx="152400" cy="756920"/>
            </a:xfrm>
            <a:custGeom>
              <a:avLst/>
              <a:gdLst/>
              <a:ahLst/>
              <a:cxnLst/>
              <a:rect l="l" t="t" r="r" b="b"/>
              <a:pathLst>
                <a:path w="152400" h="756919">
                  <a:moveTo>
                    <a:pt x="152399" y="756317"/>
                  </a:moveTo>
                  <a:lnTo>
                    <a:pt x="0" y="756317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756317"/>
                  </a:lnTo>
                  <a:close/>
                </a:path>
              </a:pathLst>
            </a:custGeom>
            <a:solidFill>
              <a:srgbClr val="C84E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2" name="object 362"/>
            <p:cNvSpPr/>
            <p:nvPr/>
          </p:nvSpPr>
          <p:spPr>
            <a:xfrm>
              <a:off x="6521846" y="1329542"/>
              <a:ext cx="152400" cy="5080"/>
            </a:xfrm>
            <a:custGeom>
              <a:avLst/>
              <a:gdLst/>
              <a:ahLst/>
              <a:cxnLst/>
              <a:rect l="l" t="t" r="r" b="b"/>
              <a:pathLst>
                <a:path w="152400" h="5080">
                  <a:moveTo>
                    <a:pt x="152399" y="5015"/>
                  </a:moveTo>
                  <a:lnTo>
                    <a:pt x="0" y="5015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5015"/>
                  </a:lnTo>
                  <a:close/>
                </a:path>
              </a:pathLst>
            </a:custGeom>
            <a:solidFill>
              <a:srgbClr val="450E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3" name="object 363"/>
            <p:cNvSpPr/>
            <p:nvPr/>
          </p:nvSpPr>
          <p:spPr>
            <a:xfrm>
              <a:off x="6521846" y="1329239"/>
              <a:ext cx="152400" cy="635"/>
            </a:xfrm>
            <a:custGeom>
              <a:avLst/>
              <a:gdLst/>
              <a:ahLst/>
              <a:cxnLst/>
              <a:rect l="l" t="t" r="r" b="b"/>
              <a:pathLst>
                <a:path w="152400" h="634">
                  <a:moveTo>
                    <a:pt x="152399" y="302"/>
                  </a:moveTo>
                  <a:lnTo>
                    <a:pt x="0" y="302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302"/>
                  </a:lnTo>
                  <a:close/>
                </a:path>
              </a:pathLst>
            </a:custGeom>
            <a:solidFill>
              <a:srgbClr val="B500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4" name="object 364"/>
            <p:cNvSpPr/>
            <p:nvPr/>
          </p:nvSpPr>
          <p:spPr>
            <a:xfrm>
              <a:off x="6521846" y="1328943"/>
              <a:ext cx="152400" cy="635"/>
            </a:xfrm>
            <a:custGeom>
              <a:avLst/>
              <a:gdLst/>
              <a:ahLst/>
              <a:cxnLst/>
              <a:rect l="l" t="t" r="r" b="b"/>
              <a:pathLst>
                <a:path w="152400" h="634">
                  <a:moveTo>
                    <a:pt x="152399" y="295"/>
                  </a:moveTo>
                  <a:lnTo>
                    <a:pt x="0" y="295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295"/>
                  </a:lnTo>
                  <a:close/>
                </a:path>
              </a:pathLst>
            </a:custGeom>
            <a:solidFill>
              <a:srgbClr val="B913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5" name="object 365"/>
            <p:cNvSpPr/>
            <p:nvPr/>
          </p:nvSpPr>
          <p:spPr>
            <a:xfrm>
              <a:off x="6521846" y="1328538"/>
              <a:ext cx="152400" cy="635"/>
            </a:xfrm>
            <a:custGeom>
              <a:avLst/>
              <a:gdLst/>
              <a:ahLst/>
              <a:cxnLst/>
              <a:rect l="l" t="t" r="r" b="b"/>
              <a:pathLst>
                <a:path w="152400" h="634">
                  <a:moveTo>
                    <a:pt x="152399" y="405"/>
                  </a:moveTo>
                  <a:lnTo>
                    <a:pt x="0" y="405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405"/>
                  </a:lnTo>
                  <a:close/>
                </a:path>
              </a:pathLst>
            </a:custGeom>
            <a:solidFill>
              <a:srgbClr val="373C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6" name="object 366"/>
            <p:cNvSpPr/>
            <p:nvPr/>
          </p:nvSpPr>
          <p:spPr>
            <a:xfrm>
              <a:off x="6521846" y="1322932"/>
              <a:ext cx="152400" cy="5715"/>
            </a:xfrm>
            <a:custGeom>
              <a:avLst/>
              <a:gdLst/>
              <a:ahLst/>
              <a:cxnLst/>
              <a:rect l="l" t="t" r="r" b="b"/>
              <a:pathLst>
                <a:path w="152400" h="5715">
                  <a:moveTo>
                    <a:pt x="152399" y="5605"/>
                  </a:moveTo>
                  <a:lnTo>
                    <a:pt x="0" y="5605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5605"/>
                  </a:lnTo>
                  <a:close/>
                </a:path>
              </a:pathLst>
            </a:custGeom>
            <a:solidFill>
              <a:srgbClr val="FEE2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7" name="object 367"/>
            <p:cNvSpPr/>
            <p:nvPr/>
          </p:nvSpPr>
          <p:spPr>
            <a:xfrm>
              <a:off x="6521846" y="1303853"/>
              <a:ext cx="152400" cy="19685"/>
            </a:xfrm>
            <a:custGeom>
              <a:avLst/>
              <a:gdLst/>
              <a:ahLst/>
              <a:cxnLst/>
              <a:rect l="l" t="t" r="r" b="b"/>
              <a:pathLst>
                <a:path w="152400" h="19684">
                  <a:moveTo>
                    <a:pt x="152399" y="19079"/>
                  </a:moveTo>
                  <a:lnTo>
                    <a:pt x="0" y="19079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19079"/>
                  </a:lnTo>
                  <a:close/>
                </a:path>
              </a:pathLst>
            </a:custGeom>
            <a:solidFill>
              <a:srgbClr val="FABE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8" name="object 368"/>
            <p:cNvSpPr/>
            <p:nvPr/>
          </p:nvSpPr>
          <p:spPr>
            <a:xfrm>
              <a:off x="6521846" y="1301407"/>
              <a:ext cx="152400" cy="2540"/>
            </a:xfrm>
            <a:custGeom>
              <a:avLst/>
              <a:gdLst/>
              <a:ahLst/>
              <a:cxnLst/>
              <a:rect l="l" t="t" r="r" b="b"/>
              <a:pathLst>
                <a:path w="152400" h="2540">
                  <a:moveTo>
                    <a:pt x="152399" y="2446"/>
                  </a:moveTo>
                  <a:lnTo>
                    <a:pt x="0" y="2446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2446"/>
                  </a:lnTo>
                  <a:close/>
                </a:path>
              </a:pathLst>
            </a:custGeom>
            <a:solidFill>
              <a:srgbClr val="B586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9" name="object 369"/>
            <p:cNvSpPr/>
            <p:nvPr/>
          </p:nvSpPr>
          <p:spPr>
            <a:xfrm>
              <a:off x="6521846" y="1000125"/>
              <a:ext cx="152400" cy="301625"/>
            </a:xfrm>
            <a:custGeom>
              <a:avLst/>
              <a:gdLst/>
              <a:ahLst/>
              <a:cxnLst/>
              <a:rect l="l" t="t" r="r" b="b"/>
              <a:pathLst>
                <a:path w="152400" h="301625">
                  <a:moveTo>
                    <a:pt x="152399" y="301282"/>
                  </a:moveTo>
                  <a:lnTo>
                    <a:pt x="0" y="301282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301282"/>
                  </a:lnTo>
                  <a:close/>
                </a:path>
              </a:pathLst>
            </a:custGeom>
            <a:solidFill>
              <a:srgbClr val="A69A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0" name="object 370"/>
          <p:cNvGrpSpPr/>
          <p:nvPr/>
        </p:nvGrpSpPr>
        <p:grpSpPr>
          <a:xfrm>
            <a:off x="6729214" y="1000125"/>
            <a:ext cx="567690" cy="1158875"/>
            <a:chOff x="6729214" y="1000125"/>
            <a:chExt cx="567690" cy="1158875"/>
          </a:xfrm>
        </p:grpSpPr>
        <p:sp>
          <p:nvSpPr>
            <p:cNvPr id="371" name="object 371"/>
            <p:cNvSpPr/>
            <p:nvPr/>
          </p:nvSpPr>
          <p:spPr>
            <a:xfrm>
              <a:off x="6936581" y="2074351"/>
              <a:ext cx="152400" cy="85090"/>
            </a:xfrm>
            <a:custGeom>
              <a:avLst/>
              <a:gdLst/>
              <a:ahLst/>
              <a:cxnLst/>
              <a:rect l="l" t="t" r="r" b="b"/>
              <a:pathLst>
                <a:path w="152400" h="85089">
                  <a:moveTo>
                    <a:pt x="152400" y="84648"/>
                  </a:moveTo>
                  <a:lnTo>
                    <a:pt x="0" y="84648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84648"/>
                  </a:lnTo>
                  <a:close/>
                </a:path>
              </a:pathLst>
            </a:custGeom>
            <a:solidFill>
              <a:srgbClr val="E66B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2" name="object 372"/>
            <p:cNvSpPr/>
            <p:nvPr/>
          </p:nvSpPr>
          <p:spPr>
            <a:xfrm>
              <a:off x="7143948" y="2158027"/>
              <a:ext cx="152400" cy="1270"/>
            </a:xfrm>
            <a:custGeom>
              <a:avLst/>
              <a:gdLst/>
              <a:ahLst/>
              <a:cxnLst/>
              <a:rect l="l" t="t" r="r" b="b"/>
              <a:pathLst>
                <a:path w="152400" h="1269">
                  <a:moveTo>
                    <a:pt x="152400" y="973"/>
                  </a:moveTo>
                  <a:lnTo>
                    <a:pt x="0" y="973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973"/>
                  </a:lnTo>
                  <a:close/>
                </a:path>
              </a:pathLst>
            </a:custGeom>
            <a:solidFill>
              <a:srgbClr val="FFA0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3" name="object 373"/>
            <p:cNvSpPr/>
            <p:nvPr/>
          </p:nvSpPr>
          <p:spPr>
            <a:xfrm>
              <a:off x="6729214" y="2158351"/>
              <a:ext cx="152400" cy="1270"/>
            </a:xfrm>
            <a:custGeom>
              <a:avLst/>
              <a:gdLst/>
              <a:ahLst/>
              <a:cxnLst/>
              <a:rect l="l" t="t" r="r" b="b"/>
              <a:pathLst>
                <a:path w="152400" h="1269">
                  <a:moveTo>
                    <a:pt x="152399" y="648"/>
                  </a:moveTo>
                  <a:lnTo>
                    <a:pt x="0" y="648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648"/>
                  </a:lnTo>
                  <a:close/>
                </a:path>
              </a:pathLst>
            </a:custGeom>
            <a:solidFill>
              <a:srgbClr val="F472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4" name="object 374"/>
            <p:cNvSpPr/>
            <p:nvPr/>
          </p:nvSpPr>
          <p:spPr>
            <a:xfrm>
              <a:off x="6729209" y="2133282"/>
              <a:ext cx="567690" cy="25400"/>
            </a:xfrm>
            <a:custGeom>
              <a:avLst/>
              <a:gdLst/>
              <a:ahLst/>
              <a:cxnLst/>
              <a:rect l="l" t="t" r="r" b="b"/>
              <a:pathLst>
                <a:path w="567690" h="25400">
                  <a:moveTo>
                    <a:pt x="152400" y="0"/>
                  </a:moveTo>
                  <a:lnTo>
                    <a:pt x="0" y="0"/>
                  </a:lnTo>
                  <a:lnTo>
                    <a:pt x="0" y="25069"/>
                  </a:lnTo>
                  <a:lnTo>
                    <a:pt x="152400" y="25069"/>
                  </a:lnTo>
                  <a:lnTo>
                    <a:pt x="152400" y="0"/>
                  </a:lnTo>
                  <a:close/>
                </a:path>
                <a:path w="567690" h="25400">
                  <a:moveTo>
                    <a:pt x="567131" y="24650"/>
                  </a:moveTo>
                  <a:lnTo>
                    <a:pt x="414731" y="24650"/>
                  </a:lnTo>
                  <a:lnTo>
                    <a:pt x="567131" y="24752"/>
                  </a:lnTo>
                  <a:close/>
                </a:path>
              </a:pathLst>
            </a:custGeom>
            <a:solidFill>
              <a:srgbClr val="B4A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5" name="object 375"/>
            <p:cNvSpPr/>
            <p:nvPr/>
          </p:nvSpPr>
          <p:spPr>
            <a:xfrm>
              <a:off x="6729214" y="2035573"/>
              <a:ext cx="152400" cy="97790"/>
            </a:xfrm>
            <a:custGeom>
              <a:avLst/>
              <a:gdLst/>
              <a:ahLst/>
              <a:cxnLst/>
              <a:rect l="l" t="t" r="r" b="b"/>
              <a:pathLst>
                <a:path w="152400" h="97789">
                  <a:moveTo>
                    <a:pt x="152399" y="97702"/>
                  </a:moveTo>
                  <a:lnTo>
                    <a:pt x="0" y="97702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97702"/>
                  </a:lnTo>
                  <a:close/>
                </a:path>
              </a:pathLst>
            </a:custGeom>
            <a:solidFill>
              <a:srgbClr val="C3A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6" name="object 376"/>
            <p:cNvSpPr/>
            <p:nvPr/>
          </p:nvSpPr>
          <p:spPr>
            <a:xfrm>
              <a:off x="6729209" y="2034920"/>
              <a:ext cx="360045" cy="40005"/>
            </a:xfrm>
            <a:custGeom>
              <a:avLst/>
              <a:gdLst/>
              <a:ahLst/>
              <a:cxnLst/>
              <a:rect l="l" t="t" r="r" b="b"/>
              <a:pathLst>
                <a:path w="360045" h="40005">
                  <a:moveTo>
                    <a:pt x="152400" y="0"/>
                  </a:moveTo>
                  <a:lnTo>
                    <a:pt x="0" y="0"/>
                  </a:lnTo>
                  <a:lnTo>
                    <a:pt x="0" y="660"/>
                  </a:lnTo>
                  <a:lnTo>
                    <a:pt x="152400" y="660"/>
                  </a:lnTo>
                  <a:lnTo>
                    <a:pt x="152400" y="0"/>
                  </a:lnTo>
                  <a:close/>
                </a:path>
                <a:path w="360045" h="40005">
                  <a:moveTo>
                    <a:pt x="359765" y="38188"/>
                  </a:moveTo>
                  <a:lnTo>
                    <a:pt x="207365" y="38188"/>
                  </a:lnTo>
                  <a:lnTo>
                    <a:pt x="207365" y="39433"/>
                  </a:lnTo>
                  <a:lnTo>
                    <a:pt x="359765" y="39433"/>
                  </a:lnTo>
                  <a:lnTo>
                    <a:pt x="359765" y="38188"/>
                  </a:lnTo>
                  <a:close/>
                </a:path>
              </a:pathLst>
            </a:custGeom>
            <a:solidFill>
              <a:srgbClr val="FF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7" name="object 377"/>
            <p:cNvSpPr/>
            <p:nvPr/>
          </p:nvSpPr>
          <p:spPr>
            <a:xfrm>
              <a:off x="6729214" y="2032416"/>
              <a:ext cx="152400" cy="2540"/>
            </a:xfrm>
            <a:custGeom>
              <a:avLst/>
              <a:gdLst/>
              <a:ahLst/>
              <a:cxnLst/>
              <a:rect l="l" t="t" r="r" b="b"/>
              <a:pathLst>
                <a:path w="152400" h="2539">
                  <a:moveTo>
                    <a:pt x="152399" y="2503"/>
                  </a:moveTo>
                  <a:lnTo>
                    <a:pt x="0" y="2503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2503"/>
                  </a:lnTo>
                  <a:close/>
                </a:path>
              </a:pathLst>
            </a:custGeom>
            <a:solidFill>
              <a:srgbClr val="9900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8" name="object 378"/>
            <p:cNvSpPr/>
            <p:nvPr/>
          </p:nvSpPr>
          <p:spPr>
            <a:xfrm>
              <a:off x="6729214" y="2030523"/>
              <a:ext cx="152400" cy="1905"/>
            </a:xfrm>
            <a:custGeom>
              <a:avLst/>
              <a:gdLst/>
              <a:ahLst/>
              <a:cxnLst/>
              <a:rect l="l" t="t" r="r" b="b"/>
              <a:pathLst>
                <a:path w="152400" h="1905">
                  <a:moveTo>
                    <a:pt x="152399" y="1893"/>
                  </a:moveTo>
                  <a:lnTo>
                    <a:pt x="0" y="1893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1893"/>
                  </a:lnTo>
                  <a:close/>
                </a:path>
              </a:pathLst>
            </a:custGeom>
            <a:solidFill>
              <a:srgbClr val="C84E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9" name="object 379"/>
            <p:cNvSpPr/>
            <p:nvPr/>
          </p:nvSpPr>
          <p:spPr>
            <a:xfrm>
              <a:off x="6729214" y="2025345"/>
              <a:ext cx="152400" cy="5715"/>
            </a:xfrm>
            <a:custGeom>
              <a:avLst/>
              <a:gdLst/>
              <a:ahLst/>
              <a:cxnLst/>
              <a:rect l="l" t="t" r="r" b="b"/>
              <a:pathLst>
                <a:path w="152400" h="5714">
                  <a:moveTo>
                    <a:pt x="152399" y="5178"/>
                  </a:moveTo>
                  <a:lnTo>
                    <a:pt x="0" y="5178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5178"/>
                  </a:lnTo>
                  <a:close/>
                </a:path>
              </a:pathLst>
            </a:custGeom>
            <a:solidFill>
              <a:srgbClr val="6A59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0" name="object 380"/>
            <p:cNvSpPr/>
            <p:nvPr/>
          </p:nvSpPr>
          <p:spPr>
            <a:xfrm>
              <a:off x="6729209" y="2018880"/>
              <a:ext cx="360045" cy="54610"/>
            </a:xfrm>
            <a:custGeom>
              <a:avLst/>
              <a:gdLst/>
              <a:ahLst/>
              <a:cxnLst/>
              <a:rect l="l" t="t" r="r" b="b"/>
              <a:pathLst>
                <a:path w="360045" h="54610">
                  <a:moveTo>
                    <a:pt x="152400" y="0"/>
                  </a:moveTo>
                  <a:lnTo>
                    <a:pt x="0" y="0"/>
                  </a:lnTo>
                  <a:lnTo>
                    <a:pt x="0" y="6464"/>
                  </a:lnTo>
                  <a:lnTo>
                    <a:pt x="152400" y="6464"/>
                  </a:lnTo>
                  <a:lnTo>
                    <a:pt x="152400" y="0"/>
                  </a:lnTo>
                  <a:close/>
                </a:path>
                <a:path w="360045" h="54610">
                  <a:moveTo>
                    <a:pt x="359765" y="54038"/>
                  </a:moveTo>
                  <a:lnTo>
                    <a:pt x="207365" y="54038"/>
                  </a:lnTo>
                  <a:lnTo>
                    <a:pt x="207365" y="54229"/>
                  </a:lnTo>
                  <a:lnTo>
                    <a:pt x="359765" y="54229"/>
                  </a:lnTo>
                  <a:lnTo>
                    <a:pt x="359765" y="54038"/>
                  </a:lnTo>
                  <a:close/>
                </a:path>
              </a:pathLst>
            </a:custGeom>
            <a:solidFill>
              <a:srgbClr val="373C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1" name="object 381"/>
            <p:cNvSpPr/>
            <p:nvPr/>
          </p:nvSpPr>
          <p:spPr>
            <a:xfrm>
              <a:off x="6936581" y="2072336"/>
              <a:ext cx="152400" cy="635"/>
            </a:xfrm>
            <a:custGeom>
              <a:avLst/>
              <a:gdLst/>
              <a:ahLst/>
              <a:cxnLst/>
              <a:rect l="l" t="t" r="r" b="b"/>
              <a:pathLst>
                <a:path w="152400" h="635">
                  <a:moveTo>
                    <a:pt x="152400" y="572"/>
                  </a:moveTo>
                  <a:lnTo>
                    <a:pt x="0" y="572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572"/>
                  </a:lnTo>
                  <a:close/>
                </a:path>
              </a:pathLst>
            </a:custGeom>
            <a:solidFill>
              <a:srgbClr val="FDB0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2" name="object 382"/>
            <p:cNvSpPr/>
            <p:nvPr/>
          </p:nvSpPr>
          <p:spPr>
            <a:xfrm>
              <a:off x="6729209" y="2007006"/>
              <a:ext cx="567690" cy="151130"/>
            </a:xfrm>
            <a:custGeom>
              <a:avLst/>
              <a:gdLst/>
              <a:ahLst/>
              <a:cxnLst/>
              <a:rect l="l" t="t" r="r" b="b"/>
              <a:pathLst>
                <a:path w="567690" h="151130">
                  <a:moveTo>
                    <a:pt x="152400" y="0"/>
                  </a:moveTo>
                  <a:lnTo>
                    <a:pt x="0" y="0"/>
                  </a:lnTo>
                  <a:lnTo>
                    <a:pt x="0" y="11874"/>
                  </a:lnTo>
                  <a:lnTo>
                    <a:pt x="152400" y="11874"/>
                  </a:lnTo>
                  <a:lnTo>
                    <a:pt x="152400" y="0"/>
                  </a:lnTo>
                  <a:close/>
                </a:path>
                <a:path w="567690" h="151130">
                  <a:moveTo>
                    <a:pt x="359765" y="29133"/>
                  </a:moveTo>
                  <a:lnTo>
                    <a:pt x="207365" y="29133"/>
                  </a:lnTo>
                  <a:lnTo>
                    <a:pt x="207365" y="65341"/>
                  </a:lnTo>
                  <a:lnTo>
                    <a:pt x="359765" y="65341"/>
                  </a:lnTo>
                  <a:lnTo>
                    <a:pt x="359765" y="29133"/>
                  </a:lnTo>
                  <a:close/>
                </a:path>
                <a:path w="567690" h="151130">
                  <a:moveTo>
                    <a:pt x="567131" y="23926"/>
                  </a:moveTo>
                  <a:lnTo>
                    <a:pt x="414731" y="23926"/>
                  </a:lnTo>
                  <a:lnTo>
                    <a:pt x="414731" y="150926"/>
                  </a:lnTo>
                  <a:lnTo>
                    <a:pt x="567131" y="150926"/>
                  </a:lnTo>
                  <a:lnTo>
                    <a:pt x="567131" y="23926"/>
                  </a:lnTo>
                  <a:close/>
                </a:path>
              </a:pathLst>
            </a:custGeom>
            <a:solidFill>
              <a:srgbClr val="FEE2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3" name="object 383"/>
            <p:cNvSpPr/>
            <p:nvPr/>
          </p:nvSpPr>
          <p:spPr>
            <a:xfrm>
              <a:off x="6729214" y="2005609"/>
              <a:ext cx="152400" cy="1905"/>
            </a:xfrm>
            <a:custGeom>
              <a:avLst/>
              <a:gdLst/>
              <a:ahLst/>
              <a:cxnLst/>
              <a:rect l="l" t="t" r="r" b="b"/>
              <a:pathLst>
                <a:path w="152400" h="1905">
                  <a:moveTo>
                    <a:pt x="152399" y="1389"/>
                  </a:moveTo>
                  <a:lnTo>
                    <a:pt x="0" y="1389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1389"/>
                  </a:lnTo>
                  <a:close/>
                </a:path>
              </a:pathLst>
            </a:custGeom>
            <a:solidFill>
              <a:srgbClr val="DECF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4" name="object 384"/>
            <p:cNvSpPr/>
            <p:nvPr/>
          </p:nvSpPr>
          <p:spPr>
            <a:xfrm>
              <a:off x="6936581" y="2035064"/>
              <a:ext cx="152400" cy="1270"/>
            </a:xfrm>
            <a:custGeom>
              <a:avLst/>
              <a:gdLst/>
              <a:ahLst/>
              <a:cxnLst/>
              <a:rect l="l" t="t" r="r" b="b"/>
              <a:pathLst>
                <a:path w="152400" h="1269">
                  <a:moveTo>
                    <a:pt x="152400" y="1073"/>
                  </a:moveTo>
                  <a:lnTo>
                    <a:pt x="0" y="1073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073"/>
                  </a:lnTo>
                  <a:close/>
                </a:path>
              </a:pathLst>
            </a:custGeom>
            <a:solidFill>
              <a:srgbClr val="5E64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5" name="object 385"/>
            <p:cNvSpPr/>
            <p:nvPr/>
          </p:nvSpPr>
          <p:spPr>
            <a:xfrm>
              <a:off x="6729209" y="2002535"/>
              <a:ext cx="567690" cy="28575"/>
            </a:xfrm>
            <a:custGeom>
              <a:avLst/>
              <a:gdLst/>
              <a:ahLst/>
              <a:cxnLst/>
              <a:rect l="l" t="t" r="r" b="b"/>
              <a:pathLst>
                <a:path w="567690" h="28575">
                  <a:moveTo>
                    <a:pt x="152400" y="0"/>
                  </a:moveTo>
                  <a:lnTo>
                    <a:pt x="0" y="0"/>
                  </a:lnTo>
                  <a:lnTo>
                    <a:pt x="0" y="3073"/>
                  </a:lnTo>
                  <a:lnTo>
                    <a:pt x="152400" y="3073"/>
                  </a:lnTo>
                  <a:lnTo>
                    <a:pt x="152400" y="0"/>
                  </a:lnTo>
                  <a:close/>
                </a:path>
                <a:path w="567690" h="28575">
                  <a:moveTo>
                    <a:pt x="567131" y="28105"/>
                  </a:moveTo>
                  <a:lnTo>
                    <a:pt x="414731" y="28105"/>
                  </a:lnTo>
                  <a:lnTo>
                    <a:pt x="414731" y="28397"/>
                  </a:lnTo>
                  <a:lnTo>
                    <a:pt x="567131" y="28397"/>
                  </a:lnTo>
                  <a:lnTo>
                    <a:pt x="567131" y="28105"/>
                  </a:lnTo>
                  <a:close/>
                </a:path>
              </a:pathLst>
            </a:custGeom>
            <a:solidFill>
              <a:srgbClr val="FABE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6" name="object 386"/>
            <p:cNvSpPr/>
            <p:nvPr/>
          </p:nvSpPr>
          <p:spPr>
            <a:xfrm>
              <a:off x="6729209" y="1000137"/>
              <a:ext cx="360045" cy="1035050"/>
            </a:xfrm>
            <a:custGeom>
              <a:avLst/>
              <a:gdLst/>
              <a:ahLst/>
              <a:cxnLst/>
              <a:rect l="l" t="t" r="r" b="b"/>
              <a:pathLst>
                <a:path w="360045" h="1035050">
                  <a:moveTo>
                    <a:pt x="152400" y="0"/>
                  </a:moveTo>
                  <a:lnTo>
                    <a:pt x="0" y="0"/>
                  </a:lnTo>
                  <a:lnTo>
                    <a:pt x="0" y="1002398"/>
                  </a:lnTo>
                  <a:lnTo>
                    <a:pt x="152400" y="1002398"/>
                  </a:lnTo>
                  <a:lnTo>
                    <a:pt x="152400" y="0"/>
                  </a:lnTo>
                  <a:close/>
                </a:path>
                <a:path w="360045" h="1035050">
                  <a:moveTo>
                    <a:pt x="359765" y="0"/>
                  </a:moveTo>
                  <a:lnTo>
                    <a:pt x="207365" y="0"/>
                  </a:lnTo>
                  <a:lnTo>
                    <a:pt x="207365" y="1034935"/>
                  </a:lnTo>
                  <a:lnTo>
                    <a:pt x="359765" y="1034935"/>
                  </a:lnTo>
                  <a:lnTo>
                    <a:pt x="359765" y="0"/>
                  </a:lnTo>
                  <a:close/>
                </a:path>
              </a:pathLst>
            </a:custGeom>
            <a:solidFill>
              <a:srgbClr val="C8F4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7" name="object 387"/>
            <p:cNvSpPr/>
            <p:nvPr/>
          </p:nvSpPr>
          <p:spPr>
            <a:xfrm>
              <a:off x="7143948" y="1000125"/>
              <a:ext cx="152400" cy="1030605"/>
            </a:xfrm>
            <a:custGeom>
              <a:avLst/>
              <a:gdLst/>
              <a:ahLst/>
              <a:cxnLst/>
              <a:rect l="l" t="t" r="r" b="b"/>
              <a:pathLst>
                <a:path w="152400" h="1030605">
                  <a:moveTo>
                    <a:pt x="152400" y="1030513"/>
                  </a:moveTo>
                  <a:lnTo>
                    <a:pt x="0" y="1030513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030513"/>
                  </a:lnTo>
                  <a:close/>
                </a:path>
              </a:pathLst>
            </a:custGeom>
            <a:solidFill>
              <a:srgbClr val="A69A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8" name="object 388"/>
          <p:cNvGrpSpPr/>
          <p:nvPr/>
        </p:nvGrpSpPr>
        <p:grpSpPr>
          <a:xfrm>
            <a:off x="6434137" y="2944812"/>
            <a:ext cx="1995805" cy="85725"/>
            <a:chOff x="6434137" y="2944812"/>
            <a:chExt cx="1995805" cy="85725"/>
          </a:xfrm>
        </p:grpSpPr>
        <p:sp>
          <p:nvSpPr>
            <p:cNvPr id="389" name="object 389"/>
            <p:cNvSpPr/>
            <p:nvPr/>
          </p:nvSpPr>
          <p:spPr>
            <a:xfrm>
              <a:off x="6438900" y="2949575"/>
              <a:ext cx="1990725" cy="76200"/>
            </a:xfrm>
            <a:custGeom>
              <a:avLst/>
              <a:gdLst/>
              <a:ahLst/>
              <a:cxnLst/>
              <a:rect l="l" t="t" r="r" b="b"/>
              <a:pathLst>
                <a:path w="1990725" h="76200">
                  <a:moveTo>
                    <a:pt x="1957677" y="76199"/>
                  </a:moveTo>
                  <a:lnTo>
                    <a:pt x="33047" y="76199"/>
                  </a:lnTo>
                  <a:lnTo>
                    <a:pt x="28187" y="75233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100" y="0"/>
                  </a:lnTo>
                  <a:lnTo>
                    <a:pt x="1957677" y="0"/>
                  </a:lnTo>
                  <a:lnTo>
                    <a:pt x="1989758" y="28187"/>
                  </a:lnTo>
                  <a:lnTo>
                    <a:pt x="1990724" y="33047"/>
                  </a:lnTo>
                  <a:lnTo>
                    <a:pt x="1990724" y="43152"/>
                  </a:lnTo>
                  <a:lnTo>
                    <a:pt x="1962537" y="75233"/>
                  </a:lnTo>
                  <a:lnTo>
                    <a:pt x="1957677" y="76199"/>
                  </a:lnTo>
                  <a:close/>
                </a:path>
              </a:pathLst>
            </a:custGeom>
            <a:solidFill>
              <a:srgbClr val="E1E1E1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0" name="object 390"/>
            <p:cNvSpPr/>
            <p:nvPr/>
          </p:nvSpPr>
          <p:spPr>
            <a:xfrm>
              <a:off x="6438900" y="2949575"/>
              <a:ext cx="593090" cy="76200"/>
            </a:xfrm>
            <a:custGeom>
              <a:avLst/>
              <a:gdLst/>
              <a:ahLst/>
              <a:cxnLst/>
              <a:rect l="l" t="t" r="r" b="b"/>
              <a:pathLst>
                <a:path w="593090" h="76200">
                  <a:moveTo>
                    <a:pt x="559509" y="76199"/>
                  </a:moveTo>
                  <a:lnTo>
                    <a:pt x="33047" y="76199"/>
                  </a:lnTo>
                  <a:lnTo>
                    <a:pt x="28187" y="75233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100" y="0"/>
                  </a:lnTo>
                  <a:lnTo>
                    <a:pt x="559509" y="0"/>
                  </a:lnTo>
                  <a:lnTo>
                    <a:pt x="591590" y="28187"/>
                  </a:lnTo>
                  <a:lnTo>
                    <a:pt x="592556" y="33047"/>
                  </a:lnTo>
                  <a:lnTo>
                    <a:pt x="592556" y="43152"/>
                  </a:lnTo>
                  <a:lnTo>
                    <a:pt x="564369" y="75233"/>
                  </a:lnTo>
                  <a:lnTo>
                    <a:pt x="559509" y="76199"/>
                  </a:lnTo>
                  <a:close/>
                </a:path>
              </a:pathLst>
            </a:custGeom>
            <a:solidFill>
              <a:srgbClr val="000000">
                <a:alpha val="2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1" name="object 391"/>
            <p:cNvSpPr/>
            <p:nvPr/>
          </p:nvSpPr>
          <p:spPr>
            <a:xfrm>
              <a:off x="6438900" y="2949575"/>
              <a:ext cx="593090" cy="76200"/>
            </a:xfrm>
            <a:custGeom>
              <a:avLst/>
              <a:gdLst/>
              <a:ahLst/>
              <a:cxnLst/>
              <a:rect l="l" t="t" r="r" b="b"/>
              <a:pathLst>
                <a:path w="593090" h="76200">
                  <a:moveTo>
                    <a:pt x="38100" y="0"/>
                  </a:moveTo>
                  <a:lnTo>
                    <a:pt x="554456" y="0"/>
                  </a:lnTo>
                  <a:lnTo>
                    <a:pt x="559509" y="0"/>
                  </a:lnTo>
                  <a:lnTo>
                    <a:pt x="564369" y="966"/>
                  </a:lnTo>
                  <a:lnTo>
                    <a:pt x="589656" y="23519"/>
                  </a:lnTo>
                  <a:lnTo>
                    <a:pt x="591590" y="28187"/>
                  </a:lnTo>
                  <a:lnTo>
                    <a:pt x="592556" y="33047"/>
                  </a:lnTo>
                  <a:lnTo>
                    <a:pt x="592556" y="38100"/>
                  </a:lnTo>
                  <a:lnTo>
                    <a:pt x="592556" y="43152"/>
                  </a:lnTo>
                  <a:lnTo>
                    <a:pt x="569037" y="73299"/>
                  </a:lnTo>
                  <a:lnTo>
                    <a:pt x="554456" y="76200"/>
                  </a:lnTo>
                  <a:lnTo>
                    <a:pt x="38100" y="76200"/>
                  </a:lnTo>
                  <a:lnTo>
                    <a:pt x="33047" y="76199"/>
                  </a:lnTo>
                  <a:lnTo>
                    <a:pt x="28187" y="75233"/>
                  </a:lnTo>
                  <a:lnTo>
                    <a:pt x="23519" y="73299"/>
                  </a:lnTo>
                  <a:lnTo>
                    <a:pt x="18851" y="71366"/>
                  </a:lnTo>
                  <a:lnTo>
                    <a:pt x="0" y="43152"/>
                  </a:lnTo>
                  <a:lnTo>
                    <a:pt x="0" y="38100"/>
                  </a:lnTo>
                  <a:lnTo>
                    <a:pt x="0" y="33047"/>
                  </a:lnTo>
                  <a:lnTo>
                    <a:pt x="11159" y="11159"/>
                  </a:lnTo>
                  <a:lnTo>
                    <a:pt x="14731" y="7586"/>
                  </a:lnTo>
                  <a:lnTo>
                    <a:pt x="18851" y="4833"/>
                  </a:lnTo>
                  <a:lnTo>
                    <a:pt x="23519" y="2900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10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92" name="object 39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49060" y="735838"/>
            <a:ext cx="95249" cy="95249"/>
          </a:xfrm>
          <a:prstGeom prst="rect">
            <a:avLst/>
          </a:prstGeom>
        </p:spPr>
      </p:pic>
      <p:pic>
        <p:nvPicPr>
          <p:cNvPr id="393" name="object 39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15784" y="735838"/>
            <a:ext cx="95249" cy="95249"/>
          </a:xfrm>
          <a:prstGeom prst="rect">
            <a:avLst/>
          </a:prstGeom>
        </p:spPr>
      </p:pic>
      <p:pic>
        <p:nvPicPr>
          <p:cNvPr id="394" name="object 39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39659" y="735838"/>
            <a:ext cx="95249" cy="95249"/>
          </a:xfrm>
          <a:prstGeom prst="rect">
            <a:avLst/>
          </a:prstGeom>
        </p:spPr>
      </p:pic>
      <p:sp>
        <p:nvSpPr>
          <p:cNvPr id="395" name="object 395"/>
          <p:cNvSpPr txBox="1"/>
          <p:nvPr/>
        </p:nvSpPr>
        <p:spPr>
          <a:xfrm>
            <a:off x="5845175" y="190563"/>
            <a:ext cx="2402840" cy="887094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355"/>
              </a:spcBef>
            </a:pPr>
            <a:r>
              <a:rPr sz="1400" spc="-35" dirty="0">
                <a:solidFill>
                  <a:srgbClr val="252423"/>
                </a:solidFill>
                <a:latin typeface="Trebuchet MS"/>
                <a:cs typeface="Trebuchet MS"/>
              </a:rPr>
              <a:t>Sum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105" dirty="0">
                <a:solidFill>
                  <a:srgbClr val="252423"/>
                </a:solidFill>
                <a:latin typeface="Trebuchet MS"/>
                <a:cs typeface="Trebuchet MS"/>
              </a:rPr>
              <a:t>of</a:t>
            </a:r>
            <a:r>
              <a:rPr sz="1400" spc="-7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90" dirty="0">
                <a:solidFill>
                  <a:srgbClr val="252423"/>
                </a:solidFill>
                <a:latin typeface="Trebuchet MS"/>
                <a:cs typeface="Trebuchet MS"/>
              </a:rPr>
              <a:t>totvotpoll</a:t>
            </a:r>
            <a:r>
              <a:rPr sz="1400" spc="-75" dirty="0">
                <a:solidFill>
                  <a:srgbClr val="252423"/>
                </a:solidFill>
                <a:latin typeface="Trebuchet MS"/>
                <a:cs typeface="Trebuchet MS"/>
              </a:rPr>
              <a:t> by 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st_name</a:t>
            </a:r>
            <a:r>
              <a:rPr sz="1400" spc="-75" dirty="0">
                <a:solidFill>
                  <a:srgbClr val="252423"/>
                </a:solidFill>
                <a:latin typeface="Trebuchet MS"/>
                <a:cs typeface="Trebuchet MS"/>
              </a:rPr>
              <a:t> and </a:t>
            </a:r>
            <a:r>
              <a:rPr sz="1400" spc="-10" dirty="0">
                <a:solidFill>
                  <a:srgbClr val="252423"/>
                </a:solidFill>
                <a:latin typeface="Trebuchet MS"/>
                <a:cs typeface="Trebuchet MS"/>
              </a:rPr>
              <a:t>partyname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  <a:tabLst>
                <a:tab pos="719455" algn="l"/>
                <a:tab pos="1182370" algn="l"/>
                <a:tab pos="1710689" algn="l"/>
              </a:tabLst>
            </a:pPr>
            <a:r>
              <a:rPr sz="1000" b="1" spc="-10" dirty="0">
                <a:solidFill>
                  <a:srgbClr val="605D5C"/>
                </a:solidFill>
                <a:latin typeface="Segoe UI"/>
                <a:cs typeface="Segoe UI"/>
              </a:rPr>
              <a:t>partyn…</a:t>
            </a:r>
            <a:r>
              <a:rPr sz="1000" b="1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A</a:t>
            </a:r>
            <a:r>
              <a:rPr sz="1000" spc="-1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S</a:t>
            </a:r>
            <a:r>
              <a:rPr sz="1000" spc="-1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000" spc="-50" dirty="0">
                <a:solidFill>
                  <a:srgbClr val="605D5C"/>
                </a:solidFill>
                <a:latin typeface="Segoe UI"/>
                <a:cs typeface="Segoe UI"/>
              </a:rPr>
              <a:t>P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	Aa</a:t>
            </a:r>
            <a:r>
              <a:rPr sz="1000" spc="-2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S</a:t>
            </a:r>
            <a:r>
              <a:rPr sz="1000" spc="-1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000" spc="-50" dirty="0">
                <a:solidFill>
                  <a:srgbClr val="605D5C"/>
                </a:solidFill>
                <a:latin typeface="Segoe UI"/>
                <a:cs typeface="Segoe UI"/>
              </a:rPr>
              <a:t>P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1000" spc="-20" dirty="0">
                <a:solidFill>
                  <a:srgbClr val="605D5C"/>
                </a:solidFill>
                <a:latin typeface="Segoe UI"/>
                <a:cs typeface="Segoe UI"/>
              </a:rPr>
              <a:t>AAAP</a:t>
            </a:r>
            <a:endParaRPr sz="1000">
              <a:latin typeface="Segoe UI"/>
              <a:cs typeface="Segoe UI"/>
            </a:endParaRPr>
          </a:p>
          <a:p>
            <a:pPr marL="219710">
              <a:lnSpc>
                <a:spcPct val="100000"/>
              </a:lnSpc>
              <a:spcBef>
                <a:spcPts val="575"/>
              </a:spcBef>
            </a:pP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100%</a:t>
            </a:r>
            <a:endParaRPr sz="900">
              <a:latin typeface="Segoe UI"/>
              <a:cs typeface="Segoe UI"/>
            </a:endParaRPr>
          </a:p>
        </p:txBody>
      </p:sp>
      <p:pic>
        <p:nvPicPr>
          <p:cNvPr id="396" name="object 39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251032" y="695325"/>
            <a:ext cx="90487" cy="161925"/>
          </a:xfrm>
          <a:prstGeom prst="rect">
            <a:avLst/>
          </a:prstGeom>
        </p:spPr>
      </p:pic>
      <p:sp>
        <p:nvSpPr>
          <p:cNvPr id="397" name="object 397"/>
          <p:cNvSpPr/>
          <p:nvPr/>
        </p:nvSpPr>
        <p:spPr>
          <a:xfrm>
            <a:off x="9201150" y="21590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4" y="9524"/>
                </a:moveTo>
                <a:lnTo>
                  <a:pt x="0" y="9524"/>
                </a:ln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8" name="object 398"/>
          <p:cNvSpPr/>
          <p:nvPr/>
        </p:nvSpPr>
        <p:spPr>
          <a:xfrm>
            <a:off x="9258300" y="21590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9" name="object 399"/>
          <p:cNvSpPr/>
          <p:nvPr/>
        </p:nvSpPr>
        <p:spPr>
          <a:xfrm>
            <a:off x="9486900" y="2159012"/>
            <a:ext cx="352425" cy="9525"/>
          </a:xfrm>
          <a:custGeom>
            <a:avLst/>
            <a:gdLst/>
            <a:ahLst/>
            <a:cxnLst/>
            <a:rect l="l" t="t" r="r" b="b"/>
            <a:pathLst>
              <a:path w="35242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35242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352425" h="95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352425" h="9525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  <a:path w="352425" h="9525">
                <a:moveTo>
                  <a:pt x="238125" y="0"/>
                </a:moveTo>
                <a:lnTo>
                  <a:pt x="228600" y="0"/>
                </a:lnTo>
                <a:lnTo>
                  <a:pt x="228600" y="9525"/>
                </a:lnTo>
                <a:lnTo>
                  <a:pt x="238125" y="9525"/>
                </a:lnTo>
                <a:lnTo>
                  <a:pt x="238125" y="0"/>
                </a:lnTo>
                <a:close/>
              </a:path>
              <a:path w="352425" h="9525">
                <a:moveTo>
                  <a:pt x="295275" y="0"/>
                </a:moveTo>
                <a:lnTo>
                  <a:pt x="285750" y="0"/>
                </a:lnTo>
                <a:lnTo>
                  <a:pt x="285750" y="9525"/>
                </a:lnTo>
                <a:lnTo>
                  <a:pt x="295275" y="9525"/>
                </a:lnTo>
                <a:lnTo>
                  <a:pt x="295275" y="0"/>
                </a:lnTo>
                <a:close/>
              </a:path>
              <a:path w="352425" h="9525">
                <a:moveTo>
                  <a:pt x="352425" y="0"/>
                </a:moveTo>
                <a:lnTo>
                  <a:pt x="342900" y="0"/>
                </a:lnTo>
                <a:lnTo>
                  <a:pt x="342900" y="9525"/>
                </a:lnTo>
                <a:lnTo>
                  <a:pt x="352425" y="9525"/>
                </a:lnTo>
                <a:lnTo>
                  <a:pt x="35242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0" name="object 400"/>
          <p:cNvSpPr/>
          <p:nvPr/>
        </p:nvSpPr>
        <p:spPr>
          <a:xfrm>
            <a:off x="9886950" y="2159012"/>
            <a:ext cx="180975" cy="9525"/>
          </a:xfrm>
          <a:custGeom>
            <a:avLst/>
            <a:gdLst/>
            <a:ahLst/>
            <a:cxnLst/>
            <a:rect l="l" t="t" r="r" b="b"/>
            <a:pathLst>
              <a:path w="18097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18097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180975" h="95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180975" h="9525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1" name="object 401"/>
          <p:cNvSpPr/>
          <p:nvPr/>
        </p:nvSpPr>
        <p:spPr>
          <a:xfrm>
            <a:off x="10115550" y="2159012"/>
            <a:ext cx="809625" cy="9525"/>
          </a:xfrm>
          <a:custGeom>
            <a:avLst/>
            <a:gdLst/>
            <a:ahLst/>
            <a:cxnLst/>
            <a:rect l="l" t="t" r="r" b="b"/>
            <a:pathLst>
              <a:path w="80962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80962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809625" h="95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  <a:path w="809625" h="9525">
                <a:moveTo>
                  <a:pt x="180975" y="0"/>
                </a:moveTo>
                <a:lnTo>
                  <a:pt x="171450" y="0"/>
                </a:lnTo>
                <a:lnTo>
                  <a:pt x="171450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  <a:path w="809625" h="9525">
                <a:moveTo>
                  <a:pt x="238125" y="0"/>
                </a:moveTo>
                <a:lnTo>
                  <a:pt x="228600" y="0"/>
                </a:lnTo>
                <a:lnTo>
                  <a:pt x="228600" y="9525"/>
                </a:lnTo>
                <a:lnTo>
                  <a:pt x="238125" y="9525"/>
                </a:lnTo>
                <a:lnTo>
                  <a:pt x="238125" y="0"/>
                </a:lnTo>
                <a:close/>
              </a:path>
              <a:path w="809625" h="9525">
                <a:moveTo>
                  <a:pt x="295275" y="0"/>
                </a:moveTo>
                <a:lnTo>
                  <a:pt x="285750" y="0"/>
                </a:lnTo>
                <a:lnTo>
                  <a:pt x="285750" y="9525"/>
                </a:lnTo>
                <a:lnTo>
                  <a:pt x="295275" y="9525"/>
                </a:lnTo>
                <a:lnTo>
                  <a:pt x="295275" y="0"/>
                </a:lnTo>
                <a:close/>
              </a:path>
              <a:path w="809625" h="9525">
                <a:moveTo>
                  <a:pt x="352425" y="0"/>
                </a:moveTo>
                <a:lnTo>
                  <a:pt x="342900" y="0"/>
                </a:lnTo>
                <a:lnTo>
                  <a:pt x="342900" y="9525"/>
                </a:lnTo>
                <a:lnTo>
                  <a:pt x="352425" y="9525"/>
                </a:lnTo>
                <a:lnTo>
                  <a:pt x="352425" y="0"/>
                </a:lnTo>
                <a:close/>
              </a:path>
              <a:path w="809625" h="9525">
                <a:moveTo>
                  <a:pt x="409575" y="0"/>
                </a:moveTo>
                <a:lnTo>
                  <a:pt x="400050" y="0"/>
                </a:lnTo>
                <a:lnTo>
                  <a:pt x="400050" y="9525"/>
                </a:lnTo>
                <a:lnTo>
                  <a:pt x="409575" y="9525"/>
                </a:lnTo>
                <a:lnTo>
                  <a:pt x="409575" y="0"/>
                </a:lnTo>
                <a:close/>
              </a:path>
              <a:path w="809625" h="9525">
                <a:moveTo>
                  <a:pt x="466725" y="0"/>
                </a:moveTo>
                <a:lnTo>
                  <a:pt x="457200" y="0"/>
                </a:lnTo>
                <a:lnTo>
                  <a:pt x="457200" y="9525"/>
                </a:lnTo>
                <a:lnTo>
                  <a:pt x="466725" y="9525"/>
                </a:lnTo>
                <a:lnTo>
                  <a:pt x="466725" y="0"/>
                </a:lnTo>
                <a:close/>
              </a:path>
              <a:path w="809625" h="9525">
                <a:moveTo>
                  <a:pt x="523875" y="0"/>
                </a:moveTo>
                <a:lnTo>
                  <a:pt x="514350" y="0"/>
                </a:lnTo>
                <a:lnTo>
                  <a:pt x="514350" y="9525"/>
                </a:lnTo>
                <a:lnTo>
                  <a:pt x="523875" y="9525"/>
                </a:lnTo>
                <a:lnTo>
                  <a:pt x="523875" y="0"/>
                </a:lnTo>
                <a:close/>
              </a:path>
              <a:path w="809625" h="9525">
                <a:moveTo>
                  <a:pt x="581025" y="0"/>
                </a:moveTo>
                <a:lnTo>
                  <a:pt x="571500" y="0"/>
                </a:lnTo>
                <a:lnTo>
                  <a:pt x="571500" y="9525"/>
                </a:lnTo>
                <a:lnTo>
                  <a:pt x="581025" y="9525"/>
                </a:lnTo>
                <a:lnTo>
                  <a:pt x="581025" y="0"/>
                </a:lnTo>
                <a:close/>
              </a:path>
              <a:path w="809625" h="9525">
                <a:moveTo>
                  <a:pt x="638175" y="0"/>
                </a:moveTo>
                <a:lnTo>
                  <a:pt x="628650" y="0"/>
                </a:lnTo>
                <a:lnTo>
                  <a:pt x="628650" y="9525"/>
                </a:lnTo>
                <a:lnTo>
                  <a:pt x="638175" y="9525"/>
                </a:lnTo>
                <a:lnTo>
                  <a:pt x="638175" y="0"/>
                </a:lnTo>
                <a:close/>
              </a:path>
              <a:path w="809625" h="9525">
                <a:moveTo>
                  <a:pt x="695325" y="0"/>
                </a:moveTo>
                <a:lnTo>
                  <a:pt x="685800" y="0"/>
                </a:lnTo>
                <a:lnTo>
                  <a:pt x="685800" y="9525"/>
                </a:lnTo>
                <a:lnTo>
                  <a:pt x="695325" y="9525"/>
                </a:lnTo>
                <a:lnTo>
                  <a:pt x="695325" y="0"/>
                </a:lnTo>
                <a:close/>
              </a:path>
              <a:path w="809625" h="9525">
                <a:moveTo>
                  <a:pt x="752475" y="0"/>
                </a:moveTo>
                <a:lnTo>
                  <a:pt x="742950" y="0"/>
                </a:lnTo>
                <a:lnTo>
                  <a:pt x="742950" y="9525"/>
                </a:lnTo>
                <a:lnTo>
                  <a:pt x="752475" y="9525"/>
                </a:lnTo>
                <a:lnTo>
                  <a:pt x="752475" y="0"/>
                </a:lnTo>
                <a:close/>
              </a:path>
              <a:path w="809625" h="9525">
                <a:moveTo>
                  <a:pt x="809625" y="0"/>
                </a:moveTo>
                <a:lnTo>
                  <a:pt x="800100" y="0"/>
                </a:lnTo>
                <a:lnTo>
                  <a:pt x="800100" y="9525"/>
                </a:lnTo>
                <a:lnTo>
                  <a:pt x="809625" y="9525"/>
                </a:lnTo>
                <a:lnTo>
                  <a:pt x="80962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2" name="object 402"/>
          <p:cNvSpPr/>
          <p:nvPr/>
        </p:nvSpPr>
        <p:spPr>
          <a:xfrm>
            <a:off x="10972800" y="2159012"/>
            <a:ext cx="123825" cy="9525"/>
          </a:xfrm>
          <a:custGeom>
            <a:avLst/>
            <a:gdLst/>
            <a:ahLst/>
            <a:cxnLst/>
            <a:rect l="l" t="t" r="r" b="b"/>
            <a:pathLst>
              <a:path w="12382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12382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  <a:path w="123825" h="9525">
                <a:moveTo>
                  <a:pt x="123825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23825" y="9525"/>
                </a:lnTo>
                <a:lnTo>
                  <a:pt x="12382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3" name="object 403"/>
          <p:cNvSpPr/>
          <p:nvPr/>
        </p:nvSpPr>
        <p:spPr>
          <a:xfrm>
            <a:off x="11144250" y="21590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4" name="object 404"/>
          <p:cNvSpPr/>
          <p:nvPr/>
        </p:nvSpPr>
        <p:spPr>
          <a:xfrm>
            <a:off x="9258300" y="1193279"/>
            <a:ext cx="180975" cy="975360"/>
          </a:xfrm>
          <a:custGeom>
            <a:avLst/>
            <a:gdLst/>
            <a:ahLst/>
            <a:cxnLst/>
            <a:rect l="l" t="t" r="r" b="b"/>
            <a:pathLst>
              <a:path w="180975" h="975360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180975" h="975360">
                <a:moveTo>
                  <a:pt x="66675" y="965733"/>
                </a:moveTo>
                <a:lnTo>
                  <a:pt x="57150" y="965733"/>
                </a:lnTo>
                <a:lnTo>
                  <a:pt x="57150" y="975258"/>
                </a:lnTo>
                <a:lnTo>
                  <a:pt x="66675" y="975258"/>
                </a:lnTo>
                <a:lnTo>
                  <a:pt x="66675" y="965733"/>
                </a:lnTo>
                <a:close/>
              </a:path>
              <a:path w="180975" h="975360">
                <a:moveTo>
                  <a:pt x="123825" y="965733"/>
                </a:moveTo>
                <a:lnTo>
                  <a:pt x="114300" y="965733"/>
                </a:lnTo>
                <a:lnTo>
                  <a:pt x="114300" y="975258"/>
                </a:lnTo>
                <a:lnTo>
                  <a:pt x="123825" y="975258"/>
                </a:lnTo>
                <a:lnTo>
                  <a:pt x="123825" y="965733"/>
                </a:lnTo>
                <a:close/>
              </a:path>
              <a:path w="180975" h="975360">
                <a:moveTo>
                  <a:pt x="180975" y="965733"/>
                </a:moveTo>
                <a:lnTo>
                  <a:pt x="171450" y="965733"/>
                </a:lnTo>
                <a:lnTo>
                  <a:pt x="171450" y="975258"/>
                </a:lnTo>
                <a:lnTo>
                  <a:pt x="180975" y="975258"/>
                </a:lnTo>
                <a:lnTo>
                  <a:pt x="180975" y="965733"/>
                </a:lnTo>
                <a:close/>
              </a:path>
              <a:path w="180975" h="975360">
                <a:moveTo>
                  <a:pt x="180975" y="0"/>
                </a:moveTo>
                <a:lnTo>
                  <a:pt x="178193" y="0"/>
                </a:lnTo>
                <a:lnTo>
                  <a:pt x="178193" y="9525"/>
                </a:lnTo>
                <a:lnTo>
                  <a:pt x="180975" y="9525"/>
                </a:lnTo>
                <a:lnTo>
                  <a:pt x="1809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5" name="object 405"/>
          <p:cNvSpPr txBox="1"/>
          <p:nvPr/>
        </p:nvSpPr>
        <p:spPr>
          <a:xfrm>
            <a:off x="8813254" y="2073374"/>
            <a:ext cx="3054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0.0bn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06" name="object 406"/>
          <p:cNvSpPr/>
          <p:nvPr/>
        </p:nvSpPr>
        <p:spPr>
          <a:xfrm>
            <a:off x="9201150" y="1193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4" y="9524"/>
                </a:moveTo>
                <a:lnTo>
                  <a:pt x="0" y="9524"/>
                </a:ln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7" name="object 407"/>
          <p:cNvSpPr/>
          <p:nvPr/>
        </p:nvSpPr>
        <p:spPr>
          <a:xfrm>
            <a:off x="9486900" y="1193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8" name="object 408"/>
          <p:cNvSpPr/>
          <p:nvPr/>
        </p:nvSpPr>
        <p:spPr>
          <a:xfrm>
            <a:off x="9544050" y="1193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9" name="object 409"/>
          <p:cNvSpPr/>
          <p:nvPr/>
        </p:nvSpPr>
        <p:spPr>
          <a:xfrm>
            <a:off x="9601200" y="1193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0" name="object 410"/>
          <p:cNvSpPr/>
          <p:nvPr/>
        </p:nvSpPr>
        <p:spPr>
          <a:xfrm>
            <a:off x="9658350" y="1193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1" name="object 411"/>
          <p:cNvSpPr/>
          <p:nvPr/>
        </p:nvSpPr>
        <p:spPr>
          <a:xfrm>
            <a:off x="9715500" y="1193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2" name="object 412"/>
          <p:cNvSpPr/>
          <p:nvPr/>
        </p:nvSpPr>
        <p:spPr>
          <a:xfrm>
            <a:off x="9772650" y="1193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3" name="object 413"/>
          <p:cNvSpPr/>
          <p:nvPr/>
        </p:nvSpPr>
        <p:spPr>
          <a:xfrm>
            <a:off x="9829800" y="1193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4" name="object 414"/>
          <p:cNvSpPr/>
          <p:nvPr/>
        </p:nvSpPr>
        <p:spPr>
          <a:xfrm>
            <a:off x="9886950" y="1193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5" name="object 415"/>
          <p:cNvSpPr/>
          <p:nvPr/>
        </p:nvSpPr>
        <p:spPr>
          <a:xfrm>
            <a:off x="9944100" y="1193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6" name="object 416"/>
          <p:cNvSpPr/>
          <p:nvPr/>
        </p:nvSpPr>
        <p:spPr>
          <a:xfrm>
            <a:off x="10001250" y="1193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7" name="object 417"/>
          <p:cNvSpPr/>
          <p:nvPr/>
        </p:nvSpPr>
        <p:spPr>
          <a:xfrm>
            <a:off x="10058400" y="1193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8" name="object 418"/>
          <p:cNvSpPr/>
          <p:nvPr/>
        </p:nvSpPr>
        <p:spPr>
          <a:xfrm>
            <a:off x="10115550" y="1193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9" name="object 419"/>
          <p:cNvSpPr/>
          <p:nvPr/>
        </p:nvSpPr>
        <p:spPr>
          <a:xfrm>
            <a:off x="10172700" y="1193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0" name="object 420"/>
          <p:cNvSpPr/>
          <p:nvPr/>
        </p:nvSpPr>
        <p:spPr>
          <a:xfrm>
            <a:off x="10229850" y="1193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1" name="object 421"/>
          <p:cNvSpPr/>
          <p:nvPr/>
        </p:nvSpPr>
        <p:spPr>
          <a:xfrm>
            <a:off x="10287000" y="1193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2" name="object 422"/>
          <p:cNvSpPr/>
          <p:nvPr/>
        </p:nvSpPr>
        <p:spPr>
          <a:xfrm>
            <a:off x="10344150" y="1193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3" name="object 423"/>
          <p:cNvSpPr/>
          <p:nvPr/>
        </p:nvSpPr>
        <p:spPr>
          <a:xfrm>
            <a:off x="10401300" y="1193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4" name="object 424"/>
          <p:cNvSpPr/>
          <p:nvPr/>
        </p:nvSpPr>
        <p:spPr>
          <a:xfrm>
            <a:off x="10458450" y="1193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5" name="object 425"/>
          <p:cNvSpPr/>
          <p:nvPr/>
        </p:nvSpPr>
        <p:spPr>
          <a:xfrm>
            <a:off x="10515600" y="1193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6" name="object 426"/>
          <p:cNvSpPr/>
          <p:nvPr/>
        </p:nvSpPr>
        <p:spPr>
          <a:xfrm>
            <a:off x="10572750" y="1193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7" name="object 427"/>
          <p:cNvSpPr/>
          <p:nvPr/>
        </p:nvSpPr>
        <p:spPr>
          <a:xfrm>
            <a:off x="10629900" y="1193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8" name="object 428"/>
          <p:cNvSpPr/>
          <p:nvPr/>
        </p:nvSpPr>
        <p:spPr>
          <a:xfrm>
            <a:off x="10687050" y="1193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9" name="object 429"/>
          <p:cNvSpPr/>
          <p:nvPr/>
        </p:nvSpPr>
        <p:spPr>
          <a:xfrm>
            <a:off x="10744200" y="1193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0" name="object 430"/>
          <p:cNvSpPr/>
          <p:nvPr/>
        </p:nvSpPr>
        <p:spPr>
          <a:xfrm>
            <a:off x="10801350" y="1193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1" name="object 431"/>
          <p:cNvSpPr/>
          <p:nvPr/>
        </p:nvSpPr>
        <p:spPr>
          <a:xfrm>
            <a:off x="10858500" y="1193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2" name="object 432"/>
          <p:cNvSpPr/>
          <p:nvPr/>
        </p:nvSpPr>
        <p:spPr>
          <a:xfrm>
            <a:off x="10915650" y="1193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3" name="object 433"/>
          <p:cNvSpPr/>
          <p:nvPr/>
        </p:nvSpPr>
        <p:spPr>
          <a:xfrm>
            <a:off x="10972800" y="1193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4" name="object 434"/>
          <p:cNvSpPr/>
          <p:nvPr/>
        </p:nvSpPr>
        <p:spPr>
          <a:xfrm>
            <a:off x="11029950" y="1193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5" name="object 435"/>
          <p:cNvSpPr/>
          <p:nvPr/>
        </p:nvSpPr>
        <p:spPr>
          <a:xfrm>
            <a:off x="11087100" y="1193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6" name="object 436"/>
          <p:cNvSpPr/>
          <p:nvPr/>
        </p:nvSpPr>
        <p:spPr>
          <a:xfrm>
            <a:off x="11144250" y="119327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4"/>
                </a:moveTo>
                <a:lnTo>
                  <a:pt x="0" y="9524"/>
                </a:lnTo>
                <a:lnTo>
                  <a:pt x="0" y="0"/>
                </a:lnTo>
                <a:lnTo>
                  <a:pt x="9525" y="0"/>
                </a:lnTo>
                <a:lnTo>
                  <a:pt x="9525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7" name="object 437"/>
          <p:cNvSpPr txBox="1"/>
          <p:nvPr/>
        </p:nvSpPr>
        <p:spPr>
          <a:xfrm>
            <a:off x="8813254" y="1107645"/>
            <a:ext cx="3054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0.5bn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38" name="object 438"/>
          <p:cNvSpPr txBox="1"/>
          <p:nvPr/>
        </p:nvSpPr>
        <p:spPr>
          <a:xfrm>
            <a:off x="8612496" y="1044053"/>
            <a:ext cx="177800" cy="107124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275"/>
              </a:lnSpc>
            </a:pPr>
            <a:r>
              <a:rPr sz="1200" spc="-30" dirty="0">
                <a:solidFill>
                  <a:srgbClr val="252423"/>
                </a:solidFill>
                <a:latin typeface="Trebuchet MS"/>
                <a:cs typeface="Trebuchet MS"/>
              </a:rPr>
              <a:t>Sum</a:t>
            </a:r>
            <a:r>
              <a:rPr sz="1200" spc="-7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200" spc="-95" dirty="0">
                <a:solidFill>
                  <a:srgbClr val="252423"/>
                </a:solidFill>
                <a:latin typeface="Trebuchet MS"/>
                <a:cs typeface="Trebuchet MS"/>
              </a:rPr>
              <a:t>of</a:t>
            </a:r>
            <a:r>
              <a:rPr sz="1200" spc="-7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200" spc="-75" dirty="0">
                <a:solidFill>
                  <a:srgbClr val="252423"/>
                </a:solidFill>
                <a:latin typeface="Trebuchet MS"/>
                <a:cs typeface="Trebuchet MS"/>
              </a:rPr>
              <a:t>totvotpoll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439" name="object 439"/>
          <p:cNvSpPr txBox="1"/>
          <p:nvPr/>
        </p:nvSpPr>
        <p:spPr>
          <a:xfrm>
            <a:off x="9271037" y="2206575"/>
            <a:ext cx="1836420" cy="523240"/>
          </a:xfrm>
          <a:prstGeom prst="rect">
            <a:avLst/>
          </a:prstGeom>
        </p:spPr>
        <p:txBody>
          <a:bodyPr vert="vert270" wrap="square" lIns="0" tIns="21590" rIns="0" bIns="0" rtlCol="0">
            <a:spAutoFit/>
          </a:bodyPr>
          <a:lstStyle/>
          <a:p>
            <a:pPr marL="81915">
              <a:lnSpc>
                <a:spcPct val="100000"/>
              </a:lnSpc>
              <a:spcBef>
                <a:spcPts val="170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Indian </a:t>
            </a: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…</a:t>
            </a:r>
            <a:endParaRPr sz="900">
              <a:latin typeface="Segoe UI"/>
              <a:cs typeface="Segoe UI"/>
            </a:endParaRPr>
          </a:p>
          <a:p>
            <a:pPr marL="18415">
              <a:lnSpc>
                <a:spcPct val="100000"/>
              </a:lnSpc>
              <a:spcBef>
                <a:spcPts val="555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Bharatiy…</a:t>
            </a:r>
            <a:endParaRPr sz="900">
              <a:latin typeface="Segoe UI"/>
              <a:cs typeface="Segoe UI"/>
            </a:endParaRPr>
          </a:p>
          <a:p>
            <a:pPr marL="339725" marR="5080" indent="-16510">
              <a:lnSpc>
                <a:spcPct val="151200"/>
              </a:lnSpc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INC BJP</a:t>
            </a:r>
            <a:endParaRPr sz="900">
              <a:latin typeface="Segoe UI"/>
              <a:cs typeface="Segoe UI"/>
            </a:endParaRPr>
          </a:p>
          <a:p>
            <a:pPr marL="12700" marR="5080" algn="just">
              <a:lnSpc>
                <a:spcPct val="151200"/>
              </a:lnSpc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Indepen… Commu… Indepen… Bhartiya… Bahujan…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440" name="object 440"/>
          <p:cNvGrpSpPr/>
          <p:nvPr/>
        </p:nvGrpSpPr>
        <p:grpSpPr>
          <a:xfrm>
            <a:off x="9491464" y="1953304"/>
            <a:ext cx="360045" cy="205740"/>
            <a:chOff x="9491464" y="1953304"/>
            <a:chExt cx="360045" cy="205740"/>
          </a:xfrm>
        </p:grpSpPr>
        <p:sp>
          <p:nvSpPr>
            <p:cNvPr id="441" name="object 441"/>
            <p:cNvSpPr/>
            <p:nvPr/>
          </p:nvSpPr>
          <p:spPr>
            <a:xfrm>
              <a:off x="9491459" y="2118372"/>
              <a:ext cx="360045" cy="40640"/>
            </a:xfrm>
            <a:custGeom>
              <a:avLst/>
              <a:gdLst/>
              <a:ahLst/>
              <a:cxnLst/>
              <a:rect l="l" t="t" r="r" b="b"/>
              <a:pathLst>
                <a:path w="360045" h="40639">
                  <a:moveTo>
                    <a:pt x="152400" y="34112"/>
                  </a:moveTo>
                  <a:lnTo>
                    <a:pt x="0" y="34112"/>
                  </a:lnTo>
                  <a:lnTo>
                    <a:pt x="0" y="40640"/>
                  </a:lnTo>
                  <a:lnTo>
                    <a:pt x="152400" y="40640"/>
                  </a:lnTo>
                  <a:lnTo>
                    <a:pt x="152400" y="34112"/>
                  </a:lnTo>
                  <a:close/>
                </a:path>
                <a:path w="360045" h="40639">
                  <a:moveTo>
                    <a:pt x="359765" y="0"/>
                  </a:moveTo>
                  <a:lnTo>
                    <a:pt x="207365" y="0"/>
                  </a:lnTo>
                  <a:lnTo>
                    <a:pt x="207365" y="40640"/>
                  </a:lnTo>
                  <a:lnTo>
                    <a:pt x="359765" y="40640"/>
                  </a:lnTo>
                  <a:lnTo>
                    <a:pt x="359765" y="0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2" name="object 442"/>
            <p:cNvSpPr/>
            <p:nvPr/>
          </p:nvSpPr>
          <p:spPr>
            <a:xfrm>
              <a:off x="9491459" y="2117318"/>
              <a:ext cx="360045" cy="35560"/>
            </a:xfrm>
            <a:custGeom>
              <a:avLst/>
              <a:gdLst/>
              <a:ahLst/>
              <a:cxnLst/>
              <a:rect l="l" t="t" r="r" b="b"/>
              <a:pathLst>
                <a:path w="360045" h="35560">
                  <a:moveTo>
                    <a:pt x="152400" y="34886"/>
                  </a:moveTo>
                  <a:lnTo>
                    <a:pt x="0" y="34886"/>
                  </a:lnTo>
                  <a:lnTo>
                    <a:pt x="0" y="35166"/>
                  </a:lnTo>
                  <a:lnTo>
                    <a:pt x="152400" y="35166"/>
                  </a:lnTo>
                  <a:lnTo>
                    <a:pt x="152400" y="34886"/>
                  </a:lnTo>
                  <a:close/>
                </a:path>
                <a:path w="360045" h="35560">
                  <a:moveTo>
                    <a:pt x="359765" y="0"/>
                  </a:moveTo>
                  <a:lnTo>
                    <a:pt x="207365" y="0"/>
                  </a:lnTo>
                  <a:lnTo>
                    <a:pt x="207365" y="1054"/>
                  </a:lnTo>
                  <a:lnTo>
                    <a:pt x="359765" y="1054"/>
                  </a:lnTo>
                  <a:lnTo>
                    <a:pt x="359765" y="0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3" name="object 443"/>
            <p:cNvSpPr/>
            <p:nvPr/>
          </p:nvSpPr>
          <p:spPr>
            <a:xfrm>
              <a:off x="9491459" y="2106828"/>
              <a:ext cx="360045" cy="45720"/>
            </a:xfrm>
            <a:custGeom>
              <a:avLst/>
              <a:gdLst/>
              <a:ahLst/>
              <a:cxnLst/>
              <a:rect l="l" t="t" r="r" b="b"/>
              <a:pathLst>
                <a:path w="360045" h="45719">
                  <a:moveTo>
                    <a:pt x="152400" y="40398"/>
                  </a:moveTo>
                  <a:lnTo>
                    <a:pt x="0" y="40398"/>
                  </a:lnTo>
                  <a:lnTo>
                    <a:pt x="0" y="45377"/>
                  </a:lnTo>
                  <a:lnTo>
                    <a:pt x="152400" y="45377"/>
                  </a:lnTo>
                  <a:lnTo>
                    <a:pt x="152400" y="40398"/>
                  </a:lnTo>
                  <a:close/>
                </a:path>
                <a:path w="360045" h="45719">
                  <a:moveTo>
                    <a:pt x="359765" y="0"/>
                  </a:moveTo>
                  <a:lnTo>
                    <a:pt x="207365" y="0"/>
                  </a:lnTo>
                  <a:lnTo>
                    <a:pt x="207365" y="10490"/>
                  </a:lnTo>
                  <a:lnTo>
                    <a:pt x="359765" y="10490"/>
                  </a:lnTo>
                  <a:lnTo>
                    <a:pt x="359765" y="0"/>
                  </a:lnTo>
                  <a:close/>
                </a:path>
              </a:pathLst>
            </a:custGeom>
            <a:solidFill>
              <a:srgbClr val="E66B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4" name="object 444"/>
            <p:cNvSpPr/>
            <p:nvPr/>
          </p:nvSpPr>
          <p:spPr>
            <a:xfrm>
              <a:off x="9491464" y="2102875"/>
              <a:ext cx="152400" cy="44450"/>
            </a:xfrm>
            <a:custGeom>
              <a:avLst/>
              <a:gdLst/>
              <a:ahLst/>
              <a:cxnLst/>
              <a:rect l="l" t="t" r="r" b="b"/>
              <a:pathLst>
                <a:path w="152400" h="44450">
                  <a:moveTo>
                    <a:pt x="152399" y="44343"/>
                  </a:moveTo>
                  <a:lnTo>
                    <a:pt x="0" y="44343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44343"/>
                  </a:lnTo>
                  <a:close/>
                </a:path>
              </a:pathLst>
            </a:custGeom>
            <a:solidFill>
              <a:srgbClr val="6A00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5" name="object 445"/>
            <p:cNvSpPr/>
            <p:nvPr/>
          </p:nvSpPr>
          <p:spPr>
            <a:xfrm>
              <a:off x="9491459" y="2088641"/>
              <a:ext cx="360045" cy="18415"/>
            </a:xfrm>
            <a:custGeom>
              <a:avLst/>
              <a:gdLst/>
              <a:ahLst/>
              <a:cxnLst/>
              <a:rect l="l" t="t" r="r" b="b"/>
              <a:pathLst>
                <a:path w="360045" h="18414">
                  <a:moveTo>
                    <a:pt x="152400" y="6921"/>
                  </a:moveTo>
                  <a:lnTo>
                    <a:pt x="0" y="6921"/>
                  </a:lnTo>
                  <a:lnTo>
                    <a:pt x="0" y="14236"/>
                  </a:lnTo>
                  <a:lnTo>
                    <a:pt x="152400" y="14236"/>
                  </a:lnTo>
                  <a:lnTo>
                    <a:pt x="152400" y="6921"/>
                  </a:lnTo>
                  <a:close/>
                </a:path>
                <a:path w="360045" h="18414">
                  <a:moveTo>
                    <a:pt x="359765" y="0"/>
                  </a:moveTo>
                  <a:lnTo>
                    <a:pt x="207365" y="0"/>
                  </a:lnTo>
                  <a:lnTo>
                    <a:pt x="207365" y="18186"/>
                  </a:lnTo>
                  <a:lnTo>
                    <a:pt x="359765" y="18186"/>
                  </a:lnTo>
                  <a:lnTo>
                    <a:pt x="359765" y="0"/>
                  </a:lnTo>
                  <a:close/>
                </a:path>
              </a:pathLst>
            </a:custGeom>
            <a:solidFill>
              <a:srgbClr val="DF44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6" name="object 446"/>
            <p:cNvSpPr/>
            <p:nvPr/>
          </p:nvSpPr>
          <p:spPr>
            <a:xfrm>
              <a:off x="9698831" y="2087684"/>
              <a:ext cx="152400" cy="1270"/>
            </a:xfrm>
            <a:custGeom>
              <a:avLst/>
              <a:gdLst/>
              <a:ahLst/>
              <a:cxnLst/>
              <a:rect l="l" t="t" r="r" b="b"/>
              <a:pathLst>
                <a:path w="152400" h="1269">
                  <a:moveTo>
                    <a:pt x="152400" y="947"/>
                  </a:moveTo>
                  <a:lnTo>
                    <a:pt x="0" y="947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947"/>
                  </a:lnTo>
                  <a:close/>
                </a:path>
              </a:pathLst>
            </a:custGeom>
            <a:solidFill>
              <a:srgbClr val="734E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7" name="object 447"/>
            <p:cNvSpPr/>
            <p:nvPr/>
          </p:nvSpPr>
          <p:spPr>
            <a:xfrm>
              <a:off x="9491459" y="2024100"/>
              <a:ext cx="360045" cy="71755"/>
            </a:xfrm>
            <a:custGeom>
              <a:avLst/>
              <a:gdLst/>
              <a:ahLst/>
              <a:cxnLst/>
              <a:rect l="l" t="t" r="r" b="b"/>
              <a:pathLst>
                <a:path w="360045" h="71755">
                  <a:moveTo>
                    <a:pt x="152400" y="0"/>
                  </a:moveTo>
                  <a:lnTo>
                    <a:pt x="0" y="0"/>
                  </a:lnTo>
                  <a:lnTo>
                    <a:pt x="0" y="71462"/>
                  </a:lnTo>
                  <a:lnTo>
                    <a:pt x="152400" y="71462"/>
                  </a:lnTo>
                  <a:lnTo>
                    <a:pt x="152400" y="0"/>
                  </a:lnTo>
                  <a:close/>
                </a:path>
                <a:path w="360045" h="71755">
                  <a:moveTo>
                    <a:pt x="359765" y="42976"/>
                  </a:moveTo>
                  <a:lnTo>
                    <a:pt x="207365" y="42976"/>
                  </a:lnTo>
                  <a:lnTo>
                    <a:pt x="207365" y="63588"/>
                  </a:lnTo>
                  <a:lnTo>
                    <a:pt x="359765" y="63588"/>
                  </a:lnTo>
                  <a:lnTo>
                    <a:pt x="359765" y="42976"/>
                  </a:lnTo>
                  <a:close/>
                </a:path>
              </a:pathLst>
            </a:custGeom>
            <a:solidFill>
              <a:srgbClr val="D9B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8" name="object 448"/>
            <p:cNvSpPr/>
            <p:nvPr/>
          </p:nvSpPr>
          <p:spPr>
            <a:xfrm>
              <a:off x="9491459" y="2019756"/>
              <a:ext cx="360045" cy="47625"/>
            </a:xfrm>
            <a:custGeom>
              <a:avLst/>
              <a:gdLst/>
              <a:ahLst/>
              <a:cxnLst/>
              <a:rect l="l" t="t" r="r" b="b"/>
              <a:pathLst>
                <a:path w="360045" h="47625">
                  <a:moveTo>
                    <a:pt x="152400" y="0"/>
                  </a:moveTo>
                  <a:lnTo>
                    <a:pt x="0" y="0"/>
                  </a:lnTo>
                  <a:lnTo>
                    <a:pt x="0" y="4343"/>
                  </a:lnTo>
                  <a:lnTo>
                    <a:pt x="152400" y="4343"/>
                  </a:lnTo>
                  <a:lnTo>
                    <a:pt x="152400" y="0"/>
                  </a:lnTo>
                  <a:close/>
                </a:path>
                <a:path w="360045" h="47625">
                  <a:moveTo>
                    <a:pt x="359765" y="35941"/>
                  </a:moveTo>
                  <a:lnTo>
                    <a:pt x="207365" y="35941"/>
                  </a:lnTo>
                  <a:lnTo>
                    <a:pt x="207365" y="47320"/>
                  </a:lnTo>
                  <a:lnTo>
                    <a:pt x="359765" y="47320"/>
                  </a:lnTo>
                  <a:lnTo>
                    <a:pt x="359765" y="35941"/>
                  </a:lnTo>
                  <a:close/>
                </a:path>
              </a:pathLst>
            </a:custGeom>
            <a:solidFill>
              <a:srgbClr val="D545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9" name="object 449"/>
            <p:cNvSpPr/>
            <p:nvPr/>
          </p:nvSpPr>
          <p:spPr>
            <a:xfrm>
              <a:off x="9491459" y="2012962"/>
              <a:ext cx="360045" cy="43180"/>
            </a:xfrm>
            <a:custGeom>
              <a:avLst/>
              <a:gdLst/>
              <a:ahLst/>
              <a:cxnLst/>
              <a:rect l="l" t="t" r="r" b="b"/>
              <a:pathLst>
                <a:path w="360045" h="43180">
                  <a:moveTo>
                    <a:pt x="152400" y="0"/>
                  </a:moveTo>
                  <a:lnTo>
                    <a:pt x="0" y="0"/>
                  </a:lnTo>
                  <a:lnTo>
                    <a:pt x="0" y="6794"/>
                  </a:lnTo>
                  <a:lnTo>
                    <a:pt x="152400" y="6794"/>
                  </a:lnTo>
                  <a:lnTo>
                    <a:pt x="152400" y="0"/>
                  </a:lnTo>
                  <a:close/>
                </a:path>
                <a:path w="360045" h="43180">
                  <a:moveTo>
                    <a:pt x="359765" y="39941"/>
                  </a:moveTo>
                  <a:lnTo>
                    <a:pt x="207365" y="39941"/>
                  </a:lnTo>
                  <a:lnTo>
                    <a:pt x="207365" y="42735"/>
                  </a:lnTo>
                  <a:lnTo>
                    <a:pt x="359765" y="42735"/>
                  </a:lnTo>
                  <a:lnTo>
                    <a:pt x="359765" y="39941"/>
                  </a:lnTo>
                  <a:close/>
                </a:path>
              </a:pathLst>
            </a:custGeom>
            <a:solidFill>
              <a:srgbClr val="1872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0" name="object 450"/>
            <p:cNvSpPr/>
            <p:nvPr/>
          </p:nvSpPr>
          <p:spPr>
            <a:xfrm>
              <a:off x="9491459" y="2012276"/>
              <a:ext cx="360045" cy="40640"/>
            </a:xfrm>
            <a:custGeom>
              <a:avLst/>
              <a:gdLst/>
              <a:ahLst/>
              <a:cxnLst/>
              <a:rect l="l" t="t" r="r" b="b"/>
              <a:pathLst>
                <a:path w="360045" h="40639">
                  <a:moveTo>
                    <a:pt x="152400" y="0"/>
                  </a:moveTo>
                  <a:lnTo>
                    <a:pt x="0" y="0"/>
                  </a:lnTo>
                  <a:lnTo>
                    <a:pt x="0" y="685"/>
                  </a:lnTo>
                  <a:lnTo>
                    <a:pt x="152400" y="685"/>
                  </a:lnTo>
                  <a:lnTo>
                    <a:pt x="152400" y="0"/>
                  </a:lnTo>
                  <a:close/>
                </a:path>
                <a:path w="360045" h="40639">
                  <a:moveTo>
                    <a:pt x="359765" y="37592"/>
                  </a:moveTo>
                  <a:lnTo>
                    <a:pt x="207365" y="37592"/>
                  </a:lnTo>
                  <a:lnTo>
                    <a:pt x="207365" y="40627"/>
                  </a:lnTo>
                  <a:lnTo>
                    <a:pt x="359765" y="40627"/>
                  </a:lnTo>
                  <a:lnTo>
                    <a:pt x="359765" y="37592"/>
                  </a:lnTo>
                  <a:close/>
                </a:path>
              </a:pathLst>
            </a:custGeom>
            <a:solidFill>
              <a:srgbClr val="1A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1" name="object 451"/>
            <p:cNvSpPr/>
            <p:nvPr/>
          </p:nvSpPr>
          <p:spPr>
            <a:xfrm>
              <a:off x="9698831" y="2041495"/>
              <a:ext cx="152400" cy="8890"/>
            </a:xfrm>
            <a:custGeom>
              <a:avLst/>
              <a:gdLst/>
              <a:ahLst/>
              <a:cxnLst/>
              <a:rect l="l" t="t" r="r" b="b"/>
              <a:pathLst>
                <a:path w="152400" h="8889">
                  <a:moveTo>
                    <a:pt x="152400" y="8367"/>
                  </a:moveTo>
                  <a:lnTo>
                    <a:pt x="0" y="8367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8367"/>
                  </a:lnTo>
                  <a:close/>
                </a:path>
              </a:pathLst>
            </a:custGeom>
            <a:solidFill>
              <a:srgbClr val="15C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2" name="object 452"/>
            <p:cNvSpPr/>
            <p:nvPr/>
          </p:nvSpPr>
          <p:spPr>
            <a:xfrm>
              <a:off x="9491459" y="1982850"/>
              <a:ext cx="360045" cy="59055"/>
            </a:xfrm>
            <a:custGeom>
              <a:avLst/>
              <a:gdLst/>
              <a:ahLst/>
              <a:cxnLst/>
              <a:rect l="l" t="t" r="r" b="b"/>
              <a:pathLst>
                <a:path w="360045" h="59055">
                  <a:moveTo>
                    <a:pt x="152400" y="0"/>
                  </a:moveTo>
                  <a:lnTo>
                    <a:pt x="0" y="0"/>
                  </a:lnTo>
                  <a:lnTo>
                    <a:pt x="0" y="29425"/>
                  </a:lnTo>
                  <a:lnTo>
                    <a:pt x="152400" y="29425"/>
                  </a:lnTo>
                  <a:lnTo>
                    <a:pt x="152400" y="0"/>
                  </a:lnTo>
                  <a:close/>
                </a:path>
                <a:path w="360045" h="59055">
                  <a:moveTo>
                    <a:pt x="359765" y="18935"/>
                  </a:moveTo>
                  <a:lnTo>
                    <a:pt x="207365" y="18935"/>
                  </a:lnTo>
                  <a:lnTo>
                    <a:pt x="207365" y="58648"/>
                  </a:lnTo>
                  <a:lnTo>
                    <a:pt x="359765" y="58648"/>
                  </a:lnTo>
                  <a:lnTo>
                    <a:pt x="359765" y="18935"/>
                  </a:lnTo>
                  <a:close/>
                </a:path>
              </a:pathLst>
            </a:custGeom>
            <a:solidFill>
              <a:srgbClr val="409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3" name="object 453"/>
            <p:cNvSpPr/>
            <p:nvPr/>
          </p:nvSpPr>
          <p:spPr>
            <a:xfrm>
              <a:off x="9491459" y="1978507"/>
              <a:ext cx="360045" cy="23495"/>
            </a:xfrm>
            <a:custGeom>
              <a:avLst/>
              <a:gdLst/>
              <a:ahLst/>
              <a:cxnLst/>
              <a:rect l="l" t="t" r="r" b="b"/>
              <a:pathLst>
                <a:path w="360045" h="23494">
                  <a:moveTo>
                    <a:pt x="152400" y="0"/>
                  </a:moveTo>
                  <a:lnTo>
                    <a:pt x="0" y="0"/>
                  </a:lnTo>
                  <a:lnTo>
                    <a:pt x="0" y="4343"/>
                  </a:lnTo>
                  <a:lnTo>
                    <a:pt x="152400" y="4343"/>
                  </a:lnTo>
                  <a:lnTo>
                    <a:pt x="152400" y="0"/>
                  </a:lnTo>
                  <a:close/>
                </a:path>
                <a:path w="360045" h="23494">
                  <a:moveTo>
                    <a:pt x="359765" y="14363"/>
                  </a:moveTo>
                  <a:lnTo>
                    <a:pt x="207365" y="14363"/>
                  </a:lnTo>
                  <a:lnTo>
                    <a:pt x="207365" y="23279"/>
                  </a:lnTo>
                  <a:lnTo>
                    <a:pt x="359765" y="23279"/>
                  </a:lnTo>
                  <a:lnTo>
                    <a:pt x="359765" y="14363"/>
                  </a:lnTo>
                  <a:close/>
                </a:path>
              </a:pathLst>
            </a:custGeom>
            <a:solidFill>
              <a:srgbClr val="FFA0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4" name="object 454"/>
            <p:cNvSpPr/>
            <p:nvPr/>
          </p:nvSpPr>
          <p:spPr>
            <a:xfrm>
              <a:off x="9698831" y="1953304"/>
              <a:ext cx="152400" cy="40005"/>
            </a:xfrm>
            <a:custGeom>
              <a:avLst/>
              <a:gdLst/>
              <a:ahLst/>
              <a:cxnLst/>
              <a:rect l="l" t="t" r="r" b="b"/>
              <a:pathLst>
                <a:path w="152400" h="40005">
                  <a:moveTo>
                    <a:pt x="152400" y="39566"/>
                  </a:moveTo>
                  <a:lnTo>
                    <a:pt x="0" y="39566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39566"/>
                  </a:lnTo>
                  <a:close/>
                </a:path>
              </a:pathLst>
            </a:custGeom>
            <a:solidFill>
              <a:srgbClr val="BE5C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55" name="object 455"/>
          <p:cNvGrpSpPr/>
          <p:nvPr/>
        </p:nvGrpSpPr>
        <p:grpSpPr>
          <a:xfrm>
            <a:off x="9906198" y="1952223"/>
            <a:ext cx="152400" cy="207010"/>
            <a:chOff x="9906198" y="1952223"/>
            <a:chExt cx="152400" cy="207010"/>
          </a:xfrm>
        </p:grpSpPr>
        <p:sp>
          <p:nvSpPr>
            <p:cNvPr id="456" name="object 456"/>
            <p:cNvSpPr/>
            <p:nvPr/>
          </p:nvSpPr>
          <p:spPr>
            <a:xfrm>
              <a:off x="9906198" y="2152794"/>
              <a:ext cx="152400" cy="6350"/>
            </a:xfrm>
            <a:custGeom>
              <a:avLst/>
              <a:gdLst/>
              <a:ahLst/>
              <a:cxnLst/>
              <a:rect l="l" t="t" r="r" b="b"/>
              <a:pathLst>
                <a:path w="152400" h="6350">
                  <a:moveTo>
                    <a:pt x="152400" y="6205"/>
                  </a:moveTo>
                  <a:lnTo>
                    <a:pt x="0" y="6205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6205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7" name="object 457"/>
            <p:cNvSpPr/>
            <p:nvPr/>
          </p:nvSpPr>
          <p:spPr>
            <a:xfrm>
              <a:off x="9906198" y="2152432"/>
              <a:ext cx="152400" cy="635"/>
            </a:xfrm>
            <a:custGeom>
              <a:avLst/>
              <a:gdLst/>
              <a:ahLst/>
              <a:cxnLst/>
              <a:rect l="l" t="t" r="r" b="b"/>
              <a:pathLst>
                <a:path w="152400" h="635">
                  <a:moveTo>
                    <a:pt x="152400" y="361"/>
                  </a:moveTo>
                  <a:lnTo>
                    <a:pt x="0" y="361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361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8" name="object 458"/>
            <p:cNvSpPr/>
            <p:nvPr/>
          </p:nvSpPr>
          <p:spPr>
            <a:xfrm>
              <a:off x="9906198" y="2149377"/>
              <a:ext cx="152400" cy="3175"/>
            </a:xfrm>
            <a:custGeom>
              <a:avLst/>
              <a:gdLst/>
              <a:ahLst/>
              <a:cxnLst/>
              <a:rect l="l" t="t" r="r" b="b"/>
              <a:pathLst>
                <a:path w="152400" h="3175">
                  <a:moveTo>
                    <a:pt x="152400" y="3055"/>
                  </a:moveTo>
                  <a:lnTo>
                    <a:pt x="0" y="3055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3055"/>
                  </a:lnTo>
                  <a:close/>
                </a:path>
              </a:pathLst>
            </a:custGeom>
            <a:solidFill>
              <a:srgbClr val="E66B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9" name="object 459"/>
            <p:cNvSpPr/>
            <p:nvPr/>
          </p:nvSpPr>
          <p:spPr>
            <a:xfrm>
              <a:off x="9906198" y="2130645"/>
              <a:ext cx="152400" cy="19050"/>
            </a:xfrm>
            <a:custGeom>
              <a:avLst/>
              <a:gdLst/>
              <a:ahLst/>
              <a:cxnLst/>
              <a:rect l="l" t="t" r="r" b="b"/>
              <a:pathLst>
                <a:path w="152400" h="19050">
                  <a:moveTo>
                    <a:pt x="152400" y="18731"/>
                  </a:moveTo>
                  <a:lnTo>
                    <a:pt x="0" y="18731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8731"/>
                  </a:lnTo>
                  <a:close/>
                </a:path>
              </a:pathLst>
            </a:custGeom>
            <a:solidFill>
              <a:srgbClr val="DF44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0" name="object 460"/>
            <p:cNvSpPr/>
            <p:nvPr/>
          </p:nvSpPr>
          <p:spPr>
            <a:xfrm>
              <a:off x="9906198" y="2129660"/>
              <a:ext cx="152400" cy="1270"/>
            </a:xfrm>
            <a:custGeom>
              <a:avLst/>
              <a:gdLst/>
              <a:ahLst/>
              <a:cxnLst/>
              <a:rect l="l" t="t" r="r" b="b"/>
              <a:pathLst>
                <a:path w="152400" h="1269">
                  <a:moveTo>
                    <a:pt x="152400" y="985"/>
                  </a:moveTo>
                  <a:lnTo>
                    <a:pt x="0" y="985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985"/>
                  </a:lnTo>
                  <a:close/>
                </a:path>
              </a:pathLst>
            </a:custGeom>
            <a:solidFill>
              <a:srgbClr val="734E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1" name="object 461"/>
            <p:cNvSpPr/>
            <p:nvPr/>
          </p:nvSpPr>
          <p:spPr>
            <a:xfrm>
              <a:off x="9906198" y="2104320"/>
              <a:ext cx="152400" cy="25400"/>
            </a:xfrm>
            <a:custGeom>
              <a:avLst/>
              <a:gdLst/>
              <a:ahLst/>
              <a:cxnLst/>
              <a:rect l="l" t="t" r="r" b="b"/>
              <a:pathLst>
                <a:path w="152400" h="25400">
                  <a:moveTo>
                    <a:pt x="152400" y="25339"/>
                  </a:moveTo>
                  <a:lnTo>
                    <a:pt x="0" y="25339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25339"/>
                  </a:lnTo>
                  <a:close/>
                </a:path>
              </a:pathLst>
            </a:custGeom>
            <a:solidFill>
              <a:srgbClr val="D9B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2" name="object 462"/>
            <p:cNvSpPr/>
            <p:nvPr/>
          </p:nvSpPr>
          <p:spPr>
            <a:xfrm>
              <a:off x="9906198" y="2094695"/>
              <a:ext cx="152400" cy="10160"/>
            </a:xfrm>
            <a:custGeom>
              <a:avLst/>
              <a:gdLst/>
              <a:ahLst/>
              <a:cxnLst/>
              <a:rect l="l" t="t" r="r" b="b"/>
              <a:pathLst>
                <a:path w="152400" h="10160">
                  <a:moveTo>
                    <a:pt x="152400" y="9624"/>
                  </a:moveTo>
                  <a:lnTo>
                    <a:pt x="0" y="9624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9624"/>
                  </a:lnTo>
                  <a:close/>
                </a:path>
              </a:pathLst>
            </a:custGeom>
            <a:solidFill>
              <a:srgbClr val="D545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3" name="object 463"/>
            <p:cNvSpPr/>
            <p:nvPr/>
          </p:nvSpPr>
          <p:spPr>
            <a:xfrm>
              <a:off x="9906198" y="2092183"/>
              <a:ext cx="152400" cy="2540"/>
            </a:xfrm>
            <a:custGeom>
              <a:avLst/>
              <a:gdLst/>
              <a:ahLst/>
              <a:cxnLst/>
              <a:rect l="l" t="t" r="r" b="b"/>
              <a:pathLst>
                <a:path w="152400" h="2539">
                  <a:moveTo>
                    <a:pt x="152400" y="2512"/>
                  </a:moveTo>
                  <a:lnTo>
                    <a:pt x="0" y="2512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2512"/>
                  </a:lnTo>
                  <a:close/>
                </a:path>
              </a:pathLst>
            </a:custGeom>
            <a:solidFill>
              <a:srgbClr val="1872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4" name="object 464"/>
            <p:cNvSpPr/>
            <p:nvPr/>
          </p:nvSpPr>
          <p:spPr>
            <a:xfrm>
              <a:off x="9906198" y="2089091"/>
              <a:ext cx="152400" cy="3175"/>
            </a:xfrm>
            <a:custGeom>
              <a:avLst/>
              <a:gdLst/>
              <a:ahLst/>
              <a:cxnLst/>
              <a:rect l="l" t="t" r="r" b="b"/>
              <a:pathLst>
                <a:path w="152400" h="3175">
                  <a:moveTo>
                    <a:pt x="152400" y="3092"/>
                  </a:moveTo>
                  <a:lnTo>
                    <a:pt x="0" y="3092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3092"/>
                  </a:lnTo>
                  <a:close/>
                </a:path>
              </a:pathLst>
            </a:custGeom>
            <a:solidFill>
              <a:srgbClr val="1A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5" name="object 465"/>
            <p:cNvSpPr/>
            <p:nvPr/>
          </p:nvSpPr>
          <p:spPr>
            <a:xfrm>
              <a:off x="9906198" y="2072102"/>
              <a:ext cx="152400" cy="17145"/>
            </a:xfrm>
            <a:custGeom>
              <a:avLst/>
              <a:gdLst/>
              <a:ahLst/>
              <a:cxnLst/>
              <a:rect l="l" t="t" r="r" b="b"/>
              <a:pathLst>
                <a:path w="152400" h="17144">
                  <a:moveTo>
                    <a:pt x="152400" y="16989"/>
                  </a:moveTo>
                  <a:lnTo>
                    <a:pt x="0" y="16989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6989"/>
                  </a:lnTo>
                  <a:close/>
                </a:path>
              </a:pathLst>
            </a:custGeom>
            <a:solidFill>
              <a:srgbClr val="15C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6" name="object 466"/>
            <p:cNvSpPr/>
            <p:nvPr/>
          </p:nvSpPr>
          <p:spPr>
            <a:xfrm>
              <a:off x="9906198" y="2042949"/>
              <a:ext cx="152400" cy="29209"/>
            </a:xfrm>
            <a:custGeom>
              <a:avLst/>
              <a:gdLst/>
              <a:ahLst/>
              <a:cxnLst/>
              <a:rect l="l" t="t" r="r" b="b"/>
              <a:pathLst>
                <a:path w="152400" h="29210">
                  <a:moveTo>
                    <a:pt x="152400" y="29152"/>
                  </a:moveTo>
                  <a:lnTo>
                    <a:pt x="0" y="29152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29152"/>
                  </a:lnTo>
                  <a:close/>
                </a:path>
              </a:pathLst>
            </a:custGeom>
            <a:solidFill>
              <a:srgbClr val="409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7" name="object 467"/>
            <p:cNvSpPr/>
            <p:nvPr/>
          </p:nvSpPr>
          <p:spPr>
            <a:xfrm>
              <a:off x="9906198" y="2040914"/>
              <a:ext cx="152400" cy="2540"/>
            </a:xfrm>
            <a:custGeom>
              <a:avLst/>
              <a:gdLst/>
              <a:ahLst/>
              <a:cxnLst/>
              <a:rect l="l" t="t" r="r" b="b"/>
              <a:pathLst>
                <a:path w="152400" h="2539">
                  <a:moveTo>
                    <a:pt x="152400" y="2035"/>
                  </a:moveTo>
                  <a:lnTo>
                    <a:pt x="0" y="2035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2035"/>
                  </a:lnTo>
                  <a:close/>
                </a:path>
              </a:pathLst>
            </a:custGeom>
            <a:solidFill>
              <a:srgbClr val="FFA0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8" name="object 468"/>
            <p:cNvSpPr/>
            <p:nvPr/>
          </p:nvSpPr>
          <p:spPr>
            <a:xfrm>
              <a:off x="9906198" y="1993236"/>
              <a:ext cx="152400" cy="48260"/>
            </a:xfrm>
            <a:custGeom>
              <a:avLst/>
              <a:gdLst/>
              <a:ahLst/>
              <a:cxnLst/>
              <a:rect l="l" t="t" r="r" b="b"/>
              <a:pathLst>
                <a:path w="152400" h="48260">
                  <a:moveTo>
                    <a:pt x="152400" y="47678"/>
                  </a:moveTo>
                  <a:lnTo>
                    <a:pt x="0" y="47678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47678"/>
                  </a:lnTo>
                  <a:close/>
                </a:path>
              </a:pathLst>
            </a:custGeom>
            <a:solidFill>
              <a:srgbClr val="BE5C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9" name="object 469"/>
            <p:cNvSpPr/>
            <p:nvPr/>
          </p:nvSpPr>
          <p:spPr>
            <a:xfrm>
              <a:off x="9906198" y="1952557"/>
              <a:ext cx="152400" cy="41275"/>
            </a:xfrm>
            <a:custGeom>
              <a:avLst/>
              <a:gdLst/>
              <a:ahLst/>
              <a:cxnLst/>
              <a:rect l="l" t="t" r="r" b="b"/>
              <a:pathLst>
                <a:path w="152400" h="41275">
                  <a:moveTo>
                    <a:pt x="152400" y="40679"/>
                  </a:moveTo>
                  <a:lnTo>
                    <a:pt x="0" y="40679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40679"/>
                  </a:lnTo>
                  <a:close/>
                </a:path>
              </a:pathLst>
            </a:custGeom>
            <a:solidFill>
              <a:srgbClr val="F472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0" name="object 470"/>
            <p:cNvSpPr/>
            <p:nvPr/>
          </p:nvSpPr>
          <p:spPr>
            <a:xfrm>
              <a:off x="9906198" y="1952475"/>
              <a:ext cx="152400" cy="0"/>
            </a:xfrm>
            <a:custGeom>
              <a:avLst/>
              <a:gdLst/>
              <a:ahLst/>
              <a:cxnLst/>
              <a:rect l="l" t="t" r="r" b="b"/>
              <a:pathLst>
                <a:path w="152400">
                  <a:moveTo>
                    <a:pt x="152400" y="0"/>
                  </a:moveTo>
                  <a:lnTo>
                    <a:pt x="0" y="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4A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1" name="object 471"/>
            <p:cNvSpPr/>
            <p:nvPr/>
          </p:nvSpPr>
          <p:spPr>
            <a:xfrm>
              <a:off x="9906198" y="1952386"/>
              <a:ext cx="152400" cy="0"/>
            </a:xfrm>
            <a:custGeom>
              <a:avLst/>
              <a:gdLst/>
              <a:ahLst/>
              <a:cxnLst/>
              <a:rect l="l" t="t" r="r" b="b"/>
              <a:pathLst>
                <a:path w="152400">
                  <a:moveTo>
                    <a:pt x="152400" y="0"/>
                  </a:moveTo>
                  <a:lnTo>
                    <a:pt x="0" y="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C3A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2" name="object 472"/>
            <p:cNvSpPr/>
            <p:nvPr/>
          </p:nvSpPr>
          <p:spPr>
            <a:xfrm>
              <a:off x="9906198" y="1952377"/>
              <a:ext cx="152400" cy="0"/>
            </a:xfrm>
            <a:custGeom>
              <a:avLst/>
              <a:gdLst/>
              <a:ahLst/>
              <a:cxnLst/>
              <a:rect l="l" t="t" r="r" b="b"/>
              <a:pathLst>
                <a:path w="152400">
                  <a:moveTo>
                    <a:pt x="152400" y="0"/>
                  </a:moveTo>
                  <a:lnTo>
                    <a:pt x="0" y="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3" name="object 473"/>
            <p:cNvSpPr/>
            <p:nvPr/>
          </p:nvSpPr>
          <p:spPr>
            <a:xfrm>
              <a:off x="9906198" y="1952223"/>
              <a:ext cx="152400" cy="635"/>
            </a:xfrm>
            <a:custGeom>
              <a:avLst/>
              <a:gdLst/>
              <a:ahLst/>
              <a:cxnLst/>
              <a:rect l="l" t="t" r="r" b="b"/>
              <a:pathLst>
                <a:path w="152400" h="635">
                  <a:moveTo>
                    <a:pt x="152400" y="154"/>
                  </a:moveTo>
                  <a:lnTo>
                    <a:pt x="0" y="154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54"/>
                  </a:lnTo>
                  <a:close/>
                </a:path>
              </a:pathLst>
            </a:custGeom>
            <a:solidFill>
              <a:srgbClr val="00DA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74" name="object 474"/>
          <p:cNvGrpSpPr/>
          <p:nvPr/>
        </p:nvGrpSpPr>
        <p:grpSpPr>
          <a:xfrm>
            <a:off x="10113565" y="1946214"/>
            <a:ext cx="774700" cy="213360"/>
            <a:chOff x="10113565" y="1946214"/>
            <a:chExt cx="774700" cy="213360"/>
          </a:xfrm>
        </p:grpSpPr>
        <p:sp>
          <p:nvSpPr>
            <p:cNvPr id="475" name="object 475"/>
            <p:cNvSpPr/>
            <p:nvPr/>
          </p:nvSpPr>
          <p:spPr>
            <a:xfrm>
              <a:off x="10113556" y="2132507"/>
              <a:ext cx="774700" cy="26670"/>
            </a:xfrm>
            <a:custGeom>
              <a:avLst/>
              <a:gdLst/>
              <a:ahLst/>
              <a:cxnLst/>
              <a:rect l="l" t="t" r="r" b="b"/>
              <a:pathLst>
                <a:path w="774700" h="26669">
                  <a:moveTo>
                    <a:pt x="152400" y="6057"/>
                  </a:moveTo>
                  <a:lnTo>
                    <a:pt x="0" y="6057"/>
                  </a:lnTo>
                  <a:lnTo>
                    <a:pt x="0" y="26504"/>
                  </a:lnTo>
                  <a:lnTo>
                    <a:pt x="152400" y="26504"/>
                  </a:lnTo>
                  <a:lnTo>
                    <a:pt x="152400" y="6057"/>
                  </a:lnTo>
                  <a:close/>
                </a:path>
                <a:path w="774700" h="26669">
                  <a:moveTo>
                    <a:pt x="359765" y="18084"/>
                  </a:moveTo>
                  <a:lnTo>
                    <a:pt x="207365" y="18084"/>
                  </a:lnTo>
                  <a:lnTo>
                    <a:pt x="207365" y="26504"/>
                  </a:lnTo>
                  <a:lnTo>
                    <a:pt x="359765" y="26504"/>
                  </a:lnTo>
                  <a:lnTo>
                    <a:pt x="359765" y="18084"/>
                  </a:lnTo>
                  <a:close/>
                </a:path>
                <a:path w="774700" h="26669">
                  <a:moveTo>
                    <a:pt x="567143" y="0"/>
                  </a:moveTo>
                  <a:lnTo>
                    <a:pt x="414743" y="0"/>
                  </a:lnTo>
                  <a:lnTo>
                    <a:pt x="414743" y="26504"/>
                  </a:lnTo>
                  <a:lnTo>
                    <a:pt x="567143" y="26504"/>
                  </a:lnTo>
                  <a:lnTo>
                    <a:pt x="567143" y="0"/>
                  </a:lnTo>
                  <a:close/>
                </a:path>
                <a:path w="774700" h="26669">
                  <a:moveTo>
                    <a:pt x="774509" y="25374"/>
                  </a:moveTo>
                  <a:lnTo>
                    <a:pt x="622109" y="25374"/>
                  </a:lnTo>
                  <a:lnTo>
                    <a:pt x="622109" y="26504"/>
                  </a:lnTo>
                  <a:lnTo>
                    <a:pt x="774509" y="26504"/>
                  </a:lnTo>
                  <a:lnTo>
                    <a:pt x="774509" y="25374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6" name="object 476"/>
            <p:cNvSpPr/>
            <p:nvPr/>
          </p:nvSpPr>
          <p:spPr>
            <a:xfrm>
              <a:off x="10113556" y="2132342"/>
              <a:ext cx="567690" cy="6350"/>
            </a:xfrm>
            <a:custGeom>
              <a:avLst/>
              <a:gdLst/>
              <a:ahLst/>
              <a:cxnLst/>
              <a:rect l="l" t="t" r="r" b="b"/>
              <a:pathLst>
                <a:path w="567690" h="6350">
                  <a:moveTo>
                    <a:pt x="152400" y="5435"/>
                  </a:moveTo>
                  <a:lnTo>
                    <a:pt x="0" y="5435"/>
                  </a:lnTo>
                  <a:lnTo>
                    <a:pt x="0" y="6223"/>
                  </a:lnTo>
                  <a:lnTo>
                    <a:pt x="152400" y="6223"/>
                  </a:lnTo>
                  <a:lnTo>
                    <a:pt x="152400" y="5435"/>
                  </a:lnTo>
                  <a:close/>
                </a:path>
                <a:path w="567690" h="6350">
                  <a:moveTo>
                    <a:pt x="567143" y="0"/>
                  </a:moveTo>
                  <a:lnTo>
                    <a:pt x="414743" y="0"/>
                  </a:lnTo>
                  <a:lnTo>
                    <a:pt x="414743" y="165"/>
                  </a:lnTo>
                  <a:lnTo>
                    <a:pt x="567143" y="165"/>
                  </a:lnTo>
                  <a:lnTo>
                    <a:pt x="567143" y="0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7" name="object 477"/>
            <p:cNvSpPr/>
            <p:nvPr/>
          </p:nvSpPr>
          <p:spPr>
            <a:xfrm>
              <a:off x="10113556" y="2111628"/>
              <a:ext cx="774700" cy="46355"/>
            </a:xfrm>
            <a:custGeom>
              <a:avLst/>
              <a:gdLst/>
              <a:ahLst/>
              <a:cxnLst/>
              <a:rect l="l" t="t" r="r" b="b"/>
              <a:pathLst>
                <a:path w="774700" h="46355">
                  <a:moveTo>
                    <a:pt x="152400" y="0"/>
                  </a:moveTo>
                  <a:lnTo>
                    <a:pt x="0" y="0"/>
                  </a:lnTo>
                  <a:lnTo>
                    <a:pt x="0" y="26149"/>
                  </a:lnTo>
                  <a:lnTo>
                    <a:pt x="152400" y="26149"/>
                  </a:lnTo>
                  <a:lnTo>
                    <a:pt x="152400" y="0"/>
                  </a:lnTo>
                  <a:close/>
                </a:path>
                <a:path w="774700" h="46355">
                  <a:moveTo>
                    <a:pt x="359765" y="35839"/>
                  </a:moveTo>
                  <a:lnTo>
                    <a:pt x="207365" y="35839"/>
                  </a:lnTo>
                  <a:lnTo>
                    <a:pt x="207365" y="38963"/>
                  </a:lnTo>
                  <a:lnTo>
                    <a:pt x="359765" y="38963"/>
                  </a:lnTo>
                  <a:lnTo>
                    <a:pt x="359765" y="35839"/>
                  </a:lnTo>
                  <a:close/>
                </a:path>
                <a:path w="774700" h="46355">
                  <a:moveTo>
                    <a:pt x="567143" y="19431"/>
                  </a:moveTo>
                  <a:lnTo>
                    <a:pt x="414743" y="19431"/>
                  </a:lnTo>
                  <a:lnTo>
                    <a:pt x="414743" y="20713"/>
                  </a:lnTo>
                  <a:lnTo>
                    <a:pt x="567143" y="20713"/>
                  </a:lnTo>
                  <a:lnTo>
                    <a:pt x="567143" y="19431"/>
                  </a:lnTo>
                  <a:close/>
                </a:path>
                <a:path w="774700" h="46355">
                  <a:moveTo>
                    <a:pt x="774509" y="43370"/>
                  </a:moveTo>
                  <a:lnTo>
                    <a:pt x="622109" y="43370"/>
                  </a:lnTo>
                  <a:lnTo>
                    <a:pt x="622109" y="46253"/>
                  </a:lnTo>
                  <a:lnTo>
                    <a:pt x="774509" y="46253"/>
                  </a:lnTo>
                  <a:lnTo>
                    <a:pt x="774509" y="43370"/>
                  </a:lnTo>
                  <a:close/>
                </a:path>
              </a:pathLst>
            </a:custGeom>
            <a:solidFill>
              <a:srgbClr val="E66B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8" name="object 478"/>
            <p:cNvSpPr/>
            <p:nvPr/>
          </p:nvSpPr>
          <p:spPr>
            <a:xfrm>
              <a:off x="10113556" y="2066823"/>
              <a:ext cx="567690" cy="80645"/>
            </a:xfrm>
            <a:custGeom>
              <a:avLst/>
              <a:gdLst/>
              <a:ahLst/>
              <a:cxnLst/>
              <a:rect l="l" t="t" r="r" b="b"/>
              <a:pathLst>
                <a:path w="567690" h="80644">
                  <a:moveTo>
                    <a:pt x="152400" y="0"/>
                  </a:moveTo>
                  <a:lnTo>
                    <a:pt x="0" y="0"/>
                  </a:lnTo>
                  <a:lnTo>
                    <a:pt x="0" y="44805"/>
                  </a:lnTo>
                  <a:lnTo>
                    <a:pt x="152400" y="44805"/>
                  </a:lnTo>
                  <a:lnTo>
                    <a:pt x="152400" y="0"/>
                  </a:lnTo>
                  <a:close/>
                </a:path>
                <a:path w="567690" h="80644">
                  <a:moveTo>
                    <a:pt x="359765" y="75361"/>
                  </a:moveTo>
                  <a:lnTo>
                    <a:pt x="207365" y="75361"/>
                  </a:lnTo>
                  <a:lnTo>
                    <a:pt x="207365" y="80645"/>
                  </a:lnTo>
                  <a:lnTo>
                    <a:pt x="359765" y="80645"/>
                  </a:lnTo>
                  <a:lnTo>
                    <a:pt x="359765" y="75361"/>
                  </a:lnTo>
                  <a:close/>
                </a:path>
                <a:path w="567690" h="80644">
                  <a:moveTo>
                    <a:pt x="567143" y="39662"/>
                  </a:moveTo>
                  <a:lnTo>
                    <a:pt x="414743" y="39662"/>
                  </a:lnTo>
                  <a:lnTo>
                    <a:pt x="414743" y="64236"/>
                  </a:lnTo>
                  <a:lnTo>
                    <a:pt x="567143" y="64236"/>
                  </a:lnTo>
                  <a:lnTo>
                    <a:pt x="567143" y="39662"/>
                  </a:lnTo>
                  <a:close/>
                </a:path>
              </a:pathLst>
            </a:custGeom>
            <a:solidFill>
              <a:srgbClr val="6A00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9" name="object 479"/>
            <p:cNvSpPr/>
            <p:nvPr/>
          </p:nvSpPr>
          <p:spPr>
            <a:xfrm>
              <a:off x="10113556" y="2065502"/>
              <a:ext cx="152400" cy="1905"/>
            </a:xfrm>
            <a:custGeom>
              <a:avLst/>
              <a:gdLst/>
              <a:ahLst/>
              <a:cxnLst/>
              <a:rect l="l" t="t" r="r" b="b"/>
              <a:pathLst>
                <a:path w="152400" h="1905">
                  <a:moveTo>
                    <a:pt x="152400" y="0"/>
                  </a:moveTo>
                  <a:lnTo>
                    <a:pt x="0" y="0"/>
                  </a:lnTo>
                  <a:lnTo>
                    <a:pt x="0" y="1320"/>
                  </a:lnTo>
                  <a:lnTo>
                    <a:pt x="152400" y="132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DF44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0" name="object 480"/>
            <p:cNvSpPr/>
            <p:nvPr/>
          </p:nvSpPr>
          <p:spPr>
            <a:xfrm>
              <a:off x="10113556" y="2050630"/>
              <a:ext cx="567690" cy="92075"/>
            </a:xfrm>
            <a:custGeom>
              <a:avLst/>
              <a:gdLst/>
              <a:ahLst/>
              <a:cxnLst/>
              <a:rect l="l" t="t" r="r" b="b"/>
              <a:pathLst>
                <a:path w="567690" h="92075">
                  <a:moveTo>
                    <a:pt x="152400" y="0"/>
                  </a:moveTo>
                  <a:lnTo>
                    <a:pt x="0" y="0"/>
                  </a:lnTo>
                  <a:lnTo>
                    <a:pt x="0" y="14871"/>
                  </a:lnTo>
                  <a:lnTo>
                    <a:pt x="152400" y="14871"/>
                  </a:lnTo>
                  <a:lnTo>
                    <a:pt x="152400" y="0"/>
                  </a:lnTo>
                  <a:close/>
                </a:path>
                <a:path w="567690" h="92075">
                  <a:moveTo>
                    <a:pt x="359765" y="91160"/>
                  </a:moveTo>
                  <a:lnTo>
                    <a:pt x="207365" y="91160"/>
                  </a:lnTo>
                  <a:lnTo>
                    <a:pt x="207365" y="91503"/>
                  </a:lnTo>
                  <a:lnTo>
                    <a:pt x="359765" y="91503"/>
                  </a:lnTo>
                  <a:lnTo>
                    <a:pt x="359765" y="91160"/>
                  </a:lnTo>
                  <a:close/>
                </a:path>
                <a:path w="567690" h="92075">
                  <a:moveTo>
                    <a:pt x="567143" y="51803"/>
                  </a:moveTo>
                  <a:lnTo>
                    <a:pt x="414743" y="51803"/>
                  </a:lnTo>
                  <a:lnTo>
                    <a:pt x="414743" y="55854"/>
                  </a:lnTo>
                  <a:lnTo>
                    <a:pt x="567143" y="55854"/>
                  </a:lnTo>
                  <a:lnTo>
                    <a:pt x="567143" y="51803"/>
                  </a:lnTo>
                  <a:close/>
                </a:path>
              </a:pathLst>
            </a:custGeom>
            <a:solidFill>
              <a:srgbClr val="D9B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1" name="object 481"/>
            <p:cNvSpPr/>
            <p:nvPr/>
          </p:nvSpPr>
          <p:spPr>
            <a:xfrm>
              <a:off x="10113556" y="2039619"/>
              <a:ext cx="774700" cy="115570"/>
            </a:xfrm>
            <a:custGeom>
              <a:avLst/>
              <a:gdLst/>
              <a:ahLst/>
              <a:cxnLst/>
              <a:rect l="l" t="t" r="r" b="b"/>
              <a:pathLst>
                <a:path w="774700" h="115569">
                  <a:moveTo>
                    <a:pt x="152400" y="0"/>
                  </a:moveTo>
                  <a:lnTo>
                    <a:pt x="0" y="0"/>
                  </a:lnTo>
                  <a:lnTo>
                    <a:pt x="0" y="11010"/>
                  </a:lnTo>
                  <a:lnTo>
                    <a:pt x="152400" y="11010"/>
                  </a:lnTo>
                  <a:lnTo>
                    <a:pt x="152400" y="0"/>
                  </a:lnTo>
                  <a:close/>
                </a:path>
                <a:path w="774700" h="115569">
                  <a:moveTo>
                    <a:pt x="359765" y="101815"/>
                  </a:moveTo>
                  <a:lnTo>
                    <a:pt x="207365" y="101815"/>
                  </a:lnTo>
                  <a:lnTo>
                    <a:pt x="207365" y="102171"/>
                  </a:lnTo>
                  <a:lnTo>
                    <a:pt x="359765" y="102171"/>
                  </a:lnTo>
                  <a:lnTo>
                    <a:pt x="359765" y="101815"/>
                  </a:lnTo>
                  <a:close/>
                </a:path>
                <a:path w="774700" h="115569">
                  <a:moveTo>
                    <a:pt x="567143" y="58204"/>
                  </a:moveTo>
                  <a:lnTo>
                    <a:pt x="414743" y="58204"/>
                  </a:lnTo>
                  <a:lnTo>
                    <a:pt x="414743" y="62814"/>
                  </a:lnTo>
                  <a:lnTo>
                    <a:pt x="567143" y="62814"/>
                  </a:lnTo>
                  <a:lnTo>
                    <a:pt x="567143" y="58204"/>
                  </a:lnTo>
                  <a:close/>
                </a:path>
                <a:path w="774700" h="115569">
                  <a:moveTo>
                    <a:pt x="774509" y="112217"/>
                  </a:moveTo>
                  <a:lnTo>
                    <a:pt x="622109" y="112217"/>
                  </a:lnTo>
                  <a:lnTo>
                    <a:pt x="622109" y="115379"/>
                  </a:lnTo>
                  <a:lnTo>
                    <a:pt x="774509" y="115379"/>
                  </a:lnTo>
                  <a:lnTo>
                    <a:pt x="774509" y="112217"/>
                  </a:lnTo>
                  <a:close/>
                </a:path>
              </a:pathLst>
            </a:custGeom>
            <a:solidFill>
              <a:srgbClr val="D545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2" name="object 482"/>
            <p:cNvSpPr/>
            <p:nvPr/>
          </p:nvSpPr>
          <p:spPr>
            <a:xfrm>
              <a:off x="10113556" y="2037905"/>
              <a:ext cx="774700" cy="114300"/>
            </a:xfrm>
            <a:custGeom>
              <a:avLst/>
              <a:gdLst/>
              <a:ahLst/>
              <a:cxnLst/>
              <a:rect l="l" t="t" r="r" b="b"/>
              <a:pathLst>
                <a:path w="774700" h="114300">
                  <a:moveTo>
                    <a:pt x="152400" y="0"/>
                  </a:moveTo>
                  <a:lnTo>
                    <a:pt x="0" y="0"/>
                  </a:lnTo>
                  <a:lnTo>
                    <a:pt x="0" y="1714"/>
                  </a:lnTo>
                  <a:lnTo>
                    <a:pt x="152400" y="1714"/>
                  </a:lnTo>
                  <a:lnTo>
                    <a:pt x="152400" y="0"/>
                  </a:lnTo>
                  <a:close/>
                </a:path>
                <a:path w="774700" h="114300">
                  <a:moveTo>
                    <a:pt x="359765" y="103352"/>
                  </a:moveTo>
                  <a:lnTo>
                    <a:pt x="207365" y="103352"/>
                  </a:lnTo>
                  <a:lnTo>
                    <a:pt x="207365" y="103530"/>
                  </a:lnTo>
                  <a:lnTo>
                    <a:pt x="359765" y="103530"/>
                  </a:lnTo>
                  <a:lnTo>
                    <a:pt x="359765" y="103352"/>
                  </a:lnTo>
                  <a:close/>
                </a:path>
                <a:path w="774700" h="114300">
                  <a:moveTo>
                    <a:pt x="567143" y="58343"/>
                  </a:moveTo>
                  <a:lnTo>
                    <a:pt x="414743" y="58343"/>
                  </a:lnTo>
                  <a:lnTo>
                    <a:pt x="414743" y="59918"/>
                  </a:lnTo>
                  <a:lnTo>
                    <a:pt x="567143" y="59918"/>
                  </a:lnTo>
                  <a:lnTo>
                    <a:pt x="567143" y="58343"/>
                  </a:lnTo>
                  <a:close/>
                </a:path>
                <a:path w="774700" h="114300">
                  <a:moveTo>
                    <a:pt x="774509" y="111264"/>
                  </a:moveTo>
                  <a:lnTo>
                    <a:pt x="622109" y="111264"/>
                  </a:lnTo>
                  <a:lnTo>
                    <a:pt x="622109" y="113931"/>
                  </a:lnTo>
                  <a:lnTo>
                    <a:pt x="774509" y="113931"/>
                  </a:lnTo>
                  <a:lnTo>
                    <a:pt x="774509" y="111264"/>
                  </a:lnTo>
                  <a:close/>
                </a:path>
              </a:pathLst>
            </a:custGeom>
            <a:solidFill>
              <a:srgbClr val="1872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3" name="object 483"/>
            <p:cNvSpPr/>
            <p:nvPr/>
          </p:nvSpPr>
          <p:spPr>
            <a:xfrm>
              <a:off x="10113556" y="2034857"/>
              <a:ext cx="774700" cy="114935"/>
            </a:xfrm>
            <a:custGeom>
              <a:avLst/>
              <a:gdLst/>
              <a:ahLst/>
              <a:cxnLst/>
              <a:rect l="l" t="t" r="r" b="b"/>
              <a:pathLst>
                <a:path w="774700" h="114935">
                  <a:moveTo>
                    <a:pt x="152400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152400" y="3048"/>
                  </a:lnTo>
                  <a:lnTo>
                    <a:pt x="152400" y="0"/>
                  </a:lnTo>
                  <a:close/>
                </a:path>
                <a:path w="774700" h="114935">
                  <a:moveTo>
                    <a:pt x="359765" y="106299"/>
                  </a:moveTo>
                  <a:lnTo>
                    <a:pt x="207365" y="106299"/>
                  </a:lnTo>
                  <a:lnTo>
                    <a:pt x="359765" y="106400"/>
                  </a:lnTo>
                  <a:close/>
                </a:path>
                <a:path w="774700" h="114935">
                  <a:moveTo>
                    <a:pt x="567143" y="60642"/>
                  </a:moveTo>
                  <a:lnTo>
                    <a:pt x="414743" y="60642"/>
                  </a:lnTo>
                  <a:lnTo>
                    <a:pt x="414743" y="61391"/>
                  </a:lnTo>
                  <a:lnTo>
                    <a:pt x="567143" y="61391"/>
                  </a:lnTo>
                  <a:lnTo>
                    <a:pt x="567143" y="60642"/>
                  </a:lnTo>
                  <a:close/>
                </a:path>
                <a:path w="774700" h="114935">
                  <a:moveTo>
                    <a:pt x="774509" y="113588"/>
                  </a:moveTo>
                  <a:lnTo>
                    <a:pt x="622109" y="113588"/>
                  </a:lnTo>
                  <a:lnTo>
                    <a:pt x="622109" y="114312"/>
                  </a:lnTo>
                  <a:lnTo>
                    <a:pt x="774509" y="114312"/>
                  </a:lnTo>
                  <a:lnTo>
                    <a:pt x="774509" y="113588"/>
                  </a:lnTo>
                  <a:close/>
                </a:path>
              </a:pathLst>
            </a:custGeom>
            <a:solidFill>
              <a:srgbClr val="1A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4" name="object 484"/>
            <p:cNvSpPr/>
            <p:nvPr/>
          </p:nvSpPr>
          <p:spPr>
            <a:xfrm>
              <a:off x="10113556" y="2018004"/>
              <a:ext cx="774700" cy="130810"/>
            </a:xfrm>
            <a:custGeom>
              <a:avLst/>
              <a:gdLst/>
              <a:ahLst/>
              <a:cxnLst/>
              <a:rect l="l" t="t" r="r" b="b"/>
              <a:pathLst>
                <a:path w="774700" h="130810">
                  <a:moveTo>
                    <a:pt x="152400" y="0"/>
                  </a:moveTo>
                  <a:lnTo>
                    <a:pt x="0" y="0"/>
                  </a:lnTo>
                  <a:lnTo>
                    <a:pt x="0" y="16852"/>
                  </a:lnTo>
                  <a:lnTo>
                    <a:pt x="152400" y="16852"/>
                  </a:lnTo>
                  <a:lnTo>
                    <a:pt x="152400" y="0"/>
                  </a:lnTo>
                  <a:close/>
                </a:path>
                <a:path w="774700" h="130810">
                  <a:moveTo>
                    <a:pt x="359765" y="121831"/>
                  </a:moveTo>
                  <a:lnTo>
                    <a:pt x="207365" y="121831"/>
                  </a:lnTo>
                  <a:lnTo>
                    <a:pt x="207365" y="123151"/>
                  </a:lnTo>
                  <a:lnTo>
                    <a:pt x="359765" y="123151"/>
                  </a:lnTo>
                  <a:lnTo>
                    <a:pt x="359765" y="121831"/>
                  </a:lnTo>
                  <a:close/>
                </a:path>
                <a:path w="774700" h="130810">
                  <a:moveTo>
                    <a:pt x="567143" y="70777"/>
                  </a:moveTo>
                  <a:lnTo>
                    <a:pt x="414743" y="70777"/>
                  </a:lnTo>
                  <a:lnTo>
                    <a:pt x="414743" y="77495"/>
                  </a:lnTo>
                  <a:lnTo>
                    <a:pt x="567143" y="77495"/>
                  </a:lnTo>
                  <a:lnTo>
                    <a:pt x="567143" y="70777"/>
                  </a:lnTo>
                  <a:close/>
                </a:path>
                <a:path w="774700" h="130810">
                  <a:moveTo>
                    <a:pt x="774509" y="128460"/>
                  </a:moveTo>
                  <a:lnTo>
                    <a:pt x="622109" y="128460"/>
                  </a:lnTo>
                  <a:lnTo>
                    <a:pt x="622109" y="130441"/>
                  </a:lnTo>
                  <a:lnTo>
                    <a:pt x="774509" y="130441"/>
                  </a:lnTo>
                  <a:lnTo>
                    <a:pt x="774509" y="128460"/>
                  </a:lnTo>
                  <a:close/>
                </a:path>
              </a:pathLst>
            </a:custGeom>
            <a:solidFill>
              <a:srgbClr val="409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5" name="object 485"/>
            <p:cNvSpPr/>
            <p:nvPr/>
          </p:nvSpPr>
          <p:spPr>
            <a:xfrm>
              <a:off x="10113556" y="2005850"/>
              <a:ext cx="774700" cy="140970"/>
            </a:xfrm>
            <a:custGeom>
              <a:avLst/>
              <a:gdLst/>
              <a:ahLst/>
              <a:cxnLst/>
              <a:rect l="l" t="t" r="r" b="b"/>
              <a:pathLst>
                <a:path w="774700" h="140969">
                  <a:moveTo>
                    <a:pt x="152400" y="0"/>
                  </a:moveTo>
                  <a:lnTo>
                    <a:pt x="0" y="0"/>
                  </a:lnTo>
                  <a:lnTo>
                    <a:pt x="0" y="12153"/>
                  </a:lnTo>
                  <a:lnTo>
                    <a:pt x="152400" y="12153"/>
                  </a:lnTo>
                  <a:lnTo>
                    <a:pt x="152400" y="0"/>
                  </a:lnTo>
                  <a:close/>
                </a:path>
                <a:path w="774700" h="140969">
                  <a:moveTo>
                    <a:pt x="359765" y="89941"/>
                  </a:moveTo>
                  <a:lnTo>
                    <a:pt x="207365" y="89941"/>
                  </a:lnTo>
                  <a:lnTo>
                    <a:pt x="207365" y="133985"/>
                  </a:lnTo>
                  <a:lnTo>
                    <a:pt x="359765" y="133985"/>
                  </a:lnTo>
                  <a:lnTo>
                    <a:pt x="359765" y="89941"/>
                  </a:lnTo>
                  <a:close/>
                </a:path>
                <a:path w="774700" h="140969">
                  <a:moveTo>
                    <a:pt x="567143" y="74168"/>
                  </a:moveTo>
                  <a:lnTo>
                    <a:pt x="414743" y="74168"/>
                  </a:lnTo>
                  <a:lnTo>
                    <a:pt x="414743" y="82931"/>
                  </a:lnTo>
                  <a:lnTo>
                    <a:pt x="567143" y="82931"/>
                  </a:lnTo>
                  <a:lnTo>
                    <a:pt x="567143" y="74168"/>
                  </a:lnTo>
                  <a:close/>
                </a:path>
                <a:path w="774700" h="140969">
                  <a:moveTo>
                    <a:pt x="774509" y="137299"/>
                  </a:moveTo>
                  <a:lnTo>
                    <a:pt x="622109" y="137299"/>
                  </a:lnTo>
                  <a:lnTo>
                    <a:pt x="622109" y="140614"/>
                  </a:lnTo>
                  <a:lnTo>
                    <a:pt x="774509" y="140614"/>
                  </a:lnTo>
                  <a:lnTo>
                    <a:pt x="774509" y="137299"/>
                  </a:lnTo>
                  <a:close/>
                </a:path>
              </a:pathLst>
            </a:custGeom>
            <a:solidFill>
              <a:srgbClr val="FFA0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6" name="object 486"/>
            <p:cNvSpPr/>
            <p:nvPr/>
          </p:nvSpPr>
          <p:spPr>
            <a:xfrm>
              <a:off x="10113556" y="1995766"/>
              <a:ext cx="774700" cy="147955"/>
            </a:xfrm>
            <a:custGeom>
              <a:avLst/>
              <a:gdLst/>
              <a:ahLst/>
              <a:cxnLst/>
              <a:rect l="l" t="t" r="r" b="b"/>
              <a:pathLst>
                <a:path w="774700" h="147955">
                  <a:moveTo>
                    <a:pt x="152400" y="0"/>
                  </a:moveTo>
                  <a:lnTo>
                    <a:pt x="0" y="0"/>
                  </a:lnTo>
                  <a:lnTo>
                    <a:pt x="0" y="10083"/>
                  </a:lnTo>
                  <a:lnTo>
                    <a:pt x="152400" y="10083"/>
                  </a:lnTo>
                  <a:lnTo>
                    <a:pt x="152400" y="0"/>
                  </a:lnTo>
                  <a:close/>
                </a:path>
                <a:path w="774700" h="147955">
                  <a:moveTo>
                    <a:pt x="359765" y="99301"/>
                  </a:moveTo>
                  <a:lnTo>
                    <a:pt x="207365" y="99301"/>
                  </a:lnTo>
                  <a:lnTo>
                    <a:pt x="207365" y="100025"/>
                  </a:lnTo>
                  <a:lnTo>
                    <a:pt x="359765" y="100025"/>
                  </a:lnTo>
                  <a:lnTo>
                    <a:pt x="359765" y="99301"/>
                  </a:lnTo>
                  <a:close/>
                </a:path>
                <a:path w="774700" h="147955">
                  <a:moveTo>
                    <a:pt x="567143" y="70967"/>
                  </a:moveTo>
                  <a:lnTo>
                    <a:pt x="414743" y="70967"/>
                  </a:lnTo>
                  <a:lnTo>
                    <a:pt x="414743" y="84251"/>
                  </a:lnTo>
                  <a:lnTo>
                    <a:pt x="567143" y="84251"/>
                  </a:lnTo>
                  <a:lnTo>
                    <a:pt x="567143" y="70967"/>
                  </a:lnTo>
                  <a:close/>
                </a:path>
                <a:path w="774700" h="147955">
                  <a:moveTo>
                    <a:pt x="774509" y="129641"/>
                  </a:moveTo>
                  <a:lnTo>
                    <a:pt x="622109" y="129641"/>
                  </a:lnTo>
                  <a:lnTo>
                    <a:pt x="622109" y="147383"/>
                  </a:lnTo>
                  <a:lnTo>
                    <a:pt x="774509" y="147383"/>
                  </a:lnTo>
                  <a:lnTo>
                    <a:pt x="774509" y="129641"/>
                  </a:lnTo>
                  <a:close/>
                </a:path>
              </a:pathLst>
            </a:custGeom>
            <a:solidFill>
              <a:srgbClr val="BE5C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7" name="object 487"/>
            <p:cNvSpPr/>
            <p:nvPr/>
          </p:nvSpPr>
          <p:spPr>
            <a:xfrm>
              <a:off x="10113556" y="1947862"/>
              <a:ext cx="567690" cy="147320"/>
            </a:xfrm>
            <a:custGeom>
              <a:avLst/>
              <a:gdLst/>
              <a:ahLst/>
              <a:cxnLst/>
              <a:rect l="l" t="t" r="r" b="b"/>
              <a:pathLst>
                <a:path w="567690" h="147319">
                  <a:moveTo>
                    <a:pt x="152400" y="0"/>
                  </a:moveTo>
                  <a:lnTo>
                    <a:pt x="0" y="0"/>
                  </a:lnTo>
                  <a:lnTo>
                    <a:pt x="0" y="47904"/>
                  </a:lnTo>
                  <a:lnTo>
                    <a:pt x="152400" y="47904"/>
                  </a:lnTo>
                  <a:lnTo>
                    <a:pt x="152400" y="0"/>
                  </a:lnTo>
                  <a:close/>
                </a:path>
                <a:path w="567690" h="147319">
                  <a:moveTo>
                    <a:pt x="359765" y="143738"/>
                  </a:moveTo>
                  <a:lnTo>
                    <a:pt x="207365" y="143738"/>
                  </a:lnTo>
                  <a:lnTo>
                    <a:pt x="207365" y="147205"/>
                  </a:lnTo>
                  <a:lnTo>
                    <a:pt x="359765" y="147205"/>
                  </a:lnTo>
                  <a:lnTo>
                    <a:pt x="359765" y="143738"/>
                  </a:lnTo>
                  <a:close/>
                </a:path>
                <a:path w="567690" h="147319">
                  <a:moveTo>
                    <a:pt x="567143" y="108356"/>
                  </a:moveTo>
                  <a:lnTo>
                    <a:pt x="414743" y="108356"/>
                  </a:lnTo>
                  <a:lnTo>
                    <a:pt x="414743" y="118872"/>
                  </a:lnTo>
                  <a:lnTo>
                    <a:pt x="567143" y="118872"/>
                  </a:lnTo>
                  <a:lnTo>
                    <a:pt x="567143" y="108356"/>
                  </a:lnTo>
                  <a:close/>
                </a:path>
              </a:pathLst>
            </a:custGeom>
            <a:solidFill>
              <a:srgbClr val="F472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8" name="object 488"/>
            <p:cNvSpPr/>
            <p:nvPr/>
          </p:nvSpPr>
          <p:spPr>
            <a:xfrm>
              <a:off x="10113556" y="1947328"/>
              <a:ext cx="567690" cy="109220"/>
            </a:xfrm>
            <a:custGeom>
              <a:avLst/>
              <a:gdLst/>
              <a:ahLst/>
              <a:cxnLst/>
              <a:rect l="l" t="t" r="r" b="b"/>
              <a:pathLst>
                <a:path w="567690" h="109219">
                  <a:moveTo>
                    <a:pt x="152400" y="0"/>
                  </a:moveTo>
                  <a:lnTo>
                    <a:pt x="0" y="0"/>
                  </a:lnTo>
                  <a:lnTo>
                    <a:pt x="0" y="533"/>
                  </a:lnTo>
                  <a:lnTo>
                    <a:pt x="152400" y="533"/>
                  </a:lnTo>
                  <a:lnTo>
                    <a:pt x="152400" y="0"/>
                  </a:lnTo>
                  <a:close/>
                </a:path>
                <a:path w="567690" h="109219">
                  <a:moveTo>
                    <a:pt x="567143" y="108585"/>
                  </a:moveTo>
                  <a:lnTo>
                    <a:pt x="414743" y="108585"/>
                  </a:lnTo>
                  <a:lnTo>
                    <a:pt x="414743" y="108889"/>
                  </a:lnTo>
                  <a:lnTo>
                    <a:pt x="567143" y="108889"/>
                  </a:lnTo>
                  <a:lnTo>
                    <a:pt x="567143" y="108585"/>
                  </a:lnTo>
                  <a:close/>
                </a:path>
              </a:pathLst>
            </a:custGeom>
            <a:solidFill>
              <a:srgbClr val="FF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9" name="object 489"/>
            <p:cNvSpPr/>
            <p:nvPr/>
          </p:nvSpPr>
          <p:spPr>
            <a:xfrm>
              <a:off x="10113556" y="1946223"/>
              <a:ext cx="567690" cy="109855"/>
            </a:xfrm>
            <a:custGeom>
              <a:avLst/>
              <a:gdLst/>
              <a:ahLst/>
              <a:cxnLst/>
              <a:rect l="l" t="t" r="r" b="b"/>
              <a:pathLst>
                <a:path w="567690" h="109855">
                  <a:moveTo>
                    <a:pt x="152400" y="0"/>
                  </a:moveTo>
                  <a:lnTo>
                    <a:pt x="0" y="0"/>
                  </a:lnTo>
                  <a:lnTo>
                    <a:pt x="0" y="1104"/>
                  </a:lnTo>
                  <a:lnTo>
                    <a:pt x="152400" y="1104"/>
                  </a:lnTo>
                  <a:lnTo>
                    <a:pt x="152400" y="0"/>
                  </a:lnTo>
                  <a:close/>
                </a:path>
                <a:path w="567690" h="109855">
                  <a:moveTo>
                    <a:pt x="567143" y="108813"/>
                  </a:moveTo>
                  <a:lnTo>
                    <a:pt x="414743" y="108813"/>
                  </a:lnTo>
                  <a:lnTo>
                    <a:pt x="414743" y="109689"/>
                  </a:lnTo>
                  <a:lnTo>
                    <a:pt x="567143" y="109689"/>
                  </a:lnTo>
                  <a:lnTo>
                    <a:pt x="567143" y="108813"/>
                  </a:lnTo>
                  <a:close/>
                </a:path>
              </a:pathLst>
            </a:custGeom>
            <a:solidFill>
              <a:srgbClr val="5BD5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0" name="object 490"/>
            <p:cNvSpPr/>
            <p:nvPr/>
          </p:nvSpPr>
          <p:spPr>
            <a:xfrm>
              <a:off x="10320921" y="2050592"/>
              <a:ext cx="360045" cy="41275"/>
            </a:xfrm>
            <a:custGeom>
              <a:avLst/>
              <a:gdLst/>
              <a:ahLst/>
              <a:cxnLst/>
              <a:rect l="l" t="t" r="r" b="b"/>
              <a:pathLst>
                <a:path w="360045" h="41275">
                  <a:moveTo>
                    <a:pt x="152400" y="39674"/>
                  </a:moveTo>
                  <a:lnTo>
                    <a:pt x="0" y="39674"/>
                  </a:lnTo>
                  <a:lnTo>
                    <a:pt x="0" y="40944"/>
                  </a:lnTo>
                  <a:lnTo>
                    <a:pt x="152400" y="40944"/>
                  </a:lnTo>
                  <a:lnTo>
                    <a:pt x="152400" y="39674"/>
                  </a:lnTo>
                  <a:close/>
                </a:path>
                <a:path w="360045" h="41275">
                  <a:moveTo>
                    <a:pt x="359778" y="0"/>
                  </a:moveTo>
                  <a:lnTo>
                    <a:pt x="207378" y="0"/>
                  </a:lnTo>
                  <a:lnTo>
                    <a:pt x="207378" y="4445"/>
                  </a:lnTo>
                  <a:lnTo>
                    <a:pt x="359778" y="4445"/>
                  </a:lnTo>
                  <a:lnTo>
                    <a:pt x="359778" y="0"/>
                  </a:lnTo>
                  <a:close/>
                </a:path>
              </a:pathLst>
            </a:custGeom>
            <a:solidFill>
              <a:srgbClr val="0090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1" name="object 491"/>
            <p:cNvSpPr/>
            <p:nvPr/>
          </p:nvSpPr>
          <p:spPr>
            <a:xfrm>
              <a:off x="10320921" y="2048763"/>
              <a:ext cx="360045" cy="41910"/>
            </a:xfrm>
            <a:custGeom>
              <a:avLst/>
              <a:gdLst/>
              <a:ahLst/>
              <a:cxnLst/>
              <a:rect l="l" t="t" r="r" b="b"/>
              <a:pathLst>
                <a:path w="360045" h="41910">
                  <a:moveTo>
                    <a:pt x="152400" y="39738"/>
                  </a:moveTo>
                  <a:lnTo>
                    <a:pt x="0" y="39738"/>
                  </a:lnTo>
                  <a:lnTo>
                    <a:pt x="0" y="41503"/>
                  </a:lnTo>
                  <a:lnTo>
                    <a:pt x="152400" y="41503"/>
                  </a:lnTo>
                  <a:lnTo>
                    <a:pt x="152400" y="39738"/>
                  </a:lnTo>
                  <a:close/>
                </a:path>
                <a:path w="360045" h="41910">
                  <a:moveTo>
                    <a:pt x="359778" y="0"/>
                  </a:moveTo>
                  <a:lnTo>
                    <a:pt x="207378" y="0"/>
                  </a:lnTo>
                  <a:lnTo>
                    <a:pt x="207378" y="1828"/>
                  </a:lnTo>
                  <a:lnTo>
                    <a:pt x="359778" y="1828"/>
                  </a:lnTo>
                  <a:lnTo>
                    <a:pt x="359778" y="0"/>
                  </a:lnTo>
                  <a:close/>
                </a:path>
              </a:pathLst>
            </a:custGeom>
            <a:solidFill>
              <a:srgbClr val="FF6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2" name="object 492"/>
            <p:cNvSpPr/>
            <p:nvPr/>
          </p:nvSpPr>
          <p:spPr>
            <a:xfrm>
              <a:off x="10320921" y="2035428"/>
              <a:ext cx="360045" cy="53340"/>
            </a:xfrm>
            <a:custGeom>
              <a:avLst/>
              <a:gdLst/>
              <a:ahLst/>
              <a:cxnLst/>
              <a:rect l="l" t="t" r="r" b="b"/>
              <a:pathLst>
                <a:path w="360045" h="53339">
                  <a:moveTo>
                    <a:pt x="152400" y="51358"/>
                  </a:moveTo>
                  <a:lnTo>
                    <a:pt x="0" y="51358"/>
                  </a:lnTo>
                  <a:lnTo>
                    <a:pt x="0" y="53073"/>
                  </a:lnTo>
                  <a:lnTo>
                    <a:pt x="152400" y="53073"/>
                  </a:lnTo>
                  <a:lnTo>
                    <a:pt x="152400" y="51358"/>
                  </a:lnTo>
                  <a:close/>
                </a:path>
                <a:path w="360045" h="53339">
                  <a:moveTo>
                    <a:pt x="359778" y="0"/>
                  </a:moveTo>
                  <a:lnTo>
                    <a:pt x="207378" y="0"/>
                  </a:lnTo>
                  <a:lnTo>
                    <a:pt x="207378" y="13335"/>
                  </a:lnTo>
                  <a:lnTo>
                    <a:pt x="359778" y="13335"/>
                  </a:lnTo>
                  <a:lnTo>
                    <a:pt x="359778" y="0"/>
                  </a:lnTo>
                  <a:close/>
                </a:path>
              </a:pathLst>
            </a:custGeom>
            <a:solidFill>
              <a:srgbClr val="9900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93" name="object 493"/>
          <p:cNvGrpSpPr/>
          <p:nvPr/>
        </p:nvGrpSpPr>
        <p:grpSpPr>
          <a:xfrm>
            <a:off x="10320932" y="2073637"/>
            <a:ext cx="152400" cy="13335"/>
            <a:chOff x="10320932" y="2073637"/>
            <a:chExt cx="152400" cy="13335"/>
          </a:xfrm>
        </p:grpSpPr>
        <p:sp>
          <p:nvSpPr>
            <p:cNvPr id="494" name="object 494"/>
            <p:cNvSpPr/>
            <p:nvPr/>
          </p:nvSpPr>
          <p:spPr>
            <a:xfrm>
              <a:off x="10320932" y="2076929"/>
              <a:ext cx="152400" cy="10160"/>
            </a:xfrm>
            <a:custGeom>
              <a:avLst/>
              <a:gdLst/>
              <a:ahLst/>
              <a:cxnLst/>
              <a:rect l="l" t="t" r="r" b="b"/>
              <a:pathLst>
                <a:path w="152400" h="10160">
                  <a:moveTo>
                    <a:pt x="152400" y="9851"/>
                  </a:moveTo>
                  <a:lnTo>
                    <a:pt x="0" y="9851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9851"/>
                  </a:lnTo>
                  <a:close/>
                </a:path>
              </a:pathLst>
            </a:custGeom>
            <a:solidFill>
              <a:srgbClr val="533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5" name="object 495"/>
            <p:cNvSpPr/>
            <p:nvPr/>
          </p:nvSpPr>
          <p:spPr>
            <a:xfrm>
              <a:off x="10320932" y="2073637"/>
              <a:ext cx="152400" cy="3810"/>
            </a:xfrm>
            <a:custGeom>
              <a:avLst/>
              <a:gdLst/>
              <a:ahLst/>
              <a:cxnLst/>
              <a:rect l="l" t="t" r="r" b="b"/>
              <a:pathLst>
                <a:path w="152400" h="3810">
                  <a:moveTo>
                    <a:pt x="152400" y="3292"/>
                  </a:moveTo>
                  <a:lnTo>
                    <a:pt x="0" y="3292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3292"/>
                  </a:lnTo>
                  <a:close/>
                </a:path>
              </a:pathLst>
            </a:custGeom>
            <a:solidFill>
              <a:srgbClr val="FF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96" name="object 496"/>
          <p:cNvGrpSpPr/>
          <p:nvPr/>
        </p:nvGrpSpPr>
        <p:grpSpPr>
          <a:xfrm>
            <a:off x="9284096" y="1037602"/>
            <a:ext cx="152400" cy="1121410"/>
            <a:chOff x="9284096" y="1037602"/>
            <a:chExt cx="152400" cy="1121410"/>
          </a:xfrm>
        </p:grpSpPr>
        <p:sp>
          <p:nvSpPr>
            <p:cNvPr id="497" name="object 497"/>
            <p:cNvSpPr/>
            <p:nvPr/>
          </p:nvSpPr>
          <p:spPr>
            <a:xfrm>
              <a:off x="9284096" y="2022862"/>
              <a:ext cx="152400" cy="136525"/>
            </a:xfrm>
            <a:custGeom>
              <a:avLst/>
              <a:gdLst/>
              <a:ahLst/>
              <a:cxnLst/>
              <a:rect l="l" t="t" r="r" b="b"/>
              <a:pathLst>
                <a:path w="152400" h="136525">
                  <a:moveTo>
                    <a:pt x="152399" y="136137"/>
                  </a:moveTo>
                  <a:lnTo>
                    <a:pt x="0" y="136137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136137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8" name="object 498"/>
            <p:cNvSpPr/>
            <p:nvPr/>
          </p:nvSpPr>
          <p:spPr>
            <a:xfrm>
              <a:off x="9284096" y="2021155"/>
              <a:ext cx="152400" cy="1905"/>
            </a:xfrm>
            <a:custGeom>
              <a:avLst/>
              <a:gdLst/>
              <a:ahLst/>
              <a:cxnLst/>
              <a:rect l="l" t="t" r="r" b="b"/>
              <a:pathLst>
                <a:path w="152400" h="1905">
                  <a:moveTo>
                    <a:pt x="152399" y="1706"/>
                  </a:moveTo>
                  <a:lnTo>
                    <a:pt x="0" y="1706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1706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9" name="object 499"/>
            <p:cNvSpPr/>
            <p:nvPr/>
          </p:nvSpPr>
          <p:spPr>
            <a:xfrm>
              <a:off x="9284096" y="1986957"/>
              <a:ext cx="152400" cy="34290"/>
            </a:xfrm>
            <a:custGeom>
              <a:avLst/>
              <a:gdLst/>
              <a:ahLst/>
              <a:cxnLst/>
              <a:rect l="l" t="t" r="r" b="b"/>
              <a:pathLst>
                <a:path w="152400" h="34289">
                  <a:moveTo>
                    <a:pt x="152399" y="34198"/>
                  </a:moveTo>
                  <a:lnTo>
                    <a:pt x="0" y="34198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34198"/>
                  </a:lnTo>
                  <a:close/>
                </a:path>
              </a:pathLst>
            </a:custGeom>
            <a:solidFill>
              <a:srgbClr val="E66B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0" name="object 500"/>
            <p:cNvSpPr/>
            <p:nvPr/>
          </p:nvSpPr>
          <p:spPr>
            <a:xfrm>
              <a:off x="9284096" y="1916619"/>
              <a:ext cx="152400" cy="70485"/>
            </a:xfrm>
            <a:custGeom>
              <a:avLst/>
              <a:gdLst/>
              <a:ahLst/>
              <a:cxnLst/>
              <a:rect l="l" t="t" r="r" b="b"/>
              <a:pathLst>
                <a:path w="152400" h="70485">
                  <a:moveTo>
                    <a:pt x="152399" y="70337"/>
                  </a:moveTo>
                  <a:lnTo>
                    <a:pt x="0" y="70337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70337"/>
                  </a:lnTo>
                  <a:close/>
                </a:path>
              </a:pathLst>
            </a:custGeom>
            <a:solidFill>
              <a:srgbClr val="6A00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1" name="object 501"/>
            <p:cNvSpPr/>
            <p:nvPr/>
          </p:nvSpPr>
          <p:spPr>
            <a:xfrm>
              <a:off x="9284096" y="1909774"/>
              <a:ext cx="152400" cy="6985"/>
            </a:xfrm>
            <a:custGeom>
              <a:avLst/>
              <a:gdLst/>
              <a:ahLst/>
              <a:cxnLst/>
              <a:rect l="l" t="t" r="r" b="b"/>
              <a:pathLst>
                <a:path w="152400" h="6985">
                  <a:moveTo>
                    <a:pt x="152399" y="6844"/>
                  </a:moveTo>
                  <a:lnTo>
                    <a:pt x="0" y="6844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6844"/>
                  </a:lnTo>
                  <a:close/>
                </a:path>
              </a:pathLst>
            </a:custGeom>
            <a:solidFill>
              <a:srgbClr val="DF44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2" name="object 502"/>
            <p:cNvSpPr/>
            <p:nvPr/>
          </p:nvSpPr>
          <p:spPr>
            <a:xfrm>
              <a:off x="9284096" y="1838364"/>
              <a:ext cx="152400" cy="71755"/>
            </a:xfrm>
            <a:custGeom>
              <a:avLst/>
              <a:gdLst/>
              <a:ahLst/>
              <a:cxnLst/>
              <a:rect l="l" t="t" r="r" b="b"/>
              <a:pathLst>
                <a:path w="152400" h="71755">
                  <a:moveTo>
                    <a:pt x="152399" y="71410"/>
                  </a:moveTo>
                  <a:lnTo>
                    <a:pt x="0" y="71410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71410"/>
                  </a:lnTo>
                  <a:close/>
                </a:path>
              </a:pathLst>
            </a:custGeom>
            <a:solidFill>
              <a:srgbClr val="D9B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3" name="object 503"/>
            <p:cNvSpPr/>
            <p:nvPr/>
          </p:nvSpPr>
          <p:spPr>
            <a:xfrm>
              <a:off x="9284096" y="1810918"/>
              <a:ext cx="152400" cy="27940"/>
            </a:xfrm>
            <a:custGeom>
              <a:avLst/>
              <a:gdLst/>
              <a:ahLst/>
              <a:cxnLst/>
              <a:rect l="l" t="t" r="r" b="b"/>
              <a:pathLst>
                <a:path w="152400" h="27939">
                  <a:moveTo>
                    <a:pt x="152399" y="27446"/>
                  </a:moveTo>
                  <a:lnTo>
                    <a:pt x="0" y="27446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27446"/>
                  </a:lnTo>
                  <a:close/>
                </a:path>
              </a:pathLst>
            </a:custGeom>
            <a:solidFill>
              <a:srgbClr val="D545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4" name="object 504"/>
            <p:cNvSpPr/>
            <p:nvPr/>
          </p:nvSpPr>
          <p:spPr>
            <a:xfrm>
              <a:off x="9284096" y="1796602"/>
              <a:ext cx="152400" cy="14604"/>
            </a:xfrm>
            <a:custGeom>
              <a:avLst/>
              <a:gdLst/>
              <a:ahLst/>
              <a:cxnLst/>
              <a:rect l="l" t="t" r="r" b="b"/>
              <a:pathLst>
                <a:path w="152400" h="14605">
                  <a:moveTo>
                    <a:pt x="152399" y="14316"/>
                  </a:moveTo>
                  <a:lnTo>
                    <a:pt x="0" y="14316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14316"/>
                  </a:lnTo>
                  <a:close/>
                </a:path>
              </a:pathLst>
            </a:custGeom>
            <a:solidFill>
              <a:srgbClr val="1872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5" name="object 505"/>
            <p:cNvSpPr/>
            <p:nvPr/>
          </p:nvSpPr>
          <p:spPr>
            <a:xfrm>
              <a:off x="9284096" y="1791528"/>
              <a:ext cx="152400" cy="5080"/>
            </a:xfrm>
            <a:custGeom>
              <a:avLst/>
              <a:gdLst/>
              <a:ahLst/>
              <a:cxnLst/>
              <a:rect l="l" t="t" r="r" b="b"/>
              <a:pathLst>
                <a:path w="152400" h="5080">
                  <a:moveTo>
                    <a:pt x="152399" y="5073"/>
                  </a:moveTo>
                  <a:lnTo>
                    <a:pt x="0" y="5073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5073"/>
                  </a:lnTo>
                  <a:close/>
                </a:path>
              </a:pathLst>
            </a:custGeom>
            <a:solidFill>
              <a:srgbClr val="1A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6" name="object 506"/>
            <p:cNvSpPr/>
            <p:nvPr/>
          </p:nvSpPr>
          <p:spPr>
            <a:xfrm>
              <a:off x="9284096" y="1707041"/>
              <a:ext cx="152400" cy="85090"/>
            </a:xfrm>
            <a:custGeom>
              <a:avLst/>
              <a:gdLst/>
              <a:ahLst/>
              <a:cxnLst/>
              <a:rect l="l" t="t" r="r" b="b"/>
              <a:pathLst>
                <a:path w="152400" h="85089">
                  <a:moveTo>
                    <a:pt x="152399" y="84487"/>
                  </a:moveTo>
                  <a:lnTo>
                    <a:pt x="0" y="84487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84487"/>
                  </a:lnTo>
                  <a:close/>
                </a:path>
              </a:pathLst>
            </a:custGeom>
            <a:solidFill>
              <a:srgbClr val="409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7" name="object 507"/>
            <p:cNvSpPr/>
            <p:nvPr/>
          </p:nvSpPr>
          <p:spPr>
            <a:xfrm>
              <a:off x="9284096" y="1661400"/>
              <a:ext cx="152400" cy="45720"/>
            </a:xfrm>
            <a:custGeom>
              <a:avLst/>
              <a:gdLst/>
              <a:ahLst/>
              <a:cxnLst/>
              <a:rect l="l" t="t" r="r" b="b"/>
              <a:pathLst>
                <a:path w="152400" h="45719">
                  <a:moveTo>
                    <a:pt x="152399" y="45640"/>
                  </a:moveTo>
                  <a:lnTo>
                    <a:pt x="0" y="45640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45640"/>
                  </a:lnTo>
                  <a:close/>
                </a:path>
              </a:pathLst>
            </a:custGeom>
            <a:solidFill>
              <a:srgbClr val="FFA0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8" name="object 508"/>
            <p:cNvSpPr/>
            <p:nvPr/>
          </p:nvSpPr>
          <p:spPr>
            <a:xfrm>
              <a:off x="9284096" y="1572090"/>
              <a:ext cx="152400" cy="89535"/>
            </a:xfrm>
            <a:custGeom>
              <a:avLst/>
              <a:gdLst/>
              <a:ahLst/>
              <a:cxnLst/>
              <a:rect l="l" t="t" r="r" b="b"/>
              <a:pathLst>
                <a:path w="152400" h="89535">
                  <a:moveTo>
                    <a:pt x="152399" y="89310"/>
                  </a:moveTo>
                  <a:lnTo>
                    <a:pt x="0" y="89310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89310"/>
                  </a:lnTo>
                  <a:close/>
                </a:path>
              </a:pathLst>
            </a:custGeom>
            <a:solidFill>
              <a:srgbClr val="BE5C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9" name="object 509"/>
            <p:cNvSpPr/>
            <p:nvPr/>
          </p:nvSpPr>
          <p:spPr>
            <a:xfrm>
              <a:off x="9284096" y="1464495"/>
              <a:ext cx="152400" cy="107950"/>
            </a:xfrm>
            <a:custGeom>
              <a:avLst/>
              <a:gdLst/>
              <a:ahLst/>
              <a:cxnLst/>
              <a:rect l="l" t="t" r="r" b="b"/>
              <a:pathLst>
                <a:path w="152400" h="107950">
                  <a:moveTo>
                    <a:pt x="152399" y="107594"/>
                  </a:moveTo>
                  <a:lnTo>
                    <a:pt x="0" y="107594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107594"/>
                  </a:lnTo>
                  <a:close/>
                </a:path>
              </a:pathLst>
            </a:custGeom>
            <a:solidFill>
              <a:srgbClr val="F472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0" name="object 510"/>
            <p:cNvSpPr/>
            <p:nvPr/>
          </p:nvSpPr>
          <p:spPr>
            <a:xfrm>
              <a:off x="9284096" y="1463382"/>
              <a:ext cx="152400" cy="1270"/>
            </a:xfrm>
            <a:custGeom>
              <a:avLst/>
              <a:gdLst/>
              <a:ahLst/>
              <a:cxnLst/>
              <a:rect l="l" t="t" r="r" b="b"/>
              <a:pathLst>
                <a:path w="152400" h="1269">
                  <a:moveTo>
                    <a:pt x="152399" y="1113"/>
                  </a:moveTo>
                  <a:lnTo>
                    <a:pt x="0" y="1113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1113"/>
                  </a:lnTo>
                  <a:close/>
                </a:path>
              </a:pathLst>
            </a:custGeom>
            <a:solidFill>
              <a:srgbClr val="FF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1" name="object 511"/>
            <p:cNvSpPr/>
            <p:nvPr/>
          </p:nvSpPr>
          <p:spPr>
            <a:xfrm>
              <a:off x="9284096" y="1450357"/>
              <a:ext cx="152400" cy="13335"/>
            </a:xfrm>
            <a:custGeom>
              <a:avLst/>
              <a:gdLst/>
              <a:ahLst/>
              <a:cxnLst/>
              <a:rect l="l" t="t" r="r" b="b"/>
              <a:pathLst>
                <a:path w="152400" h="13334">
                  <a:moveTo>
                    <a:pt x="152399" y="13024"/>
                  </a:moveTo>
                  <a:lnTo>
                    <a:pt x="0" y="13024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13024"/>
                  </a:lnTo>
                  <a:close/>
                </a:path>
              </a:pathLst>
            </a:custGeom>
            <a:solidFill>
              <a:srgbClr val="5BD5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2" name="object 512"/>
            <p:cNvSpPr/>
            <p:nvPr/>
          </p:nvSpPr>
          <p:spPr>
            <a:xfrm>
              <a:off x="9284096" y="1400693"/>
              <a:ext cx="152400" cy="50165"/>
            </a:xfrm>
            <a:custGeom>
              <a:avLst/>
              <a:gdLst/>
              <a:ahLst/>
              <a:cxnLst/>
              <a:rect l="l" t="t" r="r" b="b"/>
              <a:pathLst>
                <a:path w="152400" h="50165">
                  <a:moveTo>
                    <a:pt x="152399" y="49664"/>
                  </a:moveTo>
                  <a:lnTo>
                    <a:pt x="0" y="49664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49664"/>
                  </a:lnTo>
                  <a:close/>
                </a:path>
              </a:pathLst>
            </a:custGeom>
            <a:solidFill>
              <a:srgbClr val="0090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3" name="object 513"/>
            <p:cNvSpPr/>
            <p:nvPr/>
          </p:nvSpPr>
          <p:spPr>
            <a:xfrm>
              <a:off x="9284096" y="1366940"/>
              <a:ext cx="152400" cy="34290"/>
            </a:xfrm>
            <a:custGeom>
              <a:avLst/>
              <a:gdLst/>
              <a:ahLst/>
              <a:cxnLst/>
              <a:rect l="l" t="t" r="r" b="b"/>
              <a:pathLst>
                <a:path w="152400" h="34290">
                  <a:moveTo>
                    <a:pt x="152399" y="33752"/>
                  </a:moveTo>
                  <a:lnTo>
                    <a:pt x="0" y="33752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33752"/>
                  </a:lnTo>
                  <a:close/>
                </a:path>
              </a:pathLst>
            </a:custGeom>
            <a:solidFill>
              <a:srgbClr val="FF6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4" name="object 514"/>
            <p:cNvSpPr/>
            <p:nvPr/>
          </p:nvSpPr>
          <p:spPr>
            <a:xfrm>
              <a:off x="9284096" y="1297481"/>
              <a:ext cx="152400" cy="69850"/>
            </a:xfrm>
            <a:custGeom>
              <a:avLst/>
              <a:gdLst/>
              <a:ahLst/>
              <a:cxnLst/>
              <a:rect l="l" t="t" r="r" b="b"/>
              <a:pathLst>
                <a:path w="152400" h="69850">
                  <a:moveTo>
                    <a:pt x="152399" y="69458"/>
                  </a:moveTo>
                  <a:lnTo>
                    <a:pt x="0" y="69458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69458"/>
                  </a:lnTo>
                  <a:close/>
                </a:path>
              </a:pathLst>
            </a:custGeom>
            <a:solidFill>
              <a:srgbClr val="9900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5" name="object 515"/>
            <p:cNvSpPr/>
            <p:nvPr/>
          </p:nvSpPr>
          <p:spPr>
            <a:xfrm>
              <a:off x="9284096" y="1297222"/>
              <a:ext cx="152400" cy="635"/>
            </a:xfrm>
            <a:custGeom>
              <a:avLst/>
              <a:gdLst/>
              <a:ahLst/>
              <a:cxnLst/>
              <a:rect l="l" t="t" r="r" b="b"/>
              <a:pathLst>
                <a:path w="152400" h="634">
                  <a:moveTo>
                    <a:pt x="152399" y="258"/>
                  </a:moveTo>
                  <a:lnTo>
                    <a:pt x="0" y="258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258"/>
                  </a:lnTo>
                  <a:close/>
                </a:path>
              </a:pathLst>
            </a:custGeom>
            <a:solidFill>
              <a:srgbClr val="EC0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6" name="object 516"/>
            <p:cNvSpPr/>
            <p:nvPr/>
          </p:nvSpPr>
          <p:spPr>
            <a:xfrm>
              <a:off x="9284096" y="1258527"/>
              <a:ext cx="152400" cy="38735"/>
            </a:xfrm>
            <a:custGeom>
              <a:avLst/>
              <a:gdLst/>
              <a:ahLst/>
              <a:cxnLst/>
              <a:rect l="l" t="t" r="r" b="b"/>
              <a:pathLst>
                <a:path w="152400" h="38734">
                  <a:moveTo>
                    <a:pt x="152399" y="38695"/>
                  </a:moveTo>
                  <a:lnTo>
                    <a:pt x="0" y="38695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38695"/>
                  </a:lnTo>
                  <a:close/>
                </a:path>
              </a:pathLst>
            </a:custGeom>
            <a:solidFill>
              <a:srgbClr val="533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7" name="object 517"/>
            <p:cNvSpPr/>
            <p:nvPr/>
          </p:nvSpPr>
          <p:spPr>
            <a:xfrm>
              <a:off x="9284096" y="1146612"/>
              <a:ext cx="152400" cy="112395"/>
            </a:xfrm>
            <a:custGeom>
              <a:avLst/>
              <a:gdLst/>
              <a:ahLst/>
              <a:cxnLst/>
              <a:rect l="l" t="t" r="r" b="b"/>
              <a:pathLst>
                <a:path w="152400" h="112394">
                  <a:moveTo>
                    <a:pt x="152399" y="111915"/>
                  </a:moveTo>
                  <a:lnTo>
                    <a:pt x="0" y="111915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111915"/>
                  </a:lnTo>
                  <a:close/>
                </a:path>
              </a:pathLst>
            </a:custGeom>
            <a:solidFill>
              <a:srgbClr val="FF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8" name="object 518"/>
            <p:cNvSpPr/>
            <p:nvPr/>
          </p:nvSpPr>
          <p:spPr>
            <a:xfrm>
              <a:off x="9284096" y="1037602"/>
              <a:ext cx="152400" cy="109220"/>
            </a:xfrm>
            <a:custGeom>
              <a:avLst/>
              <a:gdLst/>
              <a:ahLst/>
              <a:cxnLst/>
              <a:rect l="l" t="t" r="r" b="b"/>
              <a:pathLst>
                <a:path w="152400" h="109219">
                  <a:moveTo>
                    <a:pt x="152399" y="109010"/>
                  </a:moveTo>
                  <a:lnTo>
                    <a:pt x="0" y="109010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109010"/>
                  </a:lnTo>
                  <a:close/>
                </a:path>
              </a:pathLst>
            </a:custGeom>
            <a:solidFill>
              <a:srgbClr val="2589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19" name="object 519"/>
          <p:cNvGrpSpPr/>
          <p:nvPr/>
        </p:nvGrpSpPr>
        <p:grpSpPr>
          <a:xfrm>
            <a:off x="9491464" y="1787529"/>
            <a:ext cx="152400" cy="191135"/>
            <a:chOff x="9491464" y="1787529"/>
            <a:chExt cx="152400" cy="191135"/>
          </a:xfrm>
        </p:grpSpPr>
        <p:sp>
          <p:nvSpPr>
            <p:cNvPr id="520" name="object 520"/>
            <p:cNvSpPr/>
            <p:nvPr/>
          </p:nvSpPr>
          <p:spPr>
            <a:xfrm>
              <a:off x="9491464" y="1930347"/>
              <a:ext cx="152400" cy="48260"/>
            </a:xfrm>
            <a:custGeom>
              <a:avLst/>
              <a:gdLst/>
              <a:ahLst/>
              <a:cxnLst/>
              <a:rect l="l" t="t" r="r" b="b"/>
              <a:pathLst>
                <a:path w="152400" h="48260">
                  <a:moveTo>
                    <a:pt x="152399" y="48155"/>
                  </a:moveTo>
                  <a:lnTo>
                    <a:pt x="0" y="48155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48155"/>
                  </a:lnTo>
                  <a:close/>
                </a:path>
              </a:pathLst>
            </a:custGeom>
            <a:solidFill>
              <a:srgbClr val="BE5C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1" name="object 521"/>
            <p:cNvSpPr/>
            <p:nvPr/>
          </p:nvSpPr>
          <p:spPr>
            <a:xfrm>
              <a:off x="9491464" y="1897373"/>
              <a:ext cx="152400" cy="33020"/>
            </a:xfrm>
            <a:custGeom>
              <a:avLst/>
              <a:gdLst/>
              <a:ahLst/>
              <a:cxnLst/>
              <a:rect l="l" t="t" r="r" b="b"/>
              <a:pathLst>
                <a:path w="152400" h="33019">
                  <a:moveTo>
                    <a:pt x="152399" y="32974"/>
                  </a:moveTo>
                  <a:lnTo>
                    <a:pt x="0" y="32974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32974"/>
                  </a:lnTo>
                  <a:close/>
                </a:path>
              </a:pathLst>
            </a:custGeom>
            <a:solidFill>
              <a:srgbClr val="F472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2" name="object 522"/>
            <p:cNvSpPr/>
            <p:nvPr/>
          </p:nvSpPr>
          <p:spPr>
            <a:xfrm>
              <a:off x="9491464" y="1897342"/>
              <a:ext cx="152400" cy="0"/>
            </a:xfrm>
            <a:custGeom>
              <a:avLst/>
              <a:gdLst/>
              <a:ahLst/>
              <a:cxnLst/>
              <a:rect l="l" t="t" r="r" b="b"/>
              <a:pathLst>
                <a:path w="152400">
                  <a:moveTo>
                    <a:pt x="152399" y="0"/>
                  </a:moveTo>
                  <a:lnTo>
                    <a:pt x="0" y="0"/>
                  </a:lnTo>
                  <a:lnTo>
                    <a:pt x="152399" y="0"/>
                  </a:lnTo>
                  <a:close/>
                </a:path>
              </a:pathLst>
            </a:custGeom>
            <a:solidFill>
              <a:srgbClr val="FF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3" name="object 523"/>
            <p:cNvSpPr/>
            <p:nvPr/>
          </p:nvSpPr>
          <p:spPr>
            <a:xfrm>
              <a:off x="9491464" y="1891586"/>
              <a:ext cx="152400" cy="6350"/>
            </a:xfrm>
            <a:custGeom>
              <a:avLst/>
              <a:gdLst/>
              <a:ahLst/>
              <a:cxnLst/>
              <a:rect l="l" t="t" r="r" b="b"/>
              <a:pathLst>
                <a:path w="152400" h="6350">
                  <a:moveTo>
                    <a:pt x="152399" y="5755"/>
                  </a:moveTo>
                  <a:lnTo>
                    <a:pt x="0" y="5755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5755"/>
                  </a:lnTo>
                  <a:close/>
                </a:path>
              </a:pathLst>
            </a:custGeom>
            <a:solidFill>
              <a:srgbClr val="5BD5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4" name="object 524"/>
            <p:cNvSpPr/>
            <p:nvPr/>
          </p:nvSpPr>
          <p:spPr>
            <a:xfrm>
              <a:off x="9491464" y="1878451"/>
              <a:ext cx="152400" cy="13335"/>
            </a:xfrm>
            <a:custGeom>
              <a:avLst/>
              <a:gdLst/>
              <a:ahLst/>
              <a:cxnLst/>
              <a:rect l="l" t="t" r="r" b="b"/>
              <a:pathLst>
                <a:path w="152400" h="13335">
                  <a:moveTo>
                    <a:pt x="152399" y="13135"/>
                  </a:moveTo>
                  <a:lnTo>
                    <a:pt x="0" y="13135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13135"/>
                  </a:lnTo>
                  <a:close/>
                </a:path>
              </a:pathLst>
            </a:custGeom>
            <a:solidFill>
              <a:srgbClr val="0090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5" name="object 525"/>
            <p:cNvSpPr/>
            <p:nvPr/>
          </p:nvSpPr>
          <p:spPr>
            <a:xfrm>
              <a:off x="9491464" y="1871909"/>
              <a:ext cx="152400" cy="6985"/>
            </a:xfrm>
            <a:custGeom>
              <a:avLst/>
              <a:gdLst/>
              <a:ahLst/>
              <a:cxnLst/>
              <a:rect l="l" t="t" r="r" b="b"/>
              <a:pathLst>
                <a:path w="152400" h="6985">
                  <a:moveTo>
                    <a:pt x="152399" y="6542"/>
                  </a:moveTo>
                  <a:lnTo>
                    <a:pt x="0" y="6542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6542"/>
                  </a:lnTo>
                  <a:close/>
                </a:path>
              </a:pathLst>
            </a:custGeom>
            <a:solidFill>
              <a:srgbClr val="FF6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6" name="object 526"/>
            <p:cNvSpPr/>
            <p:nvPr/>
          </p:nvSpPr>
          <p:spPr>
            <a:xfrm>
              <a:off x="9491464" y="1839249"/>
              <a:ext cx="152400" cy="33020"/>
            </a:xfrm>
            <a:custGeom>
              <a:avLst/>
              <a:gdLst/>
              <a:ahLst/>
              <a:cxnLst/>
              <a:rect l="l" t="t" r="r" b="b"/>
              <a:pathLst>
                <a:path w="152400" h="33019">
                  <a:moveTo>
                    <a:pt x="152399" y="32659"/>
                  </a:moveTo>
                  <a:lnTo>
                    <a:pt x="0" y="32659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32659"/>
                  </a:lnTo>
                  <a:close/>
                </a:path>
              </a:pathLst>
            </a:custGeom>
            <a:solidFill>
              <a:srgbClr val="9900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7" name="object 527"/>
            <p:cNvSpPr/>
            <p:nvPr/>
          </p:nvSpPr>
          <p:spPr>
            <a:xfrm>
              <a:off x="9491464" y="1839247"/>
              <a:ext cx="152400" cy="0"/>
            </a:xfrm>
            <a:custGeom>
              <a:avLst/>
              <a:gdLst/>
              <a:ahLst/>
              <a:cxnLst/>
              <a:rect l="l" t="t" r="r" b="b"/>
              <a:pathLst>
                <a:path w="152400">
                  <a:moveTo>
                    <a:pt x="152399" y="0"/>
                  </a:moveTo>
                  <a:lnTo>
                    <a:pt x="0" y="0"/>
                  </a:lnTo>
                  <a:lnTo>
                    <a:pt x="152399" y="0"/>
                  </a:lnTo>
                  <a:close/>
                </a:path>
              </a:pathLst>
            </a:custGeom>
            <a:solidFill>
              <a:srgbClr val="EC0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8" name="object 528"/>
            <p:cNvSpPr/>
            <p:nvPr/>
          </p:nvSpPr>
          <p:spPr>
            <a:xfrm>
              <a:off x="9491464" y="1836205"/>
              <a:ext cx="152400" cy="3175"/>
            </a:xfrm>
            <a:custGeom>
              <a:avLst/>
              <a:gdLst/>
              <a:ahLst/>
              <a:cxnLst/>
              <a:rect l="l" t="t" r="r" b="b"/>
              <a:pathLst>
                <a:path w="152400" h="3175">
                  <a:moveTo>
                    <a:pt x="152399" y="3042"/>
                  </a:moveTo>
                  <a:lnTo>
                    <a:pt x="0" y="3042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3042"/>
                  </a:lnTo>
                  <a:close/>
                </a:path>
              </a:pathLst>
            </a:custGeom>
            <a:solidFill>
              <a:srgbClr val="533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9" name="object 529"/>
            <p:cNvSpPr/>
            <p:nvPr/>
          </p:nvSpPr>
          <p:spPr>
            <a:xfrm>
              <a:off x="9491464" y="1792930"/>
              <a:ext cx="152400" cy="43815"/>
            </a:xfrm>
            <a:custGeom>
              <a:avLst/>
              <a:gdLst/>
              <a:ahLst/>
              <a:cxnLst/>
              <a:rect l="l" t="t" r="r" b="b"/>
              <a:pathLst>
                <a:path w="152400" h="43814">
                  <a:moveTo>
                    <a:pt x="152399" y="43274"/>
                  </a:moveTo>
                  <a:lnTo>
                    <a:pt x="0" y="43274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43274"/>
                  </a:lnTo>
                  <a:close/>
                </a:path>
              </a:pathLst>
            </a:custGeom>
            <a:solidFill>
              <a:srgbClr val="FF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0" name="object 530"/>
            <p:cNvSpPr/>
            <p:nvPr/>
          </p:nvSpPr>
          <p:spPr>
            <a:xfrm>
              <a:off x="9491464" y="1787529"/>
              <a:ext cx="152400" cy="5715"/>
            </a:xfrm>
            <a:custGeom>
              <a:avLst/>
              <a:gdLst/>
              <a:ahLst/>
              <a:cxnLst/>
              <a:rect l="l" t="t" r="r" b="b"/>
              <a:pathLst>
                <a:path w="152400" h="5714">
                  <a:moveTo>
                    <a:pt x="152399" y="5401"/>
                  </a:moveTo>
                  <a:lnTo>
                    <a:pt x="0" y="5401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5401"/>
                  </a:lnTo>
                  <a:close/>
                </a:path>
              </a:pathLst>
            </a:custGeom>
            <a:solidFill>
              <a:srgbClr val="2589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31" name="object 531"/>
          <p:cNvGrpSpPr/>
          <p:nvPr/>
        </p:nvGrpSpPr>
        <p:grpSpPr>
          <a:xfrm>
            <a:off x="9698831" y="1791887"/>
            <a:ext cx="152400" cy="161925"/>
            <a:chOff x="9698831" y="1791887"/>
            <a:chExt cx="152400" cy="161925"/>
          </a:xfrm>
        </p:grpSpPr>
        <p:sp>
          <p:nvSpPr>
            <p:cNvPr id="532" name="object 532"/>
            <p:cNvSpPr/>
            <p:nvPr/>
          </p:nvSpPr>
          <p:spPr>
            <a:xfrm>
              <a:off x="9698831" y="1916572"/>
              <a:ext cx="152400" cy="36830"/>
            </a:xfrm>
            <a:custGeom>
              <a:avLst/>
              <a:gdLst/>
              <a:ahLst/>
              <a:cxnLst/>
              <a:rect l="l" t="t" r="r" b="b"/>
              <a:pathLst>
                <a:path w="152400" h="36830">
                  <a:moveTo>
                    <a:pt x="152400" y="36732"/>
                  </a:moveTo>
                  <a:lnTo>
                    <a:pt x="0" y="36732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36732"/>
                  </a:lnTo>
                  <a:close/>
                </a:path>
              </a:pathLst>
            </a:custGeom>
            <a:solidFill>
              <a:srgbClr val="F472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3" name="object 533"/>
            <p:cNvSpPr/>
            <p:nvPr/>
          </p:nvSpPr>
          <p:spPr>
            <a:xfrm>
              <a:off x="9698831" y="1914447"/>
              <a:ext cx="152400" cy="2540"/>
            </a:xfrm>
            <a:custGeom>
              <a:avLst/>
              <a:gdLst/>
              <a:ahLst/>
              <a:cxnLst/>
              <a:rect l="l" t="t" r="r" b="b"/>
              <a:pathLst>
                <a:path w="152400" h="2539">
                  <a:moveTo>
                    <a:pt x="152400" y="2124"/>
                  </a:moveTo>
                  <a:lnTo>
                    <a:pt x="0" y="2124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2124"/>
                  </a:lnTo>
                  <a:close/>
                </a:path>
              </a:pathLst>
            </a:custGeom>
            <a:solidFill>
              <a:srgbClr val="B4A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4" name="object 534"/>
            <p:cNvSpPr/>
            <p:nvPr/>
          </p:nvSpPr>
          <p:spPr>
            <a:xfrm>
              <a:off x="9698831" y="1912871"/>
              <a:ext cx="152400" cy="1905"/>
            </a:xfrm>
            <a:custGeom>
              <a:avLst/>
              <a:gdLst/>
              <a:ahLst/>
              <a:cxnLst/>
              <a:rect l="l" t="t" r="r" b="b"/>
              <a:pathLst>
                <a:path w="152400" h="1905">
                  <a:moveTo>
                    <a:pt x="152400" y="1575"/>
                  </a:moveTo>
                  <a:lnTo>
                    <a:pt x="0" y="1575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575"/>
                  </a:lnTo>
                  <a:close/>
                </a:path>
              </a:pathLst>
            </a:custGeom>
            <a:solidFill>
              <a:srgbClr val="C3A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5" name="object 535"/>
            <p:cNvSpPr/>
            <p:nvPr/>
          </p:nvSpPr>
          <p:spPr>
            <a:xfrm>
              <a:off x="9698831" y="1911999"/>
              <a:ext cx="152400" cy="1270"/>
            </a:xfrm>
            <a:custGeom>
              <a:avLst/>
              <a:gdLst/>
              <a:ahLst/>
              <a:cxnLst/>
              <a:rect l="l" t="t" r="r" b="b"/>
              <a:pathLst>
                <a:path w="152400" h="1269">
                  <a:moveTo>
                    <a:pt x="152400" y="872"/>
                  </a:moveTo>
                  <a:lnTo>
                    <a:pt x="0" y="872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872"/>
                  </a:lnTo>
                  <a:close/>
                </a:path>
              </a:pathLst>
            </a:custGeom>
            <a:solidFill>
              <a:srgbClr val="FF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6" name="object 536"/>
            <p:cNvSpPr/>
            <p:nvPr/>
          </p:nvSpPr>
          <p:spPr>
            <a:xfrm>
              <a:off x="9698831" y="1910681"/>
              <a:ext cx="152400" cy="1905"/>
            </a:xfrm>
            <a:custGeom>
              <a:avLst/>
              <a:gdLst/>
              <a:ahLst/>
              <a:cxnLst/>
              <a:rect l="l" t="t" r="r" b="b"/>
              <a:pathLst>
                <a:path w="152400" h="1905">
                  <a:moveTo>
                    <a:pt x="152400" y="1317"/>
                  </a:moveTo>
                  <a:lnTo>
                    <a:pt x="0" y="1317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317"/>
                  </a:lnTo>
                  <a:close/>
                </a:path>
              </a:pathLst>
            </a:custGeom>
            <a:solidFill>
              <a:srgbClr val="00DA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7" name="object 537"/>
            <p:cNvSpPr/>
            <p:nvPr/>
          </p:nvSpPr>
          <p:spPr>
            <a:xfrm>
              <a:off x="9698831" y="1900521"/>
              <a:ext cx="152400" cy="10160"/>
            </a:xfrm>
            <a:custGeom>
              <a:avLst/>
              <a:gdLst/>
              <a:ahLst/>
              <a:cxnLst/>
              <a:rect l="l" t="t" r="r" b="b"/>
              <a:pathLst>
                <a:path w="152400" h="10160">
                  <a:moveTo>
                    <a:pt x="152400" y="10159"/>
                  </a:moveTo>
                  <a:lnTo>
                    <a:pt x="0" y="10159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0159"/>
                  </a:lnTo>
                  <a:close/>
                </a:path>
              </a:pathLst>
            </a:custGeom>
            <a:solidFill>
              <a:srgbClr val="5BD5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8" name="object 538"/>
            <p:cNvSpPr/>
            <p:nvPr/>
          </p:nvSpPr>
          <p:spPr>
            <a:xfrm>
              <a:off x="9698831" y="1879844"/>
              <a:ext cx="152400" cy="20955"/>
            </a:xfrm>
            <a:custGeom>
              <a:avLst/>
              <a:gdLst/>
              <a:ahLst/>
              <a:cxnLst/>
              <a:rect l="l" t="t" r="r" b="b"/>
              <a:pathLst>
                <a:path w="152400" h="20955">
                  <a:moveTo>
                    <a:pt x="152400" y="20676"/>
                  </a:moveTo>
                  <a:lnTo>
                    <a:pt x="0" y="20676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20676"/>
                  </a:lnTo>
                  <a:close/>
                </a:path>
              </a:pathLst>
            </a:custGeom>
            <a:solidFill>
              <a:srgbClr val="0090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9" name="object 539"/>
            <p:cNvSpPr/>
            <p:nvPr/>
          </p:nvSpPr>
          <p:spPr>
            <a:xfrm>
              <a:off x="9698831" y="1879487"/>
              <a:ext cx="152400" cy="635"/>
            </a:xfrm>
            <a:custGeom>
              <a:avLst/>
              <a:gdLst/>
              <a:ahLst/>
              <a:cxnLst/>
              <a:rect l="l" t="t" r="r" b="b"/>
              <a:pathLst>
                <a:path w="152400" h="635">
                  <a:moveTo>
                    <a:pt x="152400" y="357"/>
                  </a:moveTo>
                  <a:lnTo>
                    <a:pt x="0" y="357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357"/>
                  </a:lnTo>
                  <a:close/>
                </a:path>
              </a:pathLst>
            </a:custGeom>
            <a:solidFill>
              <a:srgbClr val="4567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0" name="object 540"/>
            <p:cNvSpPr/>
            <p:nvPr/>
          </p:nvSpPr>
          <p:spPr>
            <a:xfrm>
              <a:off x="9698831" y="1868723"/>
              <a:ext cx="152400" cy="10795"/>
            </a:xfrm>
            <a:custGeom>
              <a:avLst/>
              <a:gdLst/>
              <a:ahLst/>
              <a:cxnLst/>
              <a:rect l="l" t="t" r="r" b="b"/>
              <a:pathLst>
                <a:path w="152400" h="10794">
                  <a:moveTo>
                    <a:pt x="152400" y="10763"/>
                  </a:moveTo>
                  <a:lnTo>
                    <a:pt x="0" y="10763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0763"/>
                  </a:lnTo>
                  <a:close/>
                </a:path>
              </a:pathLst>
            </a:custGeom>
            <a:solidFill>
              <a:srgbClr val="FF6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1" name="object 541"/>
            <p:cNvSpPr/>
            <p:nvPr/>
          </p:nvSpPr>
          <p:spPr>
            <a:xfrm>
              <a:off x="9698831" y="1831878"/>
              <a:ext cx="152400" cy="37465"/>
            </a:xfrm>
            <a:custGeom>
              <a:avLst/>
              <a:gdLst/>
              <a:ahLst/>
              <a:cxnLst/>
              <a:rect l="l" t="t" r="r" b="b"/>
              <a:pathLst>
                <a:path w="152400" h="37464">
                  <a:moveTo>
                    <a:pt x="152400" y="36845"/>
                  </a:moveTo>
                  <a:lnTo>
                    <a:pt x="0" y="36845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36845"/>
                  </a:lnTo>
                  <a:close/>
                </a:path>
              </a:pathLst>
            </a:custGeom>
            <a:solidFill>
              <a:srgbClr val="9900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2" name="object 542"/>
            <p:cNvSpPr/>
            <p:nvPr/>
          </p:nvSpPr>
          <p:spPr>
            <a:xfrm>
              <a:off x="9698831" y="1831735"/>
              <a:ext cx="152400" cy="635"/>
            </a:xfrm>
            <a:custGeom>
              <a:avLst/>
              <a:gdLst/>
              <a:ahLst/>
              <a:cxnLst/>
              <a:rect l="l" t="t" r="r" b="b"/>
              <a:pathLst>
                <a:path w="152400" h="635">
                  <a:moveTo>
                    <a:pt x="152400" y="142"/>
                  </a:moveTo>
                  <a:lnTo>
                    <a:pt x="0" y="142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42"/>
                  </a:lnTo>
                  <a:close/>
                </a:path>
              </a:pathLst>
            </a:custGeom>
            <a:solidFill>
              <a:srgbClr val="EC0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3" name="object 543"/>
            <p:cNvSpPr/>
            <p:nvPr/>
          </p:nvSpPr>
          <p:spPr>
            <a:xfrm>
              <a:off x="9698831" y="1825117"/>
              <a:ext cx="152400" cy="6985"/>
            </a:xfrm>
            <a:custGeom>
              <a:avLst/>
              <a:gdLst/>
              <a:ahLst/>
              <a:cxnLst/>
              <a:rect l="l" t="t" r="r" b="b"/>
              <a:pathLst>
                <a:path w="152400" h="6985">
                  <a:moveTo>
                    <a:pt x="152400" y="6617"/>
                  </a:moveTo>
                  <a:lnTo>
                    <a:pt x="0" y="6617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6617"/>
                  </a:lnTo>
                  <a:close/>
                </a:path>
              </a:pathLst>
            </a:custGeom>
            <a:solidFill>
              <a:srgbClr val="533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4" name="object 544"/>
            <p:cNvSpPr/>
            <p:nvPr/>
          </p:nvSpPr>
          <p:spPr>
            <a:xfrm>
              <a:off x="9698831" y="1822242"/>
              <a:ext cx="152400" cy="3175"/>
            </a:xfrm>
            <a:custGeom>
              <a:avLst/>
              <a:gdLst/>
              <a:ahLst/>
              <a:cxnLst/>
              <a:rect l="l" t="t" r="r" b="b"/>
              <a:pathLst>
                <a:path w="152400" h="3175">
                  <a:moveTo>
                    <a:pt x="152400" y="2875"/>
                  </a:moveTo>
                  <a:lnTo>
                    <a:pt x="0" y="2875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2875"/>
                  </a:lnTo>
                  <a:close/>
                </a:path>
              </a:pathLst>
            </a:custGeom>
            <a:solidFill>
              <a:srgbClr val="996F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5" name="object 545"/>
            <p:cNvSpPr/>
            <p:nvPr/>
          </p:nvSpPr>
          <p:spPr>
            <a:xfrm>
              <a:off x="9698831" y="1805181"/>
              <a:ext cx="152400" cy="17145"/>
            </a:xfrm>
            <a:custGeom>
              <a:avLst/>
              <a:gdLst/>
              <a:ahLst/>
              <a:cxnLst/>
              <a:rect l="l" t="t" r="r" b="b"/>
              <a:pathLst>
                <a:path w="152400" h="17144">
                  <a:moveTo>
                    <a:pt x="152400" y="17060"/>
                  </a:moveTo>
                  <a:lnTo>
                    <a:pt x="0" y="17060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7060"/>
                  </a:lnTo>
                  <a:close/>
                </a:path>
              </a:pathLst>
            </a:custGeom>
            <a:solidFill>
              <a:srgbClr val="FF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6" name="object 546"/>
            <p:cNvSpPr/>
            <p:nvPr/>
          </p:nvSpPr>
          <p:spPr>
            <a:xfrm>
              <a:off x="9698831" y="1800251"/>
              <a:ext cx="152400" cy="5080"/>
            </a:xfrm>
            <a:custGeom>
              <a:avLst/>
              <a:gdLst/>
              <a:ahLst/>
              <a:cxnLst/>
              <a:rect l="l" t="t" r="r" b="b"/>
              <a:pathLst>
                <a:path w="152400" h="5080">
                  <a:moveTo>
                    <a:pt x="152400" y="4930"/>
                  </a:moveTo>
                  <a:lnTo>
                    <a:pt x="0" y="4930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4930"/>
                  </a:lnTo>
                  <a:close/>
                </a:path>
              </a:pathLst>
            </a:custGeom>
            <a:solidFill>
              <a:srgbClr val="1F99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7" name="object 547"/>
            <p:cNvSpPr/>
            <p:nvPr/>
          </p:nvSpPr>
          <p:spPr>
            <a:xfrm>
              <a:off x="9698831" y="1791887"/>
              <a:ext cx="152400" cy="8890"/>
            </a:xfrm>
            <a:custGeom>
              <a:avLst/>
              <a:gdLst/>
              <a:ahLst/>
              <a:cxnLst/>
              <a:rect l="l" t="t" r="r" b="b"/>
              <a:pathLst>
                <a:path w="152400" h="8889">
                  <a:moveTo>
                    <a:pt x="152400" y="8364"/>
                  </a:moveTo>
                  <a:lnTo>
                    <a:pt x="0" y="8364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8364"/>
                  </a:lnTo>
                  <a:close/>
                </a:path>
              </a:pathLst>
            </a:custGeom>
            <a:solidFill>
              <a:srgbClr val="2589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48" name="object 548"/>
          <p:cNvGrpSpPr/>
          <p:nvPr/>
        </p:nvGrpSpPr>
        <p:grpSpPr>
          <a:xfrm>
            <a:off x="9906198" y="1847398"/>
            <a:ext cx="152400" cy="105410"/>
            <a:chOff x="9906198" y="1847398"/>
            <a:chExt cx="152400" cy="105410"/>
          </a:xfrm>
        </p:grpSpPr>
        <p:sp>
          <p:nvSpPr>
            <p:cNvPr id="549" name="object 549"/>
            <p:cNvSpPr/>
            <p:nvPr/>
          </p:nvSpPr>
          <p:spPr>
            <a:xfrm>
              <a:off x="9906198" y="1937322"/>
              <a:ext cx="152400" cy="15240"/>
            </a:xfrm>
            <a:custGeom>
              <a:avLst/>
              <a:gdLst/>
              <a:ahLst/>
              <a:cxnLst/>
              <a:rect l="l" t="t" r="r" b="b"/>
              <a:pathLst>
                <a:path w="152400" h="15239">
                  <a:moveTo>
                    <a:pt x="152400" y="14901"/>
                  </a:moveTo>
                  <a:lnTo>
                    <a:pt x="0" y="14901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4901"/>
                  </a:lnTo>
                  <a:close/>
                </a:path>
              </a:pathLst>
            </a:custGeom>
            <a:solidFill>
              <a:srgbClr val="5BD5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0" name="object 550"/>
            <p:cNvSpPr/>
            <p:nvPr/>
          </p:nvSpPr>
          <p:spPr>
            <a:xfrm>
              <a:off x="9906198" y="1924673"/>
              <a:ext cx="152400" cy="12700"/>
            </a:xfrm>
            <a:custGeom>
              <a:avLst/>
              <a:gdLst/>
              <a:ahLst/>
              <a:cxnLst/>
              <a:rect l="l" t="t" r="r" b="b"/>
              <a:pathLst>
                <a:path w="152400" h="12700">
                  <a:moveTo>
                    <a:pt x="152400" y="12648"/>
                  </a:moveTo>
                  <a:lnTo>
                    <a:pt x="0" y="12648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2648"/>
                  </a:lnTo>
                  <a:close/>
                </a:path>
              </a:pathLst>
            </a:custGeom>
            <a:solidFill>
              <a:srgbClr val="0090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1" name="object 551"/>
            <p:cNvSpPr/>
            <p:nvPr/>
          </p:nvSpPr>
          <p:spPr>
            <a:xfrm>
              <a:off x="9906198" y="1924655"/>
              <a:ext cx="152400" cy="0"/>
            </a:xfrm>
            <a:custGeom>
              <a:avLst/>
              <a:gdLst/>
              <a:ahLst/>
              <a:cxnLst/>
              <a:rect l="l" t="t" r="r" b="b"/>
              <a:pathLst>
                <a:path w="152400">
                  <a:moveTo>
                    <a:pt x="152400" y="0"/>
                  </a:moveTo>
                  <a:lnTo>
                    <a:pt x="0" y="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4567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2" name="object 552"/>
            <p:cNvSpPr/>
            <p:nvPr/>
          </p:nvSpPr>
          <p:spPr>
            <a:xfrm>
              <a:off x="9906198" y="1922727"/>
              <a:ext cx="152400" cy="2540"/>
            </a:xfrm>
            <a:custGeom>
              <a:avLst/>
              <a:gdLst/>
              <a:ahLst/>
              <a:cxnLst/>
              <a:rect l="l" t="t" r="r" b="b"/>
              <a:pathLst>
                <a:path w="152400" h="2539">
                  <a:moveTo>
                    <a:pt x="152400" y="1927"/>
                  </a:moveTo>
                  <a:lnTo>
                    <a:pt x="0" y="1927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927"/>
                  </a:lnTo>
                  <a:close/>
                </a:path>
              </a:pathLst>
            </a:custGeom>
            <a:solidFill>
              <a:srgbClr val="FF6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3" name="object 553"/>
            <p:cNvSpPr/>
            <p:nvPr/>
          </p:nvSpPr>
          <p:spPr>
            <a:xfrm>
              <a:off x="9906198" y="1879853"/>
              <a:ext cx="152400" cy="43180"/>
            </a:xfrm>
            <a:custGeom>
              <a:avLst/>
              <a:gdLst/>
              <a:ahLst/>
              <a:cxnLst/>
              <a:rect l="l" t="t" r="r" b="b"/>
              <a:pathLst>
                <a:path w="152400" h="43180">
                  <a:moveTo>
                    <a:pt x="152400" y="42874"/>
                  </a:moveTo>
                  <a:lnTo>
                    <a:pt x="0" y="42874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42874"/>
                  </a:lnTo>
                  <a:close/>
                </a:path>
              </a:pathLst>
            </a:custGeom>
            <a:solidFill>
              <a:srgbClr val="9900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4" name="object 554"/>
            <p:cNvSpPr/>
            <p:nvPr/>
          </p:nvSpPr>
          <p:spPr>
            <a:xfrm>
              <a:off x="9906198" y="1879845"/>
              <a:ext cx="152400" cy="0"/>
            </a:xfrm>
            <a:custGeom>
              <a:avLst/>
              <a:gdLst/>
              <a:ahLst/>
              <a:cxnLst/>
              <a:rect l="l" t="t" r="r" b="b"/>
              <a:pathLst>
                <a:path w="152400">
                  <a:moveTo>
                    <a:pt x="152400" y="0"/>
                  </a:moveTo>
                  <a:lnTo>
                    <a:pt x="0" y="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EC0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5" name="object 555"/>
            <p:cNvSpPr/>
            <p:nvPr/>
          </p:nvSpPr>
          <p:spPr>
            <a:xfrm>
              <a:off x="9906198" y="1878262"/>
              <a:ext cx="152400" cy="1905"/>
            </a:xfrm>
            <a:custGeom>
              <a:avLst/>
              <a:gdLst/>
              <a:ahLst/>
              <a:cxnLst/>
              <a:rect l="l" t="t" r="r" b="b"/>
              <a:pathLst>
                <a:path w="152400" h="1905">
                  <a:moveTo>
                    <a:pt x="152400" y="1582"/>
                  </a:moveTo>
                  <a:lnTo>
                    <a:pt x="0" y="1582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582"/>
                  </a:lnTo>
                  <a:close/>
                </a:path>
              </a:pathLst>
            </a:custGeom>
            <a:solidFill>
              <a:srgbClr val="533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6" name="object 556"/>
            <p:cNvSpPr/>
            <p:nvPr/>
          </p:nvSpPr>
          <p:spPr>
            <a:xfrm>
              <a:off x="9906198" y="1878143"/>
              <a:ext cx="152400" cy="635"/>
            </a:xfrm>
            <a:custGeom>
              <a:avLst/>
              <a:gdLst/>
              <a:ahLst/>
              <a:cxnLst/>
              <a:rect l="l" t="t" r="r" b="b"/>
              <a:pathLst>
                <a:path w="152400" h="635">
                  <a:moveTo>
                    <a:pt x="152400" y="119"/>
                  </a:moveTo>
                  <a:lnTo>
                    <a:pt x="0" y="119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996F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7" name="object 557"/>
            <p:cNvSpPr/>
            <p:nvPr/>
          </p:nvSpPr>
          <p:spPr>
            <a:xfrm>
              <a:off x="9906198" y="1856180"/>
              <a:ext cx="152400" cy="22225"/>
            </a:xfrm>
            <a:custGeom>
              <a:avLst/>
              <a:gdLst/>
              <a:ahLst/>
              <a:cxnLst/>
              <a:rect l="l" t="t" r="r" b="b"/>
              <a:pathLst>
                <a:path w="152400" h="22225">
                  <a:moveTo>
                    <a:pt x="152400" y="21962"/>
                  </a:moveTo>
                  <a:lnTo>
                    <a:pt x="0" y="21962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21962"/>
                  </a:lnTo>
                  <a:close/>
                </a:path>
              </a:pathLst>
            </a:custGeom>
            <a:solidFill>
              <a:srgbClr val="FF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8" name="object 558"/>
            <p:cNvSpPr/>
            <p:nvPr/>
          </p:nvSpPr>
          <p:spPr>
            <a:xfrm>
              <a:off x="9906198" y="1851135"/>
              <a:ext cx="152400" cy="5080"/>
            </a:xfrm>
            <a:custGeom>
              <a:avLst/>
              <a:gdLst/>
              <a:ahLst/>
              <a:cxnLst/>
              <a:rect l="l" t="t" r="r" b="b"/>
              <a:pathLst>
                <a:path w="152400" h="5080">
                  <a:moveTo>
                    <a:pt x="152400" y="5045"/>
                  </a:moveTo>
                  <a:lnTo>
                    <a:pt x="0" y="5045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5045"/>
                  </a:lnTo>
                  <a:close/>
                </a:path>
              </a:pathLst>
            </a:custGeom>
            <a:solidFill>
              <a:srgbClr val="1F99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9" name="object 559"/>
            <p:cNvSpPr/>
            <p:nvPr/>
          </p:nvSpPr>
          <p:spPr>
            <a:xfrm>
              <a:off x="9906198" y="1847398"/>
              <a:ext cx="152400" cy="3810"/>
            </a:xfrm>
            <a:custGeom>
              <a:avLst/>
              <a:gdLst/>
              <a:ahLst/>
              <a:cxnLst/>
              <a:rect l="l" t="t" r="r" b="b"/>
              <a:pathLst>
                <a:path w="152400" h="3810">
                  <a:moveTo>
                    <a:pt x="152400" y="3736"/>
                  </a:moveTo>
                  <a:lnTo>
                    <a:pt x="0" y="3736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3736"/>
                  </a:lnTo>
                  <a:close/>
                </a:path>
              </a:pathLst>
            </a:custGeom>
            <a:solidFill>
              <a:srgbClr val="2589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60" name="object 560"/>
          <p:cNvGrpSpPr/>
          <p:nvPr/>
        </p:nvGrpSpPr>
        <p:grpSpPr>
          <a:xfrm>
            <a:off x="10113565" y="1852463"/>
            <a:ext cx="152400" cy="93980"/>
            <a:chOff x="10113565" y="1852463"/>
            <a:chExt cx="152400" cy="93980"/>
          </a:xfrm>
        </p:grpSpPr>
        <p:sp>
          <p:nvSpPr>
            <p:cNvPr id="561" name="object 561"/>
            <p:cNvSpPr/>
            <p:nvPr/>
          </p:nvSpPr>
          <p:spPr>
            <a:xfrm>
              <a:off x="10113565" y="1934515"/>
              <a:ext cx="152400" cy="12065"/>
            </a:xfrm>
            <a:custGeom>
              <a:avLst/>
              <a:gdLst/>
              <a:ahLst/>
              <a:cxnLst/>
              <a:rect l="l" t="t" r="r" b="b"/>
              <a:pathLst>
                <a:path w="152400" h="12064">
                  <a:moveTo>
                    <a:pt x="152400" y="11699"/>
                  </a:moveTo>
                  <a:lnTo>
                    <a:pt x="0" y="11699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1699"/>
                  </a:lnTo>
                  <a:close/>
                </a:path>
              </a:pathLst>
            </a:custGeom>
            <a:solidFill>
              <a:srgbClr val="0090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2" name="object 562"/>
            <p:cNvSpPr/>
            <p:nvPr/>
          </p:nvSpPr>
          <p:spPr>
            <a:xfrm>
              <a:off x="10113565" y="1926342"/>
              <a:ext cx="152400" cy="8255"/>
            </a:xfrm>
            <a:custGeom>
              <a:avLst/>
              <a:gdLst/>
              <a:ahLst/>
              <a:cxnLst/>
              <a:rect l="l" t="t" r="r" b="b"/>
              <a:pathLst>
                <a:path w="152400" h="8255">
                  <a:moveTo>
                    <a:pt x="152400" y="8172"/>
                  </a:moveTo>
                  <a:lnTo>
                    <a:pt x="0" y="8172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8172"/>
                  </a:lnTo>
                  <a:close/>
                </a:path>
              </a:pathLst>
            </a:custGeom>
            <a:solidFill>
              <a:srgbClr val="FF6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3" name="object 563"/>
            <p:cNvSpPr/>
            <p:nvPr/>
          </p:nvSpPr>
          <p:spPr>
            <a:xfrm>
              <a:off x="10113565" y="1913463"/>
              <a:ext cx="152400" cy="13335"/>
            </a:xfrm>
            <a:custGeom>
              <a:avLst/>
              <a:gdLst/>
              <a:ahLst/>
              <a:cxnLst/>
              <a:rect l="l" t="t" r="r" b="b"/>
              <a:pathLst>
                <a:path w="152400" h="13335">
                  <a:moveTo>
                    <a:pt x="152400" y="12879"/>
                  </a:moveTo>
                  <a:lnTo>
                    <a:pt x="0" y="12879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2879"/>
                  </a:lnTo>
                  <a:close/>
                </a:path>
              </a:pathLst>
            </a:custGeom>
            <a:solidFill>
              <a:srgbClr val="9900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4" name="object 564"/>
            <p:cNvSpPr/>
            <p:nvPr/>
          </p:nvSpPr>
          <p:spPr>
            <a:xfrm>
              <a:off x="10113565" y="1913406"/>
              <a:ext cx="152400" cy="0"/>
            </a:xfrm>
            <a:custGeom>
              <a:avLst/>
              <a:gdLst/>
              <a:ahLst/>
              <a:cxnLst/>
              <a:rect l="l" t="t" r="r" b="b"/>
              <a:pathLst>
                <a:path w="152400">
                  <a:moveTo>
                    <a:pt x="152400" y="0"/>
                  </a:moveTo>
                  <a:lnTo>
                    <a:pt x="0" y="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EC0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5" name="object 565"/>
            <p:cNvSpPr/>
            <p:nvPr/>
          </p:nvSpPr>
          <p:spPr>
            <a:xfrm>
              <a:off x="10113565" y="1902288"/>
              <a:ext cx="152400" cy="11430"/>
            </a:xfrm>
            <a:custGeom>
              <a:avLst/>
              <a:gdLst/>
              <a:ahLst/>
              <a:cxnLst/>
              <a:rect l="l" t="t" r="r" b="b"/>
              <a:pathLst>
                <a:path w="152400" h="11430">
                  <a:moveTo>
                    <a:pt x="152400" y="11117"/>
                  </a:moveTo>
                  <a:lnTo>
                    <a:pt x="0" y="11117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1117"/>
                  </a:lnTo>
                  <a:close/>
                </a:path>
              </a:pathLst>
            </a:custGeom>
            <a:solidFill>
              <a:srgbClr val="533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6" name="object 566"/>
            <p:cNvSpPr/>
            <p:nvPr/>
          </p:nvSpPr>
          <p:spPr>
            <a:xfrm>
              <a:off x="10113565" y="1865414"/>
              <a:ext cx="152400" cy="37465"/>
            </a:xfrm>
            <a:custGeom>
              <a:avLst/>
              <a:gdLst/>
              <a:ahLst/>
              <a:cxnLst/>
              <a:rect l="l" t="t" r="r" b="b"/>
              <a:pathLst>
                <a:path w="152400" h="37464">
                  <a:moveTo>
                    <a:pt x="152400" y="36874"/>
                  </a:moveTo>
                  <a:lnTo>
                    <a:pt x="0" y="36874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36874"/>
                  </a:lnTo>
                  <a:close/>
                </a:path>
              </a:pathLst>
            </a:custGeom>
            <a:solidFill>
              <a:srgbClr val="FF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7" name="object 567"/>
            <p:cNvSpPr/>
            <p:nvPr/>
          </p:nvSpPr>
          <p:spPr>
            <a:xfrm>
              <a:off x="10113565" y="1852463"/>
              <a:ext cx="152400" cy="13335"/>
            </a:xfrm>
            <a:custGeom>
              <a:avLst/>
              <a:gdLst/>
              <a:ahLst/>
              <a:cxnLst/>
              <a:rect l="l" t="t" r="r" b="b"/>
              <a:pathLst>
                <a:path w="152400" h="13335">
                  <a:moveTo>
                    <a:pt x="152400" y="12950"/>
                  </a:moveTo>
                  <a:lnTo>
                    <a:pt x="0" y="12950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2950"/>
                  </a:lnTo>
                  <a:close/>
                </a:path>
              </a:pathLst>
            </a:custGeom>
            <a:solidFill>
              <a:srgbClr val="2589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8" name="object 568"/>
          <p:cNvSpPr/>
          <p:nvPr/>
        </p:nvSpPr>
        <p:spPr>
          <a:xfrm>
            <a:off x="10320932" y="1923973"/>
            <a:ext cx="152400" cy="149860"/>
          </a:xfrm>
          <a:custGeom>
            <a:avLst/>
            <a:gdLst/>
            <a:ahLst/>
            <a:cxnLst/>
            <a:rect l="l" t="t" r="r" b="b"/>
            <a:pathLst>
              <a:path w="152400" h="149860">
                <a:moveTo>
                  <a:pt x="152400" y="149663"/>
                </a:moveTo>
                <a:lnTo>
                  <a:pt x="0" y="149663"/>
                </a:lnTo>
                <a:lnTo>
                  <a:pt x="0" y="0"/>
                </a:lnTo>
                <a:lnTo>
                  <a:pt x="152400" y="0"/>
                </a:lnTo>
                <a:lnTo>
                  <a:pt x="152400" y="149663"/>
                </a:lnTo>
                <a:close/>
              </a:path>
            </a:pathLst>
          </a:custGeom>
          <a:solidFill>
            <a:srgbClr val="25891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69" name="object 569"/>
          <p:cNvGrpSpPr/>
          <p:nvPr/>
        </p:nvGrpSpPr>
        <p:grpSpPr>
          <a:xfrm>
            <a:off x="10528300" y="1990643"/>
            <a:ext cx="152400" cy="45085"/>
            <a:chOff x="10528300" y="1990643"/>
            <a:chExt cx="152400" cy="45085"/>
          </a:xfrm>
        </p:grpSpPr>
        <p:sp>
          <p:nvSpPr>
            <p:cNvPr id="570" name="object 570"/>
            <p:cNvSpPr/>
            <p:nvPr/>
          </p:nvSpPr>
          <p:spPr>
            <a:xfrm>
              <a:off x="10528300" y="2027132"/>
              <a:ext cx="152400" cy="8255"/>
            </a:xfrm>
            <a:custGeom>
              <a:avLst/>
              <a:gdLst/>
              <a:ahLst/>
              <a:cxnLst/>
              <a:rect l="l" t="t" r="r" b="b"/>
              <a:pathLst>
                <a:path w="152400" h="8255">
                  <a:moveTo>
                    <a:pt x="152399" y="8257"/>
                  </a:moveTo>
                  <a:lnTo>
                    <a:pt x="0" y="8257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8257"/>
                  </a:lnTo>
                  <a:close/>
                </a:path>
              </a:pathLst>
            </a:custGeom>
            <a:solidFill>
              <a:srgbClr val="533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1" name="object 571"/>
            <p:cNvSpPr/>
            <p:nvPr/>
          </p:nvSpPr>
          <p:spPr>
            <a:xfrm>
              <a:off x="10528300" y="1995612"/>
              <a:ext cx="152400" cy="31750"/>
            </a:xfrm>
            <a:custGeom>
              <a:avLst/>
              <a:gdLst/>
              <a:ahLst/>
              <a:cxnLst/>
              <a:rect l="l" t="t" r="r" b="b"/>
              <a:pathLst>
                <a:path w="152400" h="31750">
                  <a:moveTo>
                    <a:pt x="152399" y="31519"/>
                  </a:moveTo>
                  <a:lnTo>
                    <a:pt x="0" y="31519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31519"/>
                  </a:lnTo>
                  <a:close/>
                </a:path>
              </a:pathLst>
            </a:custGeom>
            <a:solidFill>
              <a:srgbClr val="FF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2" name="object 572"/>
            <p:cNvSpPr/>
            <p:nvPr/>
          </p:nvSpPr>
          <p:spPr>
            <a:xfrm>
              <a:off x="10528300" y="1990643"/>
              <a:ext cx="152400" cy="5080"/>
            </a:xfrm>
            <a:custGeom>
              <a:avLst/>
              <a:gdLst/>
              <a:ahLst/>
              <a:cxnLst/>
              <a:rect l="l" t="t" r="r" b="b"/>
              <a:pathLst>
                <a:path w="152400" h="5080">
                  <a:moveTo>
                    <a:pt x="152399" y="4969"/>
                  </a:moveTo>
                  <a:lnTo>
                    <a:pt x="0" y="4969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4969"/>
                  </a:lnTo>
                  <a:close/>
                </a:path>
              </a:pathLst>
            </a:custGeom>
            <a:solidFill>
              <a:srgbClr val="2589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73" name="object 573"/>
          <p:cNvGrpSpPr/>
          <p:nvPr/>
        </p:nvGrpSpPr>
        <p:grpSpPr>
          <a:xfrm>
            <a:off x="10735667" y="2005534"/>
            <a:ext cx="152400" cy="120014"/>
            <a:chOff x="10735667" y="2005534"/>
            <a:chExt cx="152400" cy="120014"/>
          </a:xfrm>
        </p:grpSpPr>
        <p:sp>
          <p:nvSpPr>
            <p:cNvPr id="574" name="object 574"/>
            <p:cNvSpPr/>
            <p:nvPr/>
          </p:nvSpPr>
          <p:spPr>
            <a:xfrm>
              <a:off x="10735667" y="2121152"/>
              <a:ext cx="152400" cy="4445"/>
            </a:xfrm>
            <a:custGeom>
              <a:avLst/>
              <a:gdLst/>
              <a:ahLst/>
              <a:cxnLst/>
              <a:rect l="l" t="t" r="r" b="b"/>
              <a:pathLst>
                <a:path w="152400" h="4444">
                  <a:moveTo>
                    <a:pt x="152400" y="4224"/>
                  </a:moveTo>
                  <a:lnTo>
                    <a:pt x="0" y="4224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4224"/>
                  </a:lnTo>
                  <a:close/>
                </a:path>
              </a:pathLst>
            </a:custGeom>
            <a:solidFill>
              <a:srgbClr val="5BD5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5" name="object 575"/>
            <p:cNvSpPr/>
            <p:nvPr/>
          </p:nvSpPr>
          <p:spPr>
            <a:xfrm>
              <a:off x="10735667" y="2108601"/>
              <a:ext cx="152400" cy="12700"/>
            </a:xfrm>
            <a:custGeom>
              <a:avLst/>
              <a:gdLst/>
              <a:ahLst/>
              <a:cxnLst/>
              <a:rect l="l" t="t" r="r" b="b"/>
              <a:pathLst>
                <a:path w="152400" h="12700">
                  <a:moveTo>
                    <a:pt x="152400" y="12551"/>
                  </a:moveTo>
                  <a:lnTo>
                    <a:pt x="0" y="12551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2551"/>
                  </a:lnTo>
                  <a:close/>
                </a:path>
              </a:pathLst>
            </a:custGeom>
            <a:solidFill>
              <a:srgbClr val="9900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6" name="object 576"/>
            <p:cNvSpPr/>
            <p:nvPr/>
          </p:nvSpPr>
          <p:spPr>
            <a:xfrm>
              <a:off x="10735667" y="2106844"/>
              <a:ext cx="152400" cy="1905"/>
            </a:xfrm>
            <a:custGeom>
              <a:avLst/>
              <a:gdLst/>
              <a:ahLst/>
              <a:cxnLst/>
              <a:rect l="l" t="t" r="r" b="b"/>
              <a:pathLst>
                <a:path w="152400" h="1905">
                  <a:moveTo>
                    <a:pt x="152400" y="1757"/>
                  </a:moveTo>
                  <a:lnTo>
                    <a:pt x="0" y="1757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757"/>
                  </a:lnTo>
                  <a:close/>
                </a:path>
              </a:pathLst>
            </a:custGeom>
            <a:solidFill>
              <a:srgbClr val="533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7" name="object 577"/>
            <p:cNvSpPr/>
            <p:nvPr/>
          </p:nvSpPr>
          <p:spPr>
            <a:xfrm>
              <a:off x="10735667" y="2017153"/>
              <a:ext cx="152400" cy="90170"/>
            </a:xfrm>
            <a:custGeom>
              <a:avLst/>
              <a:gdLst/>
              <a:ahLst/>
              <a:cxnLst/>
              <a:rect l="l" t="t" r="r" b="b"/>
              <a:pathLst>
                <a:path w="152400" h="90169">
                  <a:moveTo>
                    <a:pt x="152400" y="89690"/>
                  </a:moveTo>
                  <a:lnTo>
                    <a:pt x="0" y="89690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89690"/>
                  </a:lnTo>
                  <a:close/>
                </a:path>
              </a:pathLst>
            </a:custGeom>
            <a:solidFill>
              <a:srgbClr val="FF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8" name="object 578"/>
            <p:cNvSpPr/>
            <p:nvPr/>
          </p:nvSpPr>
          <p:spPr>
            <a:xfrm>
              <a:off x="10735667" y="2005534"/>
              <a:ext cx="152400" cy="12065"/>
            </a:xfrm>
            <a:custGeom>
              <a:avLst/>
              <a:gdLst/>
              <a:ahLst/>
              <a:cxnLst/>
              <a:rect l="l" t="t" r="r" b="b"/>
              <a:pathLst>
                <a:path w="152400" h="12064">
                  <a:moveTo>
                    <a:pt x="152400" y="11618"/>
                  </a:moveTo>
                  <a:lnTo>
                    <a:pt x="0" y="11618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1618"/>
                  </a:lnTo>
                  <a:close/>
                </a:path>
              </a:pathLst>
            </a:custGeom>
            <a:solidFill>
              <a:srgbClr val="2589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79" name="object 579"/>
          <p:cNvGrpSpPr/>
          <p:nvPr/>
        </p:nvGrpSpPr>
        <p:grpSpPr>
          <a:xfrm>
            <a:off x="10943034" y="2012904"/>
            <a:ext cx="152400" cy="146685"/>
            <a:chOff x="10943034" y="2012904"/>
            <a:chExt cx="152400" cy="146685"/>
          </a:xfrm>
        </p:grpSpPr>
        <p:sp>
          <p:nvSpPr>
            <p:cNvPr id="580" name="object 580"/>
            <p:cNvSpPr/>
            <p:nvPr/>
          </p:nvSpPr>
          <p:spPr>
            <a:xfrm>
              <a:off x="10943034" y="2157122"/>
              <a:ext cx="152400" cy="1905"/>
            </a:xfrm>
            <a:custGeom>
              <a:avLst/>
              <a:gdLst/>
              <a:ahLst/>
              <a:cxnLst/>
              <a:rect l="l" t="t" r="r" b="b"/>
              <a:pathLst>
                <a:path w="152400" h="1905">
                  <a:moveTo>
                    <a:pt x="152400" y="1878"/>
                  </a:moveTo>
                  <a:lnTo>
                    <a:pt x="0" y="1878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878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1" name="object 581"/>
            <p:cNvSpPr/>
            <p:nvPr/>
          </p:nvSpPr>
          <p:spPr>
            <a:xfrm>
              <a:off x="10943034" y="2148633"/>
              <a:ext cx="152400" cy="8890"/>
            </a:xfrm>
            <a:custGeom>
              <a:avLst/>
              <a:gdLst/>
              <a:ahLst/>
              <a:cxnLst/>
              <a:rect l="l" t="t" r="r" b="b"/>
              <a:pathLst>
                <a:path w="152400" h="8889">
                  <a:moveTo>
                    <a:pt x="152400" y="8488"/>
                  </a:moveTo>
                  <a:lnTo>
                    <a:pt x="0" y="8488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8488"/>
                  </a:lnTo>
                  <a:close/>
                </a:path>
              </a:pathLst>
            </a:custGeom>
            <a:solidFill>
              <a:srgbClr val="6A00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2" name="object 582"/>
            <p:cNvSpPr/>
            <p:nvPr/>
          </p:nvSpPr>
          <p:spPr>
            <a:xfrm>
              <a:off x="10943034" y="2147804"/>
              <a:ext cx="152400" cy="1270"/>
            </a:xfrm>
            <a:custGeom>
              <a:avLst/>
              <a:gdLst/>
              <a:ahLst/>
              <a:cxnLst/>
              <a:rect l="l" t="t" r="r" b="b"/>
              <a:pathLst>
                <a:path w="152400" h="1269">
                  <a:moveTo>
                    <a:pt x="152400" y="829"/>
                  </a:moveTo>
                  <a:lnTo>
                    <a:pt x="0" y="829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829"/>
                  </a:lnTo>
                  <a:close/>
                </a:path>
              </a:pathLst>
            </a:custGeom>
            <a:solidFill>
              <a:srgbClr val="DF44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3" name="object 583"/>
            <p:cNvSpPr/>
            <p:nvPr/>
          </p:nvSpPr>
          <p:spPr>
            <a:xfrm>
              <a:off x="10943034" y="2145979"/>
              <a:ext cx="152400" cy="1905"/>
            </a:xfrm>
            <a:custGeom>
              <a:avLst/>
              <a:gdLst/>
              <a:ahLst/>
              <a:cxnLst/>
              <a:rect l="l" t="t" r="r" b="b"/>
              <a:pathLst>
                <a:path w="152400" h="1905">
                  <a:moveTo>
                    <a:pt x="152400" y="1824"/>
                  </a:moveTo>
                  <a:lnTo>
                    <a:pt x="0" y="1824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824"/>
                  </a:lnTo>
                  <a:close/>
                </a:path>
              </a:pathLst>
            </a:custGeom>
            <a:solidFill>
              <a:srgbClr val="D9B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4" name="object 584"/>
            <p:cNvSpPr/>
            <p:nvPr/>
          </p:nvSpPr>
          <p:spPr>
            <a:xfrm>
              <a:off x="10943034" y="2143488"/>
              <a:ext cx="152400" cy="2540"/>
            </a:xfrm>
            <a:custGeom>
              <a:avLst/>
              <a:gdLst/>
              <a:ahLst/>
              <a:cxnLst/>
              <a:rect l="l" t="t" r="r" b="b"/>
              <a:pathLst>
                <a:path w="152400" h="2539">
                  <a:moveTo>
                    <a:pt x="152400" y="2490"/>
                  </a:moveTo>
                  <a:lnTo>
                    <a:pt x="0" y="2490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2490"/>
                  </a:lnTo>
                  <a:close/>
                </a:path>
              </a:pathLst>
            </a:custGeom>
            <a:solidFill>
              <a:srgbClr val="D545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5" name="object 585"/>
            <p:cNvSpPr/>
            <p:nvPr/>
          </p:nvSpPr>
          <p:spPr>
            <a:xfrm>
              <a:off x="10943034" y="2142777"/>
              <a:ext cx="152400" cy="1270"/>
            </a:xfrm>
            <a:custGeom>
              <a:avLst/>
              <a:gdLst/>
              <a:ahLst/>
              <a:cxnLst/>
              <a:rect l="l" t="t" r="r" b="b"/>
              <a:pathLst>
                <a:path w="152400" h="1269">
                  <a:moveTo>
                    <a:pt x="152400" y="710"/>
                  </a:moveTo>
                  <a:lnTo>
                    <a:pt x="0" y="710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710"/>
                  </a:lnTo>
                  <a:close/>
                </a:path>
              </a:pathLst>
            </a:custGeom>
            <a:solidFill>
              <a:srgbClr val="1872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6" name="object 586"/>
            <p:cNvSpPr/>
            <p:nvPr/>
          </p:nvSpPr>
          <p:spPr>
            <a:xfrm>
              <a:off x="10943034" y="2142238"/>
              <a:ext cx="152400" cy="635"/>
            </a:xfrm>
            <a:custGeom>
              <a:avLst/>
              <a:gdLst/>
              <a:ahLst/>
              <a:cxnLst/>
              <a:rect l="l" t="t" r="r" b="b"/>
              <a:pathLst>
                <a:path w="152400" h="635">
                  <a:moveTo>
                    <a:pt x="152400" y="539"/>
                  </a:moveTo>
                  <a:lnTo>
                    <a:pt x="0" y="539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539"/>
                  </a:lnTo>
                  <a:close/>
                </a:path>
              </a:pathLst>
            </a:custGeom>
            <a:solidFill>
              <a:srgbClr val="1A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7" name="object 587"/>
            <p:cNvSpPr/>
            <p:nvPr/>
          </p:nvSpPr>
          <p:spPr>
            <a:xfrm>
              <a:off x="10943034" y="2140664"/>
              <a:ext cx="152400" cy="1905"/>
            </a:xfrm>
            <a:custGeom>
              <a:avLst/>
              <a:gdLst/>
              <a:ahLst/>
              <a:cxnLst/>
              <a:rect l="l" t="t" r="r" b="b"/>
              <a:pathLst>
                <a:path w="152400" h="1905">
                  <a:moveTo>
                    <a:pt x="152400" y="1573"/>
                  </a:moveTo>
                  <a:lnTo>
                    <a:pt x="0" y="1573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573"/>
                  </a:lnTo>
                  <a:close/>
                </a:path>
              </a:pathLst>
            </a:custGeom>
            <a:solidFill>
              <a:srgbClr val="409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8" name="object 588"/>
            <p:cNvSpPr/>
            <p:nvPr/>
          </p:nvSpPr>
          <p:spPr>
            <a:xfrm>
              <a:off x="10943034" y="2140371"/>
              <a:ext cx="152400" cy="635"/>
            </a:xfrm>
            <a:custGeom>
              <a:avLst/>
              <a:gdLst/>
              <a:ahLst/>
              <a:cxnLst/>
              <a:rect l="l" t="t" r="r" b="b"/>
              <a:pathLst>
                <a:path w="152400" h="635">
                  <a:moveTo>
                    <a:pt x="152400" y="293"/>
                  </a:moveTo>
                  <a:lnTo>
                    <a:pt x="0" y="293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293"/>
                  </a:lnTo>
                  <a:close/>
                </a:path>
              </a:pathLst>
            </a:custGeom>
            <a:solidFill>
              <a:srgbClr val="FFA0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9" name="object 589"/>
            <p:cNvSpPr/>
            <p:nvPr/>
          </p:nvSpPr>
          <p:spPr>
            <a:xfrm>
              <a:off x="10943034" y="2129057"/>
              <a:ext cx="152400" cy="11430"/>
            </a:xfrm>
            <a:custGeom>
              <a:avLst/>
              <a:gdLst/>
              <a:ahLst/>
              <a:cxnLst/>
              <a:rect l="l" t="t" r="r" b="b"/>
              <a:pathLst>
                <a:path w="152400" h="11430">
                  <a:moveTo>
                    <a:pt x="152400" y="11313"/>
                  </a:moveTo>
                  <a:lnTo>
                    <a:pt x="0" y="11313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1313"/>
                  </a:lnTo>
                  <a:close/>
                </a:path>
              </a:pathLst>
            </a:custGeom>
            <a:solidFill>
              <a:srgbClr val="BE5C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0" name="object 590"/>
            <p:cNvSpPr/>
            <p:nvPr/>
          </p:nvSpPr>
          <p:spPr>
            <a:xfrm>
              <a:off x="10943034" y="2124230"/>
              <a:ext cx="152400" cy="5080"/>
            </a:xfrm>
            <a:custGeom>
              <a:avLst/>
              <a:gdLst/>
              <a:ahLst/>
              <a:cxnLst/>
              <a:rect l="l" t="t" r="r" b="b"/>
              <a:pathLst>
                <a:path w="152400" h="5080">
                  <a:moveTo>
                    <a:pt x="152400" y="4827"/>
                  </a:moveTo>
                  <a:lnTo>
                    <a:pt x="0" y="4827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4827"/>
                  </a:lnTo>
                  <a:close/>
                </a:path>
              </a:pathLst>
            </a:custGeom>
            <a:solidFill>
              <a:srgbClr val="F472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1" name="object 591"/>
            <p:cNvSpPr/>
            <p:nvPr/>
          </p:nvSpPr>
          <p:spPr>
            <a:xfrm>
              <a:off x="10943034" y="2123355"/>
              <a:ext cx="152400" cy="1270"/>
            </a:xfrm>
            <a:custGeom>
              <a:avLst/>
              <a:gdLst/>
              <a:ahLst/>
              <a:cxnLst/>
              <a:rect l="l" t="t" r="r" b="b"/>
              <a:pathLst>
                <a:path w="152400" h="1269">
                  <a:moveTo>
                    <a:pt x="152400" y="874"/>
                  </a:moveTo>
                  <a:lnTo>
                    <a:pt x="0" y="874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874"/>
                  </a:lnTo>
                  <a:close/>
                </a:path>
              </a:pathLst>
            </a:custGeom>
            <a:solidFill>
              <a:srgbClr val="5BD5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2" name="object 592"/>
            <p:cNvSpPr/>
            <p:nvPr/>
          </p:nvSpPr>
          <p:spPr>
            <a:xfrm>
              <a:off x="10943034" y="2122203"/>
              <a:ext cx="152400" cy="1270"/>
            </a:xfrm>
            <a:custGeom>
              <a:avLst/>
              <a:gdLst/>
              <a:ahLst/>
              <a:cxnLst/>
              <a:rect l="l" t="t" r="r" b="b"/>
              <a:pathLst>
                <a:path w="152400" h="1269">
                  <a:moveTo>
                    <a:pt x="152400" y="1152"/>
                  </a:moveTo>
                  <a:lnTo>
                    <a:pt x="0" y="1152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152"/>
                  </a:lnTo>
                  <a:close/>
                </a:path>
              </a:pathLst>
            </a:custGeom>
            <a:solidFill>
              <a:srgbClr val="0090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3" name="object 593"/>
            <p:cNvSpPr/>
            <p:nvPr/>
          </p:nvSpPr>
          <p:spPr>
            <a:xfrm>
              <a:off x="10943034" y="2117628"/>
              <a:ext cx="152400" cy="5080"/>
            </a:xfrm>
            <a:custGeom>
              <a:avLst/>
              <a:gdLst/>
              <a:ahLst/>
              <a:cxnLst/>
              <a:rect l="l" t="t" r="r" b="b"/>
              <a:pathLst>
                <a:path w="152400" h="5080">
                  <a:moveTo>
                    <a:pt x="152400" y="4575"/>
                  </a:moveTo>
                  <a:lnTo>
                    <a:pt x="0" y="4575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4575"/>
                  </a:lnTo>
                  <a:close/>
                </a:path>
              </a:pathLst>
            </a:custGeom>
            <a:solidFill>
              <a:srgbClr val="FF6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4" name="object 594"/>
            <p:cNvSpPr/>
            <p:nvPr/>
          </p:nvSpPr>
          <p:spPr>
            <a:xfrm>
              <a:off x="10943034" y="2114680"/>
              <a:ext cx="152400" cy="3175"/>
            </a:xfrm>
            <a:custGeom>
              <a:avLst/>
              <a:gdLst/>
              <a:ahLst/>
              <a:cxnLst/>
              <a:rect l="l" t="t" r="r" b="b"/>
              <a:pathLst>
                <a:path w="152400" h="3175">
                  <a:moveTo>
                    <a:pt x="152400" y="2947"/>
                  </a:moveTo>
                  <a:lnTo>
                    <a:pt x="0" y="2947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2947"/>
                  </a:lnTo>
                  <a:close/>
                </a:path>
              </a:pathLst>
            </a:custGeom>
            <a:solidFill>
              <a:srgbClr val="9900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5" name="object 595"/>
            <p:cNvSpPr/>
            <p:nvPr/>
          </p:nvSpPr>
          <p:spPr>
            <a:xfrm>
              <a:off x="10943034" y="2114107"/>
              <a:ext cx="152400" cy="635"/>
            </a:xfrm>
            <a:custGeom>
              <a:avLst/>
              <a:gdLst/>
              <a:ahLst/>
              <a:cxnLst/>
              <a:rect l="l" t="t" r="r" b="b"/>
              <a:pathLst>
                <a:path w="152400" h="635">
                  <a:moveTo>
                    <a:pt x="152400" y="573"/>
                  </a:moveTo>
                  <a:lnTo>
                    <a:pt x="0" y="573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573"/>
                  </a:lnTo>
                  <a:close/>
                </a:path>
              </a:pathLst>
            </a:custGeom>
            <a:solidFill>
              <a:srgbClr val="533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6" name="object 596"/>
            <p:cNvSpPr/>
            <p:nvPr/>
          </p:nvSpPr>
          <p:spPr>
            <a:xfrm>
              <a:off x="10943034" y="2013886"/>
              <a:ext cx="152400" cy="100330"/>
            </a:xfrm>
            <a:custGeom>
              <a:avLst/>
              <a:gdLst/>
              <a:ahLst/>
              <a:cxnLst/>
              <a:rect l="l" t="t" r="r" b="b"/>
              <a:pathLst>
                <a:path w="152400" h="100330">
                  <a:moveTo>
                    <a:pt x="152400" y="100221"/>
                  </a:moveTo>
                  <a:lnTo>
                    <a:pt x="0" y="100221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100221"/>
                  </a:lnTo>
                  <a:close/>
                </a:path>
              </a:pathLst>
            </a:custGeom>
            <a:solidFill>
              <a:srgbClr val="FF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7" name="object 597"/>
            <p:cNvSpPr/>
            <p:nvPr/>
          </p:nvSpPr>
          <p:spPr>
            <a:xfrm>
              <a:off x="10943034" y="2012904"/>
              <a:ext cx="152400" cy="1270"/>
            </a:xfrm>
            <a:custGeom>
              <a:avLst/>
              <a:gdLst/>
              <a:ahLst/>
              <a:cxnLst/>
              <a:rect l="l" t="t" r="r" b="b"/>
              <a:pathLst>
                <a:path w="152400" h="1269">
                  <a:moveTo>
                    <a:pt x="152400" y="981"/>
                  </a:moveTo>
                  <a:lnTo>
                    <a:pt x="0" y="981"/>
                  </a:lnTo>
                  <a:lnTo>
                    <a:pt x="0" y="0"/>
                  </a:lnTo>
                  <a:lnTo>
                    <a:pt x="152400" y="0"/>
                  </a:lnTo>
                  <a:lnTo>
                    <a:pt x="152400" y="981"/>
                  </a:lnTo>
                  <a:close/>
                </a:path>
              </a:pathLst>
            </a:custGeom>
            <a:solidFill>
              <a:srgbClr val="2589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98" name="object 598"/>
          <p:cNvGrpSpPr/>
          <p:nvPr/>
        </p:nvGrpSpPr>
        <p:grpSpPr>
          <a:xfrm>
            <a:off x="9196387" y="2944812"/>
            <a:ext cx="1995805" cy="85725"/>
            <a:chOff x="9196387" y="2944812"/>
            <a:chExt cx="1995805" cy="85725"/>
          </a:xfrm>
        </p:grpSpPr>
        <p:sp>
          <p:nvSpPr>
            <p:cNvPr id="599" name="object 599"/>
            <p:cNvSpPr/>
            <p:nvPr/>
          </p:nvSpPr>
          <p:spPr>
            <a:xfrm>
              <a:off x="9201150" y="2949575"/>
              <a:ext cx="1990725" cy="76200"/>
            </a:xfrm>
            <a:custGeom>
              <a:avLst/>
              <a:gdLst/>
              <a:ahLst/>
              <a:cxnLst/>
              <a:rect l="l" t="t" r="r" b="b"/>
              <a:pathLst>
                <a:path w="1990725" h="76200">
                  <a:moveTo>
                    <a:pt x="1957677" y="76199"/>
                  </a:moveTo>
                  <a:lnTo>
                    <a:pt x="33047" y="76199"/>
                  </a:lnTo>
                  <a:lnTo>
                    <a:pt x="28187" y="75233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100" y="0"/>
                  </a:lnTo>
                  <a:lnTo>
                    <a:pt x="1957677" y="0"/>
                  </a:lnTo>
                  <a:lnTo>
                    <a:pt x="1989758" y="28187"/>
                  </a:lnTo>
                  <a:lnTo>
                    <a:pt x="1990724" y="33047"/>
                  </a:lnTo>
                  <a:lnTo>
                    <a:pt x="1990724" y="43152"/>
                  </a:lnTo>
                  <a:lnTo>
                    <a:pt x="1962537" y="75233"/>
                  </a:lnTo>
                  <a:lnTo>
                    <a:pt x="1957677" y="76199"/>
                  </a:lnTo>
                  <a:close/>
                </a:path>
              </a:pathLst>
            </a:custGeom>
            <a:solidFill>
              <a:srgbClr val="E1E1E1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0" name="object 60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196387" y="2944812"/>
              <a:ext cx="98156" cy="85725"/>
            </a:xfrm>
            <a:prstGeom prst="rect">
              <a:avLst/>
            </a:prstGeom>
          </p:spPr>
        </p:pic>
      </p:grpSp>
      <p:pic>
        <p:nvPicPr>
          <p:cNvPr id="601" name="object 60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92259" y="735838"/>
            <a:ext cx="95249" cy="95249"/>
          </a:xfrm>
          <a:prstGeom prst="rect">
            <a:avLst/>
          </a:prstGeom>
        </p:spPr>
      </p:pic>
      <p:pic>
        <p:nvPicPr>
          <p:cNvPr id="602" name="object 60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11409" y="735838"/>
            <a:ext cx="95249" cy="95249"/>
          </a:xfrm>
          <a:prstGeom prst="rect">
            <a:avLst/>
          </a:prstGeom>
        </p:spPr>
      </p:pic>
      <p:sp>
        <p:nvSpPr>
          <p:cNvPr id="603" name="object 603"/>
          <p:cNvSpPr txBox="1"/>
          <p:nvPr/>
        </p:nvSpPr>
        <p:spPr>
          <a:xfrm>
            <a:off x="8607425" y="190563"/>
            <a:ext cx="2565400" cy="67627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355"/>
              </a:spcBef>
            </a:pPr>
            <a:r>
              <a:rPr sz="1400" spc="-35" dirty="0">
                <a:solidFill>
                  <a:srgbClr val="252423"/>
                </a:solidFill>
                <a:latin typeface="Trebuchet MS"/>
                <a:cs typeface="Trebuchet MS"/>
              </a:rPr>
              <a:t>Sum</a:t>
            </a:r>
            <a:r>
              <a:rPr sz="1400" spc="-7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105" dirty="0">
                <a:solidFill>
                  <a:srgbClr val="252423"/>
                </a:solidFill>
                <a:latin typeface="Trebuchet MS"/>
                <a:cs typeface="Trebuchet MS"/>
              </a:rPr>
              <a:t>of</a:t>
            </a:r>
            <a:r>
              <a:rPr sz="1400" spc="-7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90" dirty="0">
                <a:solidFill>
                  <a:srgbClr val="252423"/>
                </a:solidFill>
                <a:latin typeface="Trebuchet MS"/>
                <a:cs typeface="Trebuchet MS"/>
              </a:rPr>
              <a:t>totvotpoll</a:t>
            </a:r>
            <a:r>
              <a:rPr sz="1400" spc="-6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75" dirty="0">
                <a:solidFill>
                  <a:srgbClr val="252423"/>
                </a:solidFill>
                <a:latin typeface="Trebuchet MS"/>
                <a:cs typeface="Trebuchet MS"/>
              </a:rPr>
              <a:t>by</a:t>
            </a:r>
            <a:r>
              <a:rPr sz="1400" spc="-7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85" dirty="0">
                <a:solidFill>
                  <a:srgbClr val="252423"/>
                </a:solidFill>
                <a:latin typeface="Trebuchet MS"/>
                <a:cs typeface="Trebuchet MS"/>
              </a:rPr>
              <a:t>partyname</a:t>
            </a:r>
            <a:r>
              <a:rPr sz="1400" spc="-6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75" dirty="0">
                <a:solidFill>
                  <a:srgbClr val="252423"/>
                </a:solidFill>
                <a:latin typeface="Trebuchet MS"/>
                <a:cs typeface="Trebuchet MS"/>
              </a:rPr>
              <a:t>and </a:t>
            </a:r>
            <a:r>
              <a:rPr sz="1400" spc="-10" dirty="0">
                <a:solidFill>
                  <a:srgbClr val="252423"/>
                </a:solidFill>
                <a:latin typeface="Trebuchet MS"/>
                <a:cs typeface="Trebuchet MS"/>
              </a:rPr>
              <a:t>st_name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  <a:tabLst>
                <a:tab pos="697230" algn="l"/>
                <a:tab pos="1522730" algn="l"/>
              </a:tabLst>
            </a:pPr>
            <a:r>
              <a:rPr sz="1000" b="1" spc="-10" dirty="0">
                <a:solidFill>
                  <a:srgbClr val="605D5C"/>
                </a:solidFill>
                <a:latin typeface="Segoe UI"/>
                <a:cs typeface="Segoe UI"/>
              </a:rPr>
              <a:t>st_name</a:t>
            </a:r>
            <a:r>
              <a:rPr sz="1000" b="1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Andhra</a:t>
            </a:r>
            <a:r>
              <a:rPr sz="1000" spc="-25" dirty="0">
                <a:solidFill>
                  <a:srgbClr val="605D5C"/>
                </a:solidFill>
                <a:latin typeface="Segoe UI"/>
                <a:cs typeface="Segoe UI"/>
              </a:rPr>
              <a:t> Pr…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	Arunachal</a:t>
            </a:r>
            <a:r>
              <a:rPr sz="1000" spc="-3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000" spc="-50" dirty="0">
                <a:solidFill>
                  <a:srgbClr val="605D5C"/>
                </a:solidFill>
                <a:latin typeface="Segoe UI"/>
                <a:cs typeface="Segoe UI"/>
              </a:rPr>
              <a:t>…</a:t>
            </a:r>
            <a:endParaRPr sz="1000">
              <a:latin typeface="Segoe UI"/>
              <a:cs typeface="Segoe UI"/>
            </a:endParaRPr>
          </a:p>
        </p:txBody>
      </p:sp>
      <p:pic>
        <p:nvPicPr>
          <p:cNvPr id="604" name="object 60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013281" y="695325"/>
            <a:ext cx="90487" cy="161925"/>
          </a:xfrm>
          <a:prstGeom prst="rect">
            <a:avLst/>
          </a:prstGeom>
        </p:spPr>
      </p:pic>
      <p:sp>
        <p:nvSpPr>
          <p:cNvPr id="605" name="object 605"/>
          <p:cNvSpPr/>
          <p:nvPr/>
        </p:nvSpPr>
        <p:spPr>
          <a:xfrm>
            <a:off x="967740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6" name="object 606"/>
          <p:cNvSpPr/>
          <p:nvPr/>
        </p:nvSpPr>
        <p:spPr>
          <a:xfrm>
            <a:off x="973455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7" name="object 607"/>
          <p:cNvSpPr/>
          <p:nvPr/>
        </p:nvSpPr>
        <p:spPr>
          <a:xfrm>
            <a:off x="979170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8" name="object 608"/>
          <p:cNvSpPr/>
          <p:nvPr/>
        </p:nvSpPr>
        <p:spPr>
          <a:xfrm>
            <a:off x="984885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9" name="object 609"/>
          <p:cNvSpPr/>
          <p:nvPr/>
        </p:nvSpPr>
        <p:spPr>
          <a:xfrm>
            <a:off x="990600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0" name="object 610"/>
          <p:cNvSpPr/>
          <p:nvPr/>
        </p:nvSpPr>
        <p:spPr>
          <a:xfrm>
            <a:off x="996315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1" name="object 611"/>
          <p:cNvSpPr/>
          <p:nvPr/>
        </p:nvSpPr>
        <p:spPr>
          <a:xfrm>
            <a:off x="1002030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2" name="object 612"/>
          <p:cNvSpPr/>
          <p:nvPr/>
        </p:nvSpPr>
        <p:spPr>
          <a:xfrm>
            <a:off x="1019175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3" name="object 613"/>
          <p:cNvSpPr/>
          <p:nvPr/>
        </p:nvSpPr>
        <p:spPr>
          <a:xfrm>
            <a:off x="1024890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4" name="object 614"/>
          <p:cNvSpPr/>
          <p:nvPr/>
        </p:nvSpPr>
        <p:spPr>
          <a:xfrm>
            <a:off x="1030605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5" name="object 615"/>
          <p:cNvSpPr/>
          <p:nvPr/>
        </p:nvSpPr>
        <p:spPr>
          <a:xfrm>
            <a:off x="1036320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6" name="object 616"/>
          <p:cNvSpPr/>
          <p:nvPr/>
        </p:nvSpPr>
        <p:spPr>
          <a:xfrm>
            <a:off x="1042035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7" name="object 617"/>
          <p:cNvSpPr/>
          <p:nvPr/>
        </p:nvSpPr>
        <p:spPr>
          <a:xfrm>
            <a:off x="1047750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8" name="object 618"/>
          <p:cNvSpPr/>
          <p:nvPr/>
        </p:nvSpPr>
        <p:spPr>
          <a:xfrm>
            <a:off x="1053465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9" name="object 619"/>
          <p:cNvSpPr/>
          <p:nvPr/>
        </p:nvSpPr>
        <p:spPr>
          <a:xfrm>
            <a:off x="1059180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0" name="object 620"/>
          <p:cNvSpPr/>
          <p:nvPr/>
        </p:nvSpPr>
        <p:spPr>
          <a:xfrm>
            <a:off x="1064895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1" name="object 621"/>
          <p:cNvSpPr/>
          <p:nvPr/>
        </p:nvSpPr>
        <p:spPr>
          <a:xfrm>
            <a:off x="1070610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2" name="object 622"/>
          <p:cNvSpPr/>
          <p:nvPr/>
        </p:nvSpPr>
        <p:spPr>
          <a:xfrm>
            <a:off x="1076325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3" name="object 623"/>
          <p:cNvSpPr/>
          <p:nvPr/>
        </p:nvSpPr>
        <p:spPr>
          <a:xfrm>
            <a:off x="1082040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4" name="object 624"/>
          <p:cNvSpPr/>
          <p:nvPr/>
        </p:nvSpPr>
        <p:spPr>
          <a:xfrm>
            <a:off x="1087755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5" name="object 625"/>
          <p:cNvSpPr/>
          <p:nvPr/>
        </p:nvSpPr>
        <p:spPr>
          <a:xfrm>
            <a:off x="1093470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6" name="object 626"/>
          <p:cNvSpPr/>
          <p:nvPr/>
        </p:nvSpPr>
        <p:spPr>
          <a:xfrm>
            <a:off x="1099185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7" name="object 627"/>
          <p:cNvSpPr/>
          <p:nvPr/>
        </p:nvSpPr>
        <p:spPr>
          <a:xfrm>
            <a:off x="1116330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8" name="object 628"/>
          <p:cNvSpPr/>
          <p:nvPr/>
        </p:nvSpPr>
        <p:spPr>
          <a:xfrm>
            <a:off x="1122045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9" name="object 629"/>
          <p:cNvSpPr/>
          <p:nvPr/>
        </p:nvSpPr>
        <p:spPr>
          <a:xfrm>
            <a:off x="1127760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0" name="object 630"/>
          <p:cNvSpPr/>
          <p:nvPr/>
        </p:nvSpPr>
        <p:spPr>
          <a:xfrm>
            <a:off x="1133475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1" name="object 631"/>
          <p:cNvSpPr/>
          <p:nvPr/>
        </p:nvSpPr>
        <p:spPr>
          <a:xfrm>
            <a:off x="1139190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2" name="object 632"/>
          <p:cNvSpPr/>
          <p:nvPr/>
        </p:nvSpPr>
        <p:spPr>
          <a:xfrm>
            <a:off x="1144905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3" name="object 633"/>
          <p:cNvSpPr/>
          <p:nvPr/>
        </p:nvSpPr>
        <p:spPr>
          <a:xfrm>
            <a:off x="1150620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4" name="object 634"/>
          <p:cNvSpPr/>
          <p:nvPr/>
        </p:nvSpPr>
        <p:spPr>
          <a:xfrm>
            <a:off x="1156335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5" name="object 635"/>
          <p:cNvSpPr/>
          <p:nvPr/>
        </p:nvSpPr>
        <p:spPr>
          <a:xfrm>
            <a:off x="1162050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6" name="object 636"/>
          <p:cNvSpPr/>
          <p:nvPr/>
        </p:nvSpPr>
        <p:spPr>
          <a:xfrm>
            <a:off x="1167765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7" name="object 637"/>
          <p:cNvSpPr/>
          <p:nvPr/>
        </p:nvSpPr>
        <p:spPr>
          <a:xfrm>
            <a:off x="1173480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8" name="object 638"/>
          <p:cNvSpPr/>
          <p:nvPr/>
        </p:nvSpPr>
        <p:spPr>
          <a:xfrm>
            <a:off x="1179195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9" name="object 639"/>
          <p:cNvSpPr/>
          <p:nvPr/>
        </p:nvSpPr>
        <p:spPr>
          <a:xfrm>
            <a:off x="1184910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0" name="object 640"/>
          <p:cNvSpPr/>
          <p:nvPr/>
        </p:nvSpPr>
        <p:spPr>
          <a:xfrm>
            <a:off x="1190625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1" name="object 641"/>
          <p:cNvSpPr/>
          <p:nvPr/>
        </p:nvSpPr>
        <p:spPr>
          <a:xfrm>
            <a:off x="11963400" y="6673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2" name="object 642"/>
          <p:cNvSpPr/>
          <p:nvPr/>
        </p:nvSpPr>
        <p:spPr>
          <a:xfrm>
            <a:off x="10077450" y="6673862"/>
            <a:ext cx="66675" cy="9525"/>
          </a:xfrm>
          <a:custGeom>
            <a:avLst/>
            <a:gdLst/>
            <a:ahLst/>
            <a:cxnLst/>
            <a:rect l="l" t="t" r="r" b="b"/>
            <a:pathLst>
              <a:path w="6667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66675" h="9525">
                <a:moveTo>
                  <a:pt x="66675" y="0"/>
                </a:moveTo>
                <a:lnTo>
                  <a:pt x="57150" y="0"/>
                </a:lnTo>
                <a:lnTo>
                  <a:pt x="47625" y="0"/>
                </a:lnTo>
                <a:lnTo>
                  <a:pt x="47625" y="9525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3" name="object 643"/>
          <p:cNvSpPr/>
          <p:nvPr/>
        </p:nvSpPr>
        <p:spPr>
          <a:xfrm>
            <a:off x="11049000" y="6673862"/>
            <a:ext cx="66675" cy="9525"/>
          </a:xfrm>
          <a:custGeom>
            <a:avLst/>
            <a:gdLst/>
            <a:ahLst/>
            <a:cxnLst/>
            <a:rect l="l" t="t" r="r" b="b"/>
            <a:pathLst>
              <a:path w="6667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66675" h="9525">
                <a:moveTo>
                  <a:pt x="52387" y="0"/>
                </a:moveTo>
                <a:lnTo>
                  <a:pt x="42862" y="0"/>
                </a:lnTo>
                <a:lnTo>
                  <a:pt x="42862" y="9525"/>
                </a:lnTo>
                <a:lnTo>
                  <a:pt x="52387" y="9525"/>
                </a:lnTo>
                <a:lnTo>
                  <a:pt x="52387" y="0"/>
                </a:lnTo>
                <a:close/>
              </a:path>
              <a:path w="66675" h="9525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4" name="object 644"/>
          <p:cNvSpPr/>
          <p:nvPr/>
        </p:nvSpPr>
        <p:spPr>
          <a:xfrm>
            <a:off x="12020550" y="6673862"/>
            <a:ext cx="47625" cy="9525"/>
          </a:xfrm>
          <a:custGeom>
            <a:avLst/>
            <a:gdLst/>
            <a:ahLst/>
            <a:cxnLst/>
            <a:rect l="l" t="t" r="r" b="b"/>
            <a:pathLst>
              <a:path w="47625" h="95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47625" h="9525">
                <a:moveTo>
                  <a:pt x="47625" y="0"/>
                </a:moveTo>
                <a:lnTo>
                  <a:pt x="38100" y="0"/>
                </a:lnTo>
                <a:lnTo>
                  <a:pt x="38100" y="9525"/>
                </a:lnTo>
                <a:lnTo>
                  <a:pt x="47625" y="9525"/>
                </a:lnTo>
                <a:lnTo>
                  <a:pt x="4762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5" name="object 645"/>
          <p:cNvSpPr txBox="1"/>
          <p:nvPr/>
        </p:nvSpPr>
        <p:spPr>
          <a:xfrm>
            <a:off x="7919243" y="6588224"/>
            <a:ext cx="1898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0M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646" name="object 646"/>
          <p:cNvSpPr/>
          <p:nvPr/>
        </p:nvSpPr>
        <p:spPr>
          <a:xfrm>
            <a:off x="9677400" y="624431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7" name="object 647"/>
          <p:cNvSpPr/>
          <p:nvPr/>
        </p:nvSpPr>
        <p:spPr>
          <a:xfrm>
            <a:off x="9734550" y="624431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8" name="object 648"/>
          <p:cNvSpPr/>
          <p:nvPr/>
        </p:nvSpPr>
        <p:spPr>
          <a:xfrm>
            <a:off x="9791700" y="624431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9" name="object 649"/>
          <p:cNvSpPr/>
          <p:nvPr/>
        </p:nvSpPr>
        <p:spPr>
          <a:xfrm>
            <a:off x="9848850" y="624431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0" name="object 650"/>
          <p:cNvSpPr/>
          <p:nvPr/>
        </p:nvSpPr>
        <p:spPr>
          <a:xfrm>
            <a:off x="10191750" y="624431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1" name="object 651"/>
          <p:cNvSpPr/>
          <p:nvPr/>
        </p:nvSpPr>
        <p:spPr>
          <a:xfrm>
            <a:off x="10248900" y="624431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2" name="object 652"/>
          <p:cNvSpPr/>
          <p:nvPr/>
        </p:nvSpPr>
        <p:spPr>
          <a:xfrm>
            <a:off x="10306050" y="624431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3" name="object 653"/>
          <p:cNvSpPr/>
          <p:nvPr/>
        </p:nvSpPr>
        <p:spPr>
          <a:xfrm>
            <a:off x="10363200" y="624431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4" name="object 654"/>
          <p:cNvSpPr/>
          <p:nvPr/>
        </p:nvSpPr>
        <p:spPr>
          <a:xfrm>
            <a:off x="10420350" y="624431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5" name="object 655"/>
          <p:cNvSpPr/>
          <p:nvPr/>
        </p:nvSpPr>
        <p:spPr>
          <a:xfrm>
            <a:off x="10477500" y="624431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6" name="object 656"/>
          <p:cNvSpPr/>
          <p:nvPr/>
        </p:nvSpPr>
        <p:spPr>
          <a:xfrm>
            <a:off x="10534650" y="624431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7" name="object 657"/>
          <p:cNvSpPr/>
          <p:nvPr/>
        </p:nvSpPr>
        <p:spPr>
          <a:xfrm>
            <a:off x="10591800" y="624431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8" name="object 658"/>
          <p:cNvSpPr/>
          <p:nvPr/>
        </p:nvSpPr>
        <p:spPr>
          <a:xfrm>
            <a:off x="10820400" y="624431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9" name="object 659"/>
          <p:cNvSpPr/>
          <p:nvPr/>
        </p:nvSpPr>
        <p:spPr>
          <a:xfrm>
            <a:off x="10877550" y="624431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0" name="object 660"/>
          <p:cNvSpPr/>
          <p:nvPr/>
        </p:nvSpPr>
        <p:spPr>
          <a:xfrm>
            <a:off x="11163300" y="624431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1" name="object 661"/>
          <p:cNvSpPr/>
          <p:nvPr/>
        </p:nvSpPr>
        <p:spPr>
          <a:xfrm>
            <a:off x="11220450" y="624431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2" name="object 662"/>
          <p:cNvSpPr/>
          <p:nvPr/>
        </p:nvSpPr>
        <p:spPr>
          <a:xfrm>
            <a:off x="11277600" y="624431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3" name="object 663"/>
          <p:cNvSpPr/>
          <p:nvPr/>
        </p:nvSpPr>
        <p:spPr>
          <a:xfrm>
            <a:off x="11334750" y="624431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4" name="object 664"/>
          <p:cNvSpPr/>
          <p:nvPr/>
        </p:nvSpPr>
        <p:spPr>
          <a:xfrm>
            <a:off x="11391900" y="624431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5" name="object 665"/>
          <p:cNvSpPr/>
          <p:nvPr/>
        </p:nvSpPr>
        <p:spPr>
          <a:xfrm>
            <a:off x="11449050" y="624431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6" name="object 666"/>
          <p:cNvSpPr/>
          <p:nvPr/>
        </p:nvSpPr>
        <p:spPr>
          <a:xfrm>
            <a:off x="11734800" y="624431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7" name="object 667"/>
          <p:cNvSpPr/>
          <p:nvPr/>
        </p:nvSpPr>
        <p:spPr>
          <a:xfrm>
            <a:off x="11791950" y="624431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8" name="object 668"/>
          <p:cNvSpPr/>
          <p:nvPr/>
        </p:nvSpPr>
        <p:spPr>
          <a:xfrm>
            <a:off x="11849100" y="624431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9" name="object 669"/>
          <p:cNvSpPr/>
          <p:nvPr/>
        </p:nvSpPr>
        <p:spPr>
          <a:xfrm>
            <a:off x="11906250" y="624431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0" name="object 670"/>
          <p:cNvSpPr/>
          <p:nvPr/>
        </p:nvSpPr>
        <p:spPr>
          <a:xfrm>
            <a:off x="11963400" y="6244318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1" name="object 671"/>
          <p:cNvSpPr/>
          <p:nvPr/>
        </p:nvSpPr>
        <p:spPr>
          <a:xfrm>
            <a:off x="8191500" y="5930912"/>
            <a:ext cx="1438275" cy="352425"/>
          </a:xfrm>
          <a:custGeom>
            <a:avLst/>
            <a:gdLst/>
            <a:ahLst/>
            <a:cxnLst/>
            <a:rect l="l" t="t" r="r" b="b"/>
            <a:pathLst>
              <a:path w="1438275" h="352425">
                <a:moveTo>
                  <a:pt x="9525" y="342900"/>
                </a:moveTo>
                <a:lnTo>
                  <a:pt x="0" y="342900"/>
                </a:lnTo>
                <a:lnTo>
                  <a:pt x="0" y="352425"/>
                </a:lnTo>
                <a:lnTo>
                  <a:pt x="9525" y="352425"/>
                </a:lnTo>
                <a:lnTo>
                  <a:pt x="9525" y="342900"/>
                </a:lnTo>
                <a:close/>
              </a:path>
              <a:path w="1438275" h="352425">
                <a:moveTo>
                  <a:pt x="9525" y="313410"/>
                </a:moveTo>
                <a:lnTo>
                  <a:pt x="0" y="313410"/>
                </a:lnTo>
                <a:lnTo>
                  <a:pt x="0" y="322935"/>
                </a:lnTo>
                <a:lnTo>
                  <a:pt x="9525" y="322935"/>
                </a:lnTo>
                <a:lnTo>
                  <a:pt x="9525" y="313410"/>
                </a:lnTo>
                <a:close/>
              </a:path>
              <a:path w="1438275" h="352425">
                <a:moveTo>
                  <a:pt x="9525" y="285750"/>
                </a:moveTo>
                <a:lnTo>
                  <a:pt x="0" y="285750"/>
                </a:lnTo>
                <a:lnTo>
                  <a:pt x="0" y="295275"/>
                </a:lnTo>
                <a:lnTo>
                  <a:pt x="9525" y="295275"/>
                </a:lnTo>
                <a:lnTo>
                  <a:pt x="9525" y="285750"/>
                </a:lnTo>
                <a:close/>
              </a:path>
              <a:path w="1438275" h="352425">
                <a:moveTo>
                  <a:pt x="9525" y="228600"/>
                </a:moveTo>
                <a:lnTo>
                  <a:pt x="0" y="228600"/>
                </a:lnTo>
                <a:lnTo>
                  <a:pt x="0" y="238125"/>
                </a:lnTo>
                <a:lnTo>
                  <a:pt x="9525" y="238125"/>
                </a:lnTo>
                <a:lnTo>
                  <a:pt x="9525" y="228600"/>
                </a:lnTo>
                <a:close/>
              </a:path>
              <a:path w="1438275" h="352425">
                <a:moveTo>
                  <a:pt x="9525" y="171450"/>
                </a:moveTo>
                <a:lnTo>
                  <a:pt x="0" y="171450"/>
                </a:lnTo>
                <a:lnTo>
                  <a:pt x="0" y="180975"/>
                </a:lnTo>
                <a:lnTo>
                  <a:pt x="9525" y="180975"/>
                </a:lnTo>
                <a:lnTo>
                  <a:pt x="9525" y="171450"/>
                </a:lnTo>
                <a:close/>
              </a:path>
              <a:path w="1438275" h="352425">
                <a:moveTo>
                  <a:pt x="9525" y="114300"/>
                </a:moveTo>
                <a:lnTo>
                  <a:pt x="0" y="114300"/>
                </a:lnTo>
                <a:lnTo>
                  <a:pt x="0" y="123825"/>
                </a:lnTo>
                <a:lnTo>
                  <a:pt x="9525" y="123825"/>
                </a:lnTo>
                <a:lnTo>
                  <a:pt x="9525" y="114300"/>
                </a:lnTo>
                <a:close/>
              </a:path>
              <a:path w="1438275" h="352425">
                <a:moveTo>
                  <a:pt x="9525" y="57150"/>
                </a:moveTo>
                <a:lnTo>
                  <a:pt x="0" y="57150"/>
                </a:lnTo>
                <a:lnTo>
                  <a:pt x="0" y="66675"/>
                </a:lnTo>
                <a:lnTo>
                  <a:pt x="9525" y="66675"/>
                </a:lnTo>
                <a:lnTo>
                  <a:pt x="9525" y="57150"/>
                </a:lnTo>
                <a:close/>
              </a:path>
              <a:path w="1438275" h="35242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1438275" h="352425">
                <a:moveTo>
                  <a:pt x="466725" y="313410"/>
                </a:moveTo>
                <a:lnTo>
                  <a:pt x="457200" y="313410"/>
                </a:lnTo>
                <a:lnTo>
                  <a:pt x="457200" y="322935"/>
                </a:lnTo>
                <a:lnTo>
                  <a:pt x="466725" y="322935"/>
                </a:lnTo>
                <a:lnTo>
                  <a:pt x="466725" y="313410"/>
                </a:lnTo>
                <a:close/>
              </a:path>
              <a:path w="1438275" h="352425">
                <a:moveTo>
                  <a:pt x="523875" y="313410"/>
                </a:moveTo>
                <a:lnTo>
                  <a:pt x="514350" y="313410"/>
                </a:lnTo>
                <a:lnTo>
                  <a:pt x="514350" y="322935"/>
                </a:lnTo>
                <a:lnTo>
                  <a:pt x="523875" y="322935"/>
                </a:lnTo>
                <a:lnTo>
                  <a:pt x="523875" y="313410"/>
                </a:lnTo>
                <a:close/>
              </a:path>
              <a:path w="1438275" h="352425">
                <a:moveTo>
                  <a:pt x="581025" y="313410"/>
                </a:moveTo>
                <a:lnTo>
                  <a:pt x="571500" y="313410"/>
                </a:lnTo>
                <a:lnTo>
                  <a:pt x="571500" y="322935"/>
                </a:lnTo>
                <a:lnTo>
                  <a:pt x="581025" y="322935"/>
                </a:lnTo>
                <a:lnTo>
                  <a:pt x="581025" y="313410"/>
                </a:lnTo>
                <a:close/>
              </a:path>
              <a:path w="1438275" h="352425">
                <a:moveTo>
                  <a:pt x="638175" y="313410"/>
                </a:moveTo>
                <a:lnTo>
                  <a:pt x="628650" y="313410"/>
                </a:lnTo>
                <a:lnTo>
                  <a:pt x="628650" y="322935"/>
                </a:lnTo>
                <a:lnTo>
                  <a:pt x="638175" y="322935"/>
                </a:lnTo>
                <a:lnTo>
                  <a:pt x="638175" y="313410"/>
                </a:lnTo>
                <a:close/>
              </a:path>
              <a:path w="1438275" h="352425">
                <a:moveTo>
                  <a:pt x="695325" y="313410"/>
                </a:moveTo>
                <a:lnTo>
                  <a:pt x="685800" y="313410"/>
                </a:lnTo>
                <a:lnTo>
                  <a:pt x="685800" y="322935"/>
                </a:lnTo>
                <a:lnTo>
                  <a:pt x="695325" y="322935"/>
                </a:lnTo>
                <a:lnTo>
                  <a:pt x="695325" y="313410"/>
                </a:lnTo>
                <a:close/>
              </a:path>
              <a:path w="1438275" h="352425">
                <a:moveTo>
                  <a:pt x="752475" y="313410"/>
                </a:moveTo>
                <a:lnTo>
                  <a:pt x="742950" y="313410"/>
                </a:lnTo>
                <a:lnTo>
                  <a:pt x="742950" y="322935"/>
                </a:lnTo>
                <a:lnTo>
                  <a:pt x="752475" y="322935"/>
                </a:lnTo>
                <a:lnTo>
                  <a:pt x="752475" y="313410"/>
                </a:lnTo>
                <a:close/>
              </a:path>
              <a:path w="1438275" h="352425">
                <a:moveTo>
                  <a:pt x="809625" y="313410"/>
                </a:moveTo>
                <a:lnTo>
                  <a:pt x="800100" y="313410"/>
                </a:lnTo>
                <a:lnTo>
                  <a:pt x="800100" y="322935"/>
                </a:lnTo>
                <a:lnTo>
                  <a:pt x="809625" y="322935"/>
                </a:lnTo>
                <a:lnTo>
                  <a:pt x="809625" y="313410"/>
                </a:lnTo>
                <a:close/>
              </a:path>
              <a:path w="1438275" h="352425">
                <a:moveTo>
                  <a:pt x="866775" y="313410"/>
                </a:moveTo>
                <a:lnTo>
                  <a:pt x="857250" y="313410"/>
                </a:lnTo>
                <a:lnTo>
                  <a:pt x="857250" y="322935"/>
                </a:lnTo>
                <a:lnTo>
                  <a:pt x="866775" y="322935"/>
                </a:lnTo>
                <a:lnTo>
                  <a:pt x="866775" y="313410"/>
                </a:lnTo>
                <a:close/>
              </a:path>
              <a:path w="1438275" h="352425">
                <a:moveTo>
                  <a:pt x="923925" y="313410"/>
                </a:moveTo>
                <a:lnTo>
                  <a:pt x="914400" y="313410"/>
                </a:lnTo>
                <a:lnTo>
                  <a:pt x="914400" y="322935"/>
                </a:lnTo>
                <a:lnTo>
                  <a:pt x="923925" y="322935"/>
                </a:lnTo>
                <a:lnTo>
                  <a:pt x="923925" y="313410"/>
                </a:lnTo>
                <a:close/>
              </a:path>
              <a:path w="1438275" h="352425">
                <a:moveTo>
                  <a:pt x="981075" y="313410"/>
                </a:moveTo>
                <a:lnTo>
                  <a:pt x="971550" y="313410"/>
                </a:lnTo>
                <a:lnTo>
                  <a:pt x="971550" y="322935"/>
                </a:lnTo>
                <a:lnTo>
                  <a:pt x="981075" y="322935"/>
                </a:lnTo>
                <a:lnTo>
                  <a:pt x="981075" y="313410"/>
                </a:lnTo>
                <a:close/>
              </a:path>
              <a:path w="1438275" h="352425">
                <a:moveTo>
                  <a:pt x="1038225" y="313410"/>
                </a:moveTo>
                <a:lnTo>
                  <a:pt x="1028700" y="313410"/>
                </a:lnTo>
                <a:lnTo>
                  <a:pt x="1028700" y="322935"/>
                </a:lnTo>
                <a:lnTo>
                  <a:pt x="1038225" y="322935"/>
                </a:lnTo>
                <a:lnTo>
                  <a:pt x="1038225" y="313410"/>
                </a:lnTo>
                <a:close/>
              </a:path>
              <a:path w="1438275" h="352425">
                <a:moveTo>
                  <a:pt x="1095375" y="313410"/>
                </a:moveTo>
                <a:lnTo>
                  <a:pt x="1085850" y="313410"/>
                </a:lnTo>
                <a:lnTo>
                  <a:pt x="1085850" y="322935"/>
                </a:lnTo>
                <a:lnTo>
                  <a:pt x="1095375" y="322935"/>
                </a:lnTo>
                <a:lnTo>
                  <a:pt x="1095375" y="313410"/>
                </a:lnTo>
                <a:close/>
              </a:path>
              <a:path w="1438275" h="352425">
                <a:moveTo>
                  <a:pt x="1152525" y="313410"/>
                </a:moveTo>
                <a:lnTo>
                  <a:pt x="1143000" y="313410"/>
                </a:lnTo>
                <a:lnTo>
                  <a:pt x="1143000" y="322935"/>
                </a:lnTo>
                <a:lnTo>
                  <a:pt x="1152525" y="322935"/>
                </a:lnTo>
                <a:lnTo>
                  <a:pt x="1152525" y="313410"/>
                </a:lnTo>
                <a:close/>
              </a:path>
              <a:path w="1438275" h="352425">
                <a:moveTo>
                  <a:pt x="1209675" y="313410"/>
                </a:moveTo>
                <a:lnTo>
                  <a:pt x="1200150" y="313410"/>
                </a:lnTo>
                <a:lnTo>
                  <a:pt x="1200150" y="322935"/>
                </a:lnTo>
                <a:lnTo>
                  <a:pt x="1209675" y="322935"/>
                </a:lnTo>
                <a:lnTo>
                  <a:pt x="1209675" y="313410"/>
                </a:lnTo>
                <a:close/>
              </a:path>
              <a:path w="1438275" h="352425">
                <a:moveTo>
                  <a:pt x="1266825" y="313410"/>
                </a:moveTo>
                <a:lnTo>
                  <a:pt x="1257300" y="313410"/>
                </a:lnTo>
                <a:lnTo>
                  <a:pt x="1257300" y="322935"/>
                </a:lnTo>
                <a:lnTo>
                  <a:pt x="1266825" y="322935"/>
                </a:lnTo>
                <a:lnTo>
                  <a:pt x="1266825" y="313410"/>
                </a:lnTo>
                <a:close/>
              </a:path>
              <a:path w="1438275" h="352425">
                <a:moveTo>
                  <a:pt x="1323975" y="313410"/>
                </a:moveTo>
                <a:lnTo>
                  <a:pt x="1314450" y="313410"/>
                </a:lnTo>
                <a:lnTo>
                  <a:pt x="1314450" y="322935"/>
                </a:lnTo>
                <a:lnTo>
                  <a:pt x="1323975" y="322935"/>
                </a:lnTo>
                <a:lnTo>
                  <a:pt x="1323975" y="313410"/>
                </a:lnTo>
                <a:close/>
              </a:path>
              <a:path w="1438275" h="352425">
                <a:moveTo>
                  <a:pt x="1381125" y="313410"/>
                </a:moveTo>
                <a:lnTo>
                  <a:pt x="1371600" y="313410"/>
                </a:lnTo>
                <a:lnTo>
                  <a:pt x="1371600" y="322935"/>
                </a:lnTo>
                <a:lnTo>
                  <a:pt x="1381125" y="322935"/>
                </a:lnTo>
                <a:lnTo>
                  <a:pt x="1381125" y="313410"/>
                </a:lnTo>
                <a:close/>
              </a:path>
              <a:path w="1438275" h="352425">
                <a:moveTo>
                  <a:pt x="1438275" y="313410"/>
                </a:moveTo>
                <a:lnTo>
                  <a:pt x="1428750" y="313410"/>
                </a:lnTo>
                <a:lnTo>
                  <a:pt x="1428750" y="322935"/>
                </a:lnTo>
                <a:lnTo>
                  <a:pt x="1438275" y="322935"/>
                </a:lnTo>
                <a:lnTo>
                  <a:pt x="1438275" y="31341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2" name="object 672"/>
          <p:cNvSpPr/>
          <p:nvPr/>
        </p:nvSpPr>
        <p:spPr>
          <a:xfrm>
            <a:off x="10077450" y="6216662"/>
            <a:ext cx="66675" cy="66675"/>
          </a:xfrm>
          <a:custGeom>
            <a:avLst/>
            <a:gdLst/>
            <a:ahLst/>
            <a:cxnLst/>
            <a:rect l="l" t="t" r="r" b="b"/>
            <a:pathLst>
              <a:path w="66675" h="66675">
                <a:moveTo>
                  <a:pt x="9525" y="27660"/>
                </a:moveTo>
                <a:lnTo>
                  <a:pt x="0" y="27660"/>
                </a:lnTo>
                <a:lnTo>
                  <a:pt x="0" y="37185"/>
                </a:lnTo>
                <a:lnTo>
                  <a:pt x="9525" y="37185"/>
                </a:lnTo>
                <a:lnTo>
                  <a:pt x="9525" y="27660"/>
                </a:lnTo>
                <a:close/>
              </a:path>
              <a:path w="66675" h="66675">
                <a:moveTo>
                  <a:pt x="57150" y="57150"/>
                </a:moveTo>
                <a:lnTo>
                  <a:pt x="47625" y="57150"/>
                </a:lnTo>
                <a:lnTo>
                  <a:pt x="47625" y="66675"/>
                </a:lnTo>
                <a:lnTo>
                  <a:pt x="57150" y="66675"/>
                </a:lnTo>
                <a:lnTo>
                  <a:pt x="57150" y="57150"/>
                </a:lnTo>
                <a:close/>
              </a:path>
              <a:path w="66675" h="66675">
                <a:moveTo>
                  <a:pt x="57150" y="0"/>
                </a:moveTo>
                <a:lnTo>
                  <a:pt x="47625" y="0"/>
                </a:lnTo>
                <a:lnTo>
                  <a:pt x="47625" y="9525"/>
                </a:lnTo>
                <a:lnTo>
                  <a:pt x="57150" y="9525"/>
                </a:lnTo>
                <a:lnTo>
                  <a:pt x="57150" y="0"/>
                </a:lnTo>
                <a:close/>
              </a:path>
              <a:path w="66675" h="66675">
                <a:moveTo>
                  <a:pt x="66675" y="27660"/>
                </a:moveTo>
                <a:lnTo>
                  <a:pt x="57150" y="27660"/>
                </a:lnTo>
                <a:lnTo>
                  <a:pt x="57150" y="37185"/>
                </a:lnTo>
                <a:lnTo>
                  <a:pt x="66675" y="37185"/>
                </a:lnTo>
                <a:lnTo>
                  <a:pt x="66675" y="2766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3" name="object 673"/>
          <p:cNvSpPr/>
          <p:nvPr/>
        </p:nvSpPr>
        <p:spPr>
          <a:xfrm>
            <a:off x="12020550" y="6216662"/>
            <a:ext cx="47625" cy="66675"/>
          </a:xfrm>
          <a:custGeom>
            <a:avLst/>
            <a:gdLst/>
            <a:ahLst/>
            <a:cxnLst/>
            <a:rect l="l" t="t" r="r" b="b"/>
            <a:pathLst>
              <a:path w="47625" h="66675">
                <a:moveTo>
                  <a:pt x="9525" y="27660"/>
                </a:moveTo>
                <a:lnTo>
                  <a:pt x="0" y="27660"/>
                </a:lnTo>
                <a:lnTo>
                  <a:pt x="0" y="37185"/>
                </a:lnTo>
                <a:lnTo>
                  <a:pt x="9525" y="37185"/>
                </a:lnTo>
                <a:lnTo>
                  <a:pt x="9525" y="27660"/>
                </a:lnTo>
                <a:close/>
              </a:path>
              <a:path w="47625" h="66675">
                <a:moveTo>
                  <a:pt x="47625" y="57150"/>
                </a:moveTo>
                <a:lnTo>
                  <a:pt x="38100" y="57150"/>
                </a:lnTo>
                <a:lnTo>
                  <a:pt x="38100" y="66675"/>
                </a:lnTo>
                <a:lnTo>
                  <a:pt x="47625" y="66675"/>
                </a:lnTo>
                <a:lnTo>
                  <a:pt x="47625" y="57150"/>
                </a:lnTo>
                <a:close/>
              </a:path>
              <a:path w="47625" h="66675">
                <a:moveTo>
                  <a:pt x="47625" y="0"/>
                </a:moveTo>
                <a:lnTo>
                  <a:pt x="38100" y="0"/>
                </a:lnTo>
                <a:lnTo>
                  <a:pt x="38100" y="9525"/>
                </a:lnTo>
                <a:lnTo>
                  <a:pt x="47625" y="9525"/>
                </a:lnTo>
                <a:lnTo>
                  <a:pt x="4762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74" name="object 674"/>
          <p:cNvGrpSpPr/>
          <p:nvPr/>
        </p:nvGrpSpPr>
        <p:grpSpPr>
          <a:xfrm>
            <a:off x="11506200" y="6244318"/>
            <a:ext cx="180975" cy="141605"/>
            <a:chOff x="11506200" y="6244318"/>
            <a:chExt cx="180975" cy="141605"/>
          </a:xfrm>
        </p:grpSpPr>
        <p:sp>
          <p:nvSpPr>
            <p:cNvPr id="675" name="object 675"/>
            <p:cNvSpPr/>
            <p:nvPr/>
          </p:nvSpPr>
          <p:spPr>
            <a:xfrm>
              <a:off x="11506200" y="6244323"/>
              <a:ext cx="180975" cy="9525"/>
            </a:xfrm>
            <a:custGeom>
              <a:avLst/>
              <a:gdLst/>
              <a:ahLst/>
              <a:cxnLst/>
              <a:rect l="l" t="t" r="r" b="b"/>
              <a:pathLst>
                <a:path w="180975" h="9525">
                  <a:moveTo>
                    <a:pt x="95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  <a:path w="180975" h="9525">
                  <a:moveTo>
                    <a:pt x="66675" y="0"/>
                  </a:moveTo>
                  <a:lnTo>
                    <a:pt x="57150" y="0"/>
                  </a:lnTo>
                  <a:lnTo>
                    <a:pt x="57150" y="9525"/>
                  </a:lnTo>
                  <a:lnTo>
                    <a:pt x="66675" y="9525"/>
                  </a:lnTo>
                  <a:lnTo>
                    <a:pt x="66675" y="0"/>
                  </a:lnTo>
                  <a:close/>
                </a:path>
                <a:path w="180975" h="9525">
                  <a:moveTo>
                    <a:pt x="123825" y="0"/>
                  </a:moveTo>
                  <a:lnTo>
                    <a:pt x="114300" y="0"/>
                  </a:lnTo>
                  <a:lnTo>
                    <a:pt x="114300" y="9525"/>
                  </a:lnTo>
                  <a:lnTo>
                    <a:pt x="123825" y="9525"/>
                  </a:lnTo>
                  <a:lnTo>
                    <a:pt x="123825" y="0"/>
                  </a:lnTo>
                  <a:close/>
                </a:path>
                <a:path w="180975" h="9525">
                  <a:moveTo>
                    <a:pt x="180975" y="0"/>
                  </a:moveTo>
                  <a:lnTo>
                    <a:pt x="171450" y="0"/>
                  </a:lnTo>
                  <a:lnTo>
                    <a:pt x="171450" y="9525"/>
                  </a:lnTo>
                  <a:lnTo>
                    <a:pt x="180975" y="952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6" name="object 67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553903" y="6295875"/>
              <a:ext cx="89534" cy="89534"/>
            </a:xfrm>
            <a:prstGeom prst="rect">
              <a:avLst/>
            </a:prstGeom>
          </p:spPr>
        </p:pic>
      </p:grpSp>
      <p:grpSp>
        <p:nvGrpSpPr>
          <p:cNvPr id="677" name="object 677"/>
          <p:cNvGrpSpPr/>
          <p:nvPr/>
        </p:nvGrpSpPr>
        <p:grpSpPr>
          <a:xfrm>
            <a:off x="9885108" y="6244318"/>
            <a:ext cx="144780" cy="327660"/>
            <a:chOff x="9885108" y="6244318"/>
            <a:chExt cx="144780" cy="327660"/>
          </a:xfrm>
        </p:grpSpPr>
        <p:sp>
          <p:nvSpPr>
            <p:cNvPr id="678" name="object 678"/>
            <p:cNvSpPr/>
            <p:nvPr/>
          </p:nvSpPr>
          <p:spPr>
            <a:xfrm>
              <a:off x="9906000" y="6244323"/>
              <a:ext cx="123825" cy="9525"/>
            </a:xfrm>
            <a:custGeom>
              <a:avLst/>
              <a:gdLst/>
              <a:ahLst/>
              <a:cxnLst/>
              <a:rect l="l" t="t" r="r" b="b"/>
              <a:pathLst>
                <a:path w="123825" h="9525">
                  <a:moveTo>
                    <a:pt x="95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  <a:path w="123825" h="9525">
                  <a:moveTo>
                    <a:pt x="66675" y="0"/>
                  </a:moveTo>
                  <a:lnTo>
                    <a:pt x="57150" y="0"/>
                  </a:lnTo>
                  <a:lnTo>
                    <a:pt x="57150" y="9525"/>
                  </a:lnTo>
                  <a:lnTo>
                    <a:pt x="66675" y="9525"/>
                  </a:lnTo>
                  <a:lnTo>
                    <a:pt x="66675" y="0"/>
                  </a:lnTo>
                  <a:close/>
                </a:path>
                <a:path w="123825" h="9525">
                  <a:moveTo>
                    <a:pt x="123825" y="0"/>
                  </a:moveTo>
                  <a:lnTo>
                    <a:pt x="114300" y="0"/>
                  </a:lnTo>
                  <a:lnTo>
                    <a:pt x="114300" y="9525"/>
                  </a:lnTo>
                  <a:lnTo>
                    <a:pt x="123825" y="9525"/>
                  </a:lnTo>
                  <a:lnTo>
                    <a:pt x="123825" y="0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9" name="object 67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907103" y="6294490"/>
              <a:ext cx="89534" cy="89534"/>
            </a:xfrm>
            <a:prstGeom prst="rect">
              <a:avLst/>
            </a:prstGeom>
          </p:spPr>
        </p:pic>
        <p:sp>
          <p:nvSpPr>
            <p:cNvPr id="680" name="object 680"/>
            <p:cNvSpPr/>
            <p:nvPr/>
          </p:nvSpPr>
          <p:spPr>
            <a:xfrm>
              <a:off x="9939965" y="6487131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09">
                  <a:moveTo>
                    <a:pt x="45309" y="80009"/>
                  </a:moveTo>
                  <a:lnTo>
                    <a:pt x="34700" y="80009"/>
                  </a:lnTo>
                  <a:lnTo>
                    <a:pt x="29596" y="78994"/>
                  </a:lnTo>
                  <a:lnTo>
                    <a:pt x="1015" y="50413"/>
                  </a:lnTo>
                  <a:lnTo>
                    <a:pt x="0" y="40004"/>
                  </a:lnTo>
                  <a:lnTo>
                    <a:pt x="0" y="34700"/>
                  </a:lnTo>
                  <a:lnTo>
                    <a:pt x="29596" y="1015"/>
                  </a:lnTo>
                  <a:lnTo>
                    <a:pt x="34700" y="0"/>
                  </a:lnTo>
                  <a:lnTo>
                    <a:pt x="45309" y="0"/>
                  </a:lnTo>
                  <a:lnTo>
                    <a:pt x="78994" y="29596"/>
                  </a:lnTo>
                  <a:lnTo>
                    <a:pt x="80009" y="34700"/>
                  </a:lnTo>
                  <a:lnTo>
                    <a:pt x="80009" y="45309"/>
                  </a:lnTo>
                  <a:lnTo>
                    <a:pt x="50413" y="78994"/>
                  </a:lnTo>
                  <a:lnTo>
                    <a:pt x="45309" y="80009"/>
                  </a:lnTo>
                  <a:close/>
                </a:path>
              </a:pathLst>
            </a:custGeom>
            <a:solidFill>
              <a:srgbClr val="D9B300">
                <a:alpha val="8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1" name="object 681"/>
            <p:cNvSpPr/>
            <p:nvPr/>
          </p:nvSpPr>
          <p:spPr>
            <a:xfrm>
              <a:off x="9939965" y="6487131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09">
                  <a:moveTo>
                    <a:pt x="0" y="40004"/>
                  </a:moveTo>
                  <a:lnTo>
                    <a:pt x="19794" y="74934"/>
                  </a:lnTo>
                  <a:lnTo>
                    <a:pt x="40004" y="80009"/>
                  </a:lnTo>
                  <a:lnTo>
                    <a:pt x="45309" y="80009"/>
                  </a:lnTo>
                  <a:lnTo>
                    <a:pt x="76964" y="55314"/>
                  </a:lnTo>
                  <a:lnTo>
                    <a:pt x="80009" y="40004"/>
                  </a:lnTo>
                  <a:lnTo>
                    <a:pt x="80009" y="34700"/>
                  </a:lnTo>
                  <a:lnTo>
                    <a:pt x="55314" y="3045"/>
                  </a:lnTo>
                  <a:lnTo>
                    <a:pt x="40004" y="0"/>
                  </a:lnTo>
                  <a:lnTo>
                    <a:pt x="34700" y="0"/>
                  </a:lnTo>
                  <a:lnTo>
                    <a:pt x="3045" y="24695"/>
                  </a:lnTo>
                  <a:lnTo>
                    <a:pt x="0" y="40004"/>
                  </a:lnTo>
                </a:path>
              </a:pathLst>
            </a:custGeom>
            <a:ln w="9525">
              <a:solidFill>
                <a:srgbClr val="D9B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2" name="object 682"/>
            <p:cNvSpPr/>
            <p:nvPr/>
          </p:nvSpPr>
          <p:spPr>
            <a:xfrm>
              <a:off x="9938702" y="6449338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09">
                  <a:moveTo>
                    <a:pt x="45309" y="80009"/>
                  </a:moveTo>
                  <a:lnTo>
                    <a:pt x="34700" y="80009"/>
                  </a:lnTo>
                  <a:lnTo>
                    <a:pt x="29596" y="78994"/>
                  </a:lnTo>
                  <a:lnTo>
                    <a:pt x="1015" y="50413"/>
                  </a:lnTo>
                  <a:lnTo>
                    <a:pt x="0" y="40004"/>
                  </a:lnTo>
                  <a:lnTo>
                    <a:pt x="0" y="34700"/>
                  </a:lnTo>
                  <a:lnTo>
                    <a:pt x="29596" y="1015"/>
                  </a:lnTo>
                  <a:lnTo>
                    <a:pt x="34700" y="0"/>
                  </a:lnTo>
                  <a:lnTo>
                    <a:pt x="45309" y="0"/>
                  </a:lnTo>
                  <a:lnTo>
                    <a:pt x="78994" y="29596"/>
                  </a:lnTo>
                  <a:lnTo>
                    <a:pt x="80009" y="34700"/>
                  </a:lnTo>
                  <a:lnTo>
                    <a:pt x="80009" y="45309"/>
                  </a:lnTo>
                  <a:lnTo>
                    <a:pt x="50413" y="78994"/>
                  </a:lnTo>
                  <a:lnTo>
                    <a:pt x="45309" y="80009"/>
                  </a:lnTo>
                  <a:close/>
                </a:path>
              </a:pathLst>
            </a:custGeom>
            <a:solidFill>
              <a:srgbClr val="D9B300">
                <a:alpha val="8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3" name="object 683"/>
            <p:cNvSpPr/>
            <p:nvPr/>
          </p:nvSpPr>
          <p:spPr>
            <a:xfrm>
              <a:off x="9938702" y="6449338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09">
                  <a:moveTo>
                    <a:pt x="0" y="40004"/>
                  </a:moveTo>
                  <a:lnTo>
                    <a:pt x="19794" y="74934"/>
                  </a:lnTo>
                  <a:lnTo>
                    <a:pt x="40004" y="80009"/>
                  </a:lnTo>
                  <a:lnTo>
                    <a:pt x="45309" y="80009"/>
                  </a:lnTo>
                  <a:lnTo>
                    <a:pt x="76964" y="55314"/>
                  </a:lnTo>
                  <a:lnTo>
                    <a:pt x="80009" y="40004"/>
                  </a:lnTo>
                  <a:lnTo>
                    <a:pt x="80009" y="34700"/>
                  </a:lnTo>
                  <a:lnTo>
                    <a:pt x="55314" y="3045"/>
                  </a:lnTo>
                  <a:lnTo>
                    <a:pt x="40004" y="0"/>
                  </a:lnTo>
                  <a:lnTo>
                    <a:pt x="34700" y="0"/>
                  </a:lnTo>
                  <a:lnTo>
                    <a:pt x="3045" y="24695"/>
                  </a:lnTo>
                  <a:lnTo>
                    <a:pt x="0" y="40004"/>
                  </a:lnTo>
                </a:path>
              </a:pathLst>
            </a:custGeom>
            <a:ln w="9525">
              <a:solidFill>
                <a:srgbClr val="D9B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4" name="object 684"/>
            <p:cNvSpPr/>
            <p:nvPr/>
          </p:nvSpPr>
          <p:spPr>
            <a:xfrm>
              <a:off x="9889870" y="6431316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09">
                  <a:moveTo>
                    <a:pt x="45309" y="80009"/>
                  </a:moveTo>
                  <a:lnTo>
                    <a:pt x="34700" y="80009"/>
                  </a:lnTo>
                  <a:lnTo>
                    <a:pt x="29596" y="78994"/>
                  </a:lnTo>
                  <a:lnTo>
                    <a:pt x="1015" y="50413"/>
                  </a:lnTo>
                  <a:lnTo>
                    <a:pt x="0" y="40004"/>
                  </a:lnTo>
                  <a:lnTo>
                    <a:pt x="0" y="34700"/>
                  </a:lnTo>
                  <a:lnTo>
                    <a:pt x="29596" y="1015"/>
                  </a:lnTo>
                  <a:lnTo>
                    <a:pt x="34700" y="0"/>
                  </a:lnTo>
                  <a:lnTo>
                    <a:pt x="45309" y="0"/>
                  </a:lnTo>
                  <a:lnTo>
                    <a:pt x="78994" y="29596"/>
                  </a:lnTo>
                  <a:lnTo>
                    <a:pt x="80009" y="34700"/>
                  </a:lnTo>
                  <a:lnTo>
                    <a:pt x="80009" y="45309"/>
                  </a:lnTo>
                  <a:lnTo>
                    <a:pt x="50413" y="78994"/>
                  </a:lnTo>
                  <a:lnTo>
                    <a:pt x="45309" y="80009"/>
                  </a:lnTo>
                  <a:close/>
                </a:path>
              </a:pathLst>
            </a:custGeom>
            <a:solidFill>
              <a:srgbClr val="99008A">
                <a:alpha val="8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5" name="object 685"/>
            <p:cNvSpPr/>
            <p:nvPr/>
          </p:nvSpPr>
          <p:spPr>
            <a:xfrm>
              <a:off x="9889870" y="6431316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09">
                  <a:moveTo>
                    <a:pt x="0" y="40004"/>
                  </a:moveTo>
                  <a:lnTo>
                    <a:pt x="19794" y="74934"/>
                  </a:lnTo>
                  <a:lnTo>
                    <a:pt x="40004" y="80009"/>
                  </a:lnTo>
                  <a:lnTo>
                    <a:pt x="45309" y="80009"/>
                  </a:lnTo>
                  <a:lnTo>
                    <a:pt x="76964" y="55314"/>
                  </a:lnTo>
                  <a:lnTo>
                    <a:pt x="80009" y="40004"/>
                  </a:lnTo>
                  <a:lnTo>
                    <a:pt x="80009" y="34700"/>
                  </a:lnTo>
                  <a:lnTo>
                    <a:pt x="55314" y="3045"/>
                  </a:lnTo>
                  <a:lnTo>
                    <a:pt x="40004" y="0"/>
                  </a:lnTo>
                  <a:lnTo>
                    <a:pt x="34700" y="0"/>
                  </a:lnTo>
                  <a:lnTo>
                    <a:pt x="3045" y="24695"/>
                  </a:lnTo>
                  <a:lnTo>
                    <a:pt x="0" y="40004"/>
                  </a:lnTo>
                </a:path>
              </a:pathLst>
            </a:custGeom>
            <a:ln w="9525">
              <a:solidFill>
                <a:srgbClr val="9900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86" name="object 686"/>
          <p:cNvGrpSpPr/>
          <p:nvPr/>
        </p:nvGrpSpPr>
        <p:grpSpPr>
          <a:xfrm>
            <a:off x="10648950" y="6244318"/>
            <a:ext cx="123825" cy="127635"/>
            <a:chOff x="10648950" y="6244318"/>
            <a:chExt cx="123825" cy="127635"/>
          </a:xfrm>
        </p:grpSpPr>
        <p:sp>
          <p:nvSpPr>
            <p:cNvPr id="687" name="object 687"/>
            <p:cNvSpPr/>
            <p:nvPr/>
          </p:nvSpPr>
          <p:spPr>
            <a:xfrm>
              <a:off x="10648950" y="6244323"/>
              <a:ext cx="123825" cy="9525"/>
            </a:xfrm>
            <a:custGeom>
              <a:avLst/>
              <a:gdLst/>
              <a:ahLst/>
              <a:cxnLst/>
              <a:rect l="l" t="t" r="r" b="b"/>
              <a:pathLst>
                <a:path w="123825" h="9525">
                  <a:moveTo>
                    <a:pt x="95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  <a:path w="123825" h="9525">
                  <a:moveTo>
                    <a:pt x="66675" y="0"/>
                  </a:moveTo>
                  <a:lnTo>
                    <a:pt x="57150" y="0"/>
                  </a:lnTo>
                  <a:lnTo>
                    <a:pt x="57150" y="9525"/>
                  </a:lnTo>
                  <a:lnTo>
                    <a:pt x="66675" y="9525"/>
                  </a:lnTo>
                  <a:lnTo>
                    <a:pt x="66675" y="0"/>
                  </a:lnTo>
                  <a:close/>
                </a:path>
                <a:path w="123825" h="9525">
                  <a:moveTo>
                    <a:pt x="123825" y="0"/>
                  </a:moveTo>
                  <a:lnTo>
                    <a:pt x="114300" y="0"/>
                  </a:lnTo>
                  <a:lnTo>
                    <a:pt x="114300" y="9525"/>
                  </a:lnTo>
                  <a:lnTo>
                    <a:pt x="123825" y="9525"/>
                  </a:lnTo>
                  <a:lnTo>
                    <a:pt x="123825" y="0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8" name="object 68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655006" y="6282216"/>
              <a:ext cx="89534" cy="89534"/>
            </a:xfrm>
            <a:prstGeom prst="rect">
              <a:avLst/>
            </a:prstGeom>
          </p:spPr>
        </p:pic>
      </p:grpSp>
      <p:grpSp>
        <p:nvGrpSpPr>
          <p:cNvPr id="689" name="object 689"/>
          <p:cNvGrpSpPr/>
          <p:nvPr/>
        </p:nvGrpSpPr>
        <p:grpSpPr>
          <a:xfrm>
            <a:off x="10934700" y="6118247"/>
            <a:ext cx="180975" cy="165100"/>
            <a:chOff x="10934700" y="6118247"/>
            <a:chExt cx="180975" cy="165100"/>
          </a:xfrm>
        </p:grpSpPr>
        <p:sp>
          <p:nvSpPr>
            <p:cNvPr id="690" name="object 690"/>
            <p:cNvSpPr/>
            <p:nvPr/>
          </p:nvSpPr>
          <p:spPr>
            <a:xfrm>
              <a:off x="10934700" y="6216662"/>
              <a:ext cx="180975" cy="66675"/>
            </a:xfrm>
            <a:custGeom>
              <a:avLst/>
              <a:gdLst/>
              <a:ahLst/>
              <a:cxnLst/>
              <a:rect l="l" t="t" r="r" b="b"/>
              <a:pathLst>
                <a:path w="180975" h="66675">
                  <a:moveTo>
                    <a:pt x="9525" y="27660"/>
                  </a:moveTo>
                  <a:lnTo>
                    <a:pt x="0" y="27660"/>
                  </a:lnTo>
                  <a:lnTo>
                    <a:pt x="0" y="37185"/>
                  </a:lnTo>
                  <a:lnTo>
                    <a:pt x="9525" y="37185"/>
                  </a:lnTo>
                  <a:lnTo>
                    <a:pt x="9525" y="27660"/>
                  </a:lnTo>
                  <a:close/>
                </a:path>
                <a:path w="180975" h="66675">
                  <a:moveTo>
                    <a:pt x="66675" y="27660"/>
                  </a:moveTo>
                  <a:lnTo>
                    <a:pt x="57150" y="27660"/>
                  </a:lnTo>
                  <a:lnTo>
                    <a:pt x="57150" y="37185"/>
                  </a:lnTo>
                  <a:lnTo>
                    <a:pt x="66675" y="37185"/>
                  </a:lnTo>
                  <a:lnTo>
                    <a:pt x="66675" y="27660"/>
                  </a:lnTo>
                  <a:close/>
                </a:path>
                <a:path w="180975" h="66675">
                  <a:moveTo>
                    <a:pt x="123825" y="27660"/>
                  </a:moveTo>
                  <a:lnTo>
                    <a:pt x="114300" y="27660"/>
                  </a:lnTo>
                  <a:lnTo>
                    <a:pt x="114300" y="37185"/>
                  </a:lnTo>
                  <a:lnTo>
                    <a:pt x="123825" y="37185"/>
                  </a:lnTo>
                  <a:lnTo>
                    <a:pt x="123825" y="27660"/>
                  </a:lnTo>
                  <a:close/>
                </a:path>
                <a:path w="180975" h="66675">
                  <a:moveTo>
                    <a:pt x="166687" y="57150"/>
                  </a:moveTo>
                  <a:lnTo>
                    <a:pt x="157162" y="57150"/>
                  </a:lnTo>
                  <a:lnTo>
                    <a:pt x="157162" y="66675"/>
                  </a:lnTo>
                  <a:lnTo>
                    <a:pt x="166687" y="66675"/>
                  </a:lnTo>
                  <a:lnTo>
                    <a:pt x="166687" y="57150"/>
                  </a:lnTo>
                  <a:close/>
                </a:path>
                <a:path w="180975" h="66675">
                  <a:moveTo>
                    <a:pt x="166687" y="0"/>
                  </a:moveTo>
                  <a:lnTo>
                    <a:pt x="157162" y="0"/>
                  </a:lnTo>
                  <a:lnTo>
                    <a:pt x="157162" y="9525"/>
                  </a:lnTo>
                  <a:lnTo>
                    <a:pt x="166687" y="9525"/>
                  </a:lnTo>
                  <a:lnTo>
                    <a:pt x="166687" y="0"/>
                  </a:lnTo>
                  <a:close/>
                </a:path>
                <a:path w="180975" h="66675">
                  <a:moveTo>
                    <a:pt x="180975" y="27660"/>
                  </a:moveTo>
                  <a:lnTo>
                    <a:pt x="171450" y="27660"/>
                  </a:lnTo>
                  <a:lnTo>
                    <a:pt x="171450" y="37185"/>
                  </a:lnTo>
                  <a:lnTo>
                    <a:pt x="180975" y="37185"/>
                  </a:lnTo>
                  <a:lnTo>
                    <a:pt x="180975" y="27660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1" name="object 69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947680" y="6118247"/>
              <a:ext cx="89534" cy="89534"/>
            </a:xfrm>
            <a:prstGeom prst="rect">
              <a:avLst/>
            </a:prstGeom>
          </p:spPr>
        </p:pic>
      </p:grpSp>
      <p:sp>
        <p:nvSpPr>
          <p:cNvPr id="692" name="object 692"/>
          <p:cNvSpPr txBox="1"/>
          <p:nvPr/>
        </p:nvSpPr>
        <p:spPr>
          <a:xfrm>
            <a:off x="7919243" y="6158692"/>
            <a:ext cx="1898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5M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693" name="object 693"/>
          <p:cNvSpPr/>
          <p:nvPr/>
        </p:nvSpPr>
        <p:spPr>
          <a:xfrm>
            <a:off x="824865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4" name="object 694"/>
          <p:cNvSpPr/>
          <p:nvPr/>
        </p:nvSpPr>
        <p:spPr>
          <a:xfrm>
            <a:off x="830580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5" name="object 695"/>
          <p:cNvSpPr/>
          <p:nvPr/>
        </p:nvSpPr>
        <p:spPr>
          <a:xfrm>
            <a:off x="836295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6" name="object 696"/>
          <p:cNvSpPr/>
          <p:nvPr/>
        </p:nvSpPr>
        <p:spPr>
          <a:xfrm>
            <a:off x="864870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7" name="object 697"/>
          <p:cNvSpPr/>
          <p:nvPr/>
        </p:nvSpPr>
        <p:spPr>
          <a:xfrm>
            <a:off x="870585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8" name="object 698"/>
          <p:cNvSpPr/>
          <p:nvPr/>
        </p:nvSpPr>
        <p:spPr>
          <a:xfrm>
            <a:off x="876300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9" name="object 699"/>
          <p:cNvSpPr/>
          <p:nvPr/>
        </p:nvSpPr>
        <p:spPr>
          <a:xfrm>
            <a:off x="882015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0" name="object 700"/>
          <p:cNvSpPr/>
          <p:nvPr/>
        </p:nvSpPr>
        <p:spPr>
          <a:xfrm>
            <a:off x="887730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1" name="object 701"/>
          <p:cNvSpPr/>
          <p:nvPr/>
        </p:nvSpPr>
        <p:spPr>
          <a:xfrm>
            <a:off x="893445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2" name="object 702"/>
          <p:cNvSpPr/>
          <p:nvPr/>
        </p:nvSpPr>
        <p:spPr>
          <a:xfrm>
            <a:off x="899160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3" name="object 703"/>
          <p:cNvSpPr/>
          <p:nvPr/>
        </p:nvSpPr>
        <p:spPr>
          <a:xfrm>
            <a:off x="904875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4" name="object 704"/>
          <p:cNvSpPr/>
          <p:nvPr/>
        </p:nvSpPr>
        <p:spPr>
          <a:xfrm>
            <a:off x="922020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5" name="object 705"/>
          <p:cNvSpPr/>
          <p:nvPr/>
        </p:nvSpPr>
        <p:spPr>
          <a:xfrm>
            <a:off x="927735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6" name="object 706"/>
          <p:cNvSpPr/>
          <p:nvPr/>
        </p:nvSpPr>
        <p:spPr>
          <a:xfrm>
            <a:off x="933450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7" name="object 707"/>
          <p:cNvSpPr/>
          <p:nvPr/>
        </p:nvSpPr>
        <p:spPr>
          <a:xfrm>
            <a:off x="939165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8" name="object 708"/>
          <p:cNvSpPr/>
          <p:nvPr/>
        </p:nvSpPr>
        <p:spPr>
          <a:xfrm>
            <a:off x="944880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9" name="object 709"/>
          <p:cNvSpPr/>
          <p:nvPr/>
        </p:nvSpPr>
        <p:spPr>
          <a:xfrm>
            <a:off x="950595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0" name="object 710"/>
          <p:cNvSpPr/>
          <p:nvPr/>
        </p:nvSpPr>
        <p:spPr>
          <a:xfrm>
            <a:off x="956310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1" name="object 711"/>
          <p:cNvSpPr/>
          <p:nvPr/>
        </p:nvSpPr>
        <p:spPr>
          <a:xfrm>
            <a:off x="962025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2" name="object 712"/>
          <p:cNvSpPr/>
          <p:nvPr/>
        </p:nvSpPr>
        <p:spPr>
          <a:xfrm>
            <a:off x="967740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3" name="object 713"/>
          <p:cNvSpPr/>
          <p:nvPr/>
        </p:nvSpPr>
        <p:spPr>
          <a:xfrm>
            <a:off x="973455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4" name="object 714"/>
          <p:cNvSpPr/>
          <p:nvPr/>
        </p:nvSpPr>
        <p:spPr>
          <a:xfrm>
            <a:off x="979170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5" name="object 715"/>
          <p:cNvSpPr/>
          <p:nvPr/>
        </p:nvSpPr>
        <p:spPr>
          <a:xfrm>
            <a:off x="984885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6" name="object 716"/>
          <p:cNvSpPr/>
          <p:nvPr/>
        </p:nvSpPr>
        <p:spPr>
          <a:xfrm>
            <a:off x="990600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7" name="object 717"/>
          <p:cNvSpPr/>
          <p:nvPr/>
        </p:nvSpPr>
        <p:spPr>
          <a:xfrm>
            <a:off x="996315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8" name="object 718"/>
          <p:cNvSpPr/>
          <p:nvPr/>
        </p:nvSpPr>
        <p:spPr>
          <a:xfrm>
            <a:off x="1002030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9" name="object 719"/>
          <p:cNvSpPr/>
          <p:nvPr/>
        </p:nvSpPr>
        <p:spPr>
          <a:xfrm>
            <a:off x="1019175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0" name="object 720"/>
          <p:cNvSpPr/>
          <p:nvPr/>
        </p:nvSpPr>
        <p:spPr>
          <a:xfrm>
            <a:off x="1024890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1" name="object 721"/>
          <p:cNvSpPr/>
          <p:nvPr/>
        </p:nvSpPr>
        <p:spPr>
          <a:xfrm>
            <a:off x="1030605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2" name="object 722"/>
          <p:cNvSpPr/>
          <p:nvPr/>
        </p:nvSpPr>
        <p:spPr>
          <a:xfrm>
            <a:off x="1036320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3" name="object 723"/>
          <p:cNvSpPr/>
          <p:nvPr/>
        </p:nvSpPr>
        <p:spPr>
          <a:xfrm>
            <a:off x="1042035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4" name="object 724"/>
          <p:cNvSpPr/>
          <p:nvPr/>
        </p:nvSpPr>
        <p:spPr>
          <a:xfrm>
            <a:off x="1047750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5" name="object 725"/>
          <p:cNvSpPr/>
          <p:nvPr/>
        </p:nvSpPr>
        <p:spPr>
          <a:xfrm>
            <a:off x="1053465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6" name="object 726"/>
          <p:cNvSpPr/>
          <p:nvPr/>
        </p:nvSpPr>
        <p:spPr>
          <a:xfrm>
            <a:off x="1059180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7" name="object 727"/>
          <p:cNvSpPr/>
          <p:nvPr/>
        </p:nvSpPr>
        <p:spPr>
          <a:xfrm>
            <a:off x="1064895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8" name="object 728"/>
          <p:cNvSpPr/>
          <p:nvPr/>
        </p:nvSpPr>
        <p:spPr>
          <a:xfrm>
            <a:off x="1070610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9" name="object 729"/>
          <p:cNvSpPr/>
          <p:nvPr/>
        </p:nvSpPr>
        <p:spPr>
          <a:xfrm>
            <a:off x="1076325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0" name="object 730"/>
          <p:cNvSpPr/>
          <p:nvPr/>
        </p:nvSpPr>
        <p:spPr>
          <a:xfrm>
            <a:off x="1082040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1" name="object 731"/>
          <p:cNvSpPr/>
          <p:nvPr/>
        </p:nvSpPr>
        <p:spPr>
          <a:xfrm>
            <a:off x="1087755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2" name="object 732"/>
          <p:cNvSpPr/>
          <p:nvPr/>
        </p:nvSpPr>
        <p:spPr>
          <a:xfrm>
            <a:off x="1093470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3" name="object 733"/>
          <p:cNvSpPr/>
          <p:nvPr/>
        </p:nvSpPr>
        <p:spPr>
          <a:xfrm>
            <a:off x="1099185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4" name="object 734"/>
          <p:cNvSpPr/>
          <p:nvPr/>
        </p:nvSpPr>
        <p:spPr>
          <a:xfrm>
            <a:off x="1116330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5" name="object 735"/>
          <p:cNvSpPr/>
          <p:nvPr/>
        </p:nvSpPr>
        <p:spPr>
          <a:xfrm>
            <a:off x="1122045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6" name="object 736"/>
          <p:cNvSpPr/>
          <p:nvPr/>
        </p:nvSpPr>
        <p:spPr>
          <a:xfrm>
            <a:off x="1127760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7" name="object 737"/>
          <p:cNvSpPr/>
          <p:nvPr/>
        </p:nvSpPr>
        <p:spPr>
          <a:xfrm>
            <a:off x="1133475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8" name="object 738"/>
          <p:cNvSpPr/>
          <p:nvPr/>
        </p:nvSpPr>
        <p:spPr>
          <a:xfrm>
            <a:off x="1139190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9" name="object 739"/>
          <p:cNvSpPr/>
          <p:nvPr/>
        </p:nvSpPr>
        <p:spPr>
          <a:xfrm>
            <a:off x="1144905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0" name="object 740"/>
          <p:cNvSpPr/>
          <p:nvPr/>
        </p:nvSpPr>
        <p:spPr>
          <a:xfrm>
            <a:off x="1150620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1" name="object 741"/>
          <p:cNvSpPr/>
          <p:nvPr/>
        </p:nvSpPr>
        <p:spPr>
          <a:xfrm>
            <a:off x="1156335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2" name="object 742"/>
          <p:cNvSpPr/>
          <p:nvPr/>
        </p:nvSpPr>
        <p:spPr>
          <a:xfrm>
            <a:off x="1162050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3" name="object 743"/>
          <p:cNvSpPr/>
          <p:nvPr/>
        </p:nvSpPr>
        <p:spPr>
          <a:xfrm>
            <a:off x="1167765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4" name="object 744"/>
          <p:cNvSpPr/>
          <p:nvPr/>
        </p:nvSpPr>
        <p:spPr>
          <a:xfrm>
            <a:off x="1173480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5" name="object 745"/>
          <p:cNvSpPr/>
          <p:nvPr/>
        </p:nvSpPr>
        <p:spPr>
          <a:xfrm>
            <a:off x="1179195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6" name="object 746"/>
          <p:cNvSpPr/>
          <p:nvPr/>
        </p:nvSpPr>
        <p:spPr>
          <a:xfrm>
            <a:off x="1184910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7" name="object 747"/>
          <p:cNvSpPr/>
          <p:nvPr/>
        </p:nvSpPr>
        <p:spPr>
          <a:xfrm>
            <a:off x="1190625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8" name="object 748"/>
          <p:cNvSpPr/>
          <p:nvPr/>
        </p:nvSpPr>
        <p:spPr>
          <a:xfrm>
            <a:off x="11963400" y="5814786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9" name="object 749"/>
          <p:cNvSpPr/>
          <p:nvPr/>
        </p:nvSpPr>
        <p:spPr>
          <a:xfrm>
            <a:off x="8191500" y="5814796"/>
            <a:ext cx="9525" cy="11430"/>
          </a:xfrm>
          <a:custGeom>
            <a:avLst/>
            <a:gdLst/>
            <a:ahLst/>
            <a:cxnLst/>
            <a:rect l="l" t="t" r="r" b="b"/>
            <a:pathLst>
              <a:path w="9525" h="11429">
                <a:moveTo>
                  <a:pt x="9525" y="0"/>
                </a:moveTo>
                <a:lnTo>
                  <a:pt x="0" y="0"/>
                </a:lnTo>
                <a:lnTo>
                  <a:pt x="0" y="1816"/>
                </a:lnTo>
                <a:lnTo>
                  <a:pt x="0" y="9525"/>
                </a:lnTo>
                <a:lnTo>
                  <a:pt x="0" y="11341"/>
                </a:lnTo>
                <a:lnTo>
                  <a:pt x="9525" y="11341"/>
                </a:lnTo>
                <a:lnTo>
                  <a:pt x="9525" y="9525"/>
                </a:lnTo>
                <a:lnTo>
                  <a:pt x="9525" y="1816"/>
                </a:lnTo>
                <a:lnTo>
                  <a:pt x="952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0" name="object 750"/>
          <p:cNvSpPr/>
          <p:nvPr/>
        </p:nvSpPr>
        <p:spPr>
          <a:xfrm>
            <a:off x="9105900" y="5814796"/>
            <a:ext cx="66675" cy="11430"/>
          </a:xfrm>
          <a:custGeom>
            <a:avLst/>
            <a:gdLst/>
            <a:ahLst/>
            <a:cxnLst/>
            <a:rect l="l" t="t" r="r" b="b"/>
            <a:pathLst>
              <a:path w="66675" h="11429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66675" h="11429">
                <a:moveTo>
                  <a:pt x="66675" y="0"/>
                </a:moveTo>
                <a:lnTo>
                  <a:pt x="57150" y="0"/>
                </a:lnTo>
                <a:lnTo>
                  <a:pt x="57150" y="1816"/>
                </a:lnTo>
                <a:lnTo>
                  <a:pt x="52387" y="1816"/>
                </a:lnTo>
                <a:lnTo>
                  <a:pt x="52387" y="11341"/>
                </a:lnTo>
                <a:lnTo>
                  <a:pt x="61912" y="11341"/>
                </a:lnTo>
                <a:lnTo>
                  <a:pt x="61912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1" name="object 751"/>
          <p:cNvSpPr/>
          <p:nvPr/>
        </p:nvSpPr>
        <p:spPr>
          <a:xfrm>
            <a:off x="10077450" y="5814796"/>
            <a:ext cx="66675" cy="11430"/>
          </a:xfrm>
          <a:custGeom>
            <a:avLst/>
            <a:gdLst/>
            <a:ahLst/>
            <a:cxnLst/>
            <a:rect l="l" t="t" r="r" b="b"/>
            <a:pathLst>
              <a:path w="66675" h="11429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66675" h="11429">
                <a:moveTo>
                  <a:pt x="66675" y="0"/>
                </a:moveTo>
                <a:lnTo>
                  <a:pt x="57150" y="0"/>
                </a:lnTo>
                <a:lnTo>
                  <a:pt x="57150" y="1816"/>
                </a:lnTo>
                <a:lnTo>
                  <a:pt x="47625" y="1816"/>
                </a:lnTo>
                <a:lnTo>
                  <a:pt x="47625" y="11341"/>
                </a:lnTo>
                <a:lnTo>
                  <a:pt x="57150" y="11341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2" name="object 752"/>
          <p:cNvSpPr/>
          <p:nvPr/>
        </p:nvSpPr>
        <p:spPr>
          <a:xfrm>
            <a:off x="11049000" y="5814796"/>
            <a:ext cx="66675" cy="11430"/>
          </a:xfrm>
          <a:custGeom>
            <a:avLst/>
            <a:gdLst/>
            <a:ahLst/>
            <a:cxnLst/>
            <a:rect l="l" t="t" r="r" b="b"/>
            <a:pathLst>
              <a:path w="66675" h="11429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66675" h="11429">
                <a:moveTo>
                  <a:pt x="52387" y="1816"/>
                </a:moveTo>
                <a:lnTo>
                  <a:pt x="42862" y="1816"/>
                </a:lnTo>
                <a:lnTo>
                  <a:pt x="42862" y="11341"/>
                </a:lnTo>
                <a:lnTo>
                  <a:pt x="52387" y="11341"/>
                </a:lnTo>
                <a:lnTo>
                  <a:pt x="52387" y="1816"/>
                </a:lnTo>
                <a:close/>
              </a:path>
              <a:path w="66675" h="11429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3" name="object 753"/>
          <p:cNvSpPr/>
          <p:nvPr/>
        </p:nvSpPr>
        <p:spPr>
          <a:xfrm>
            <a:off x="12020550" y="5814796"/>
            <a:ext cx="47625" cy="11430"/>
          </a:xfrm>
          <a:custGeom>
            <a:avLst/>
            <a:gdLst/>
            <a:ahLst/>
            <a:cxnLst/>
            <a:rect l="l" t="t" r="r" b="b"/>
            <a:pathLst>
              <a:path w="47625" h="11429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47625" h="11429">
                <a:moveTo>
                  <a:pt x="47625" y="1816"/>
                </a:moveTo>
                <a:lnTo>
                  <a:pt x="38100" y="1816"/>
                </a:lnTo>
                <a:lnTo>
                  <a:pt x="38100" y="11341"/>
                </a:lnTo>
                <a:lnTo>
                  <a:pt x="47625" y="11341"/>
                </a:lnTo>
                <a:lnTo>
                  <a:pt x="47625" y="1816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54" name="object 754"/>
          <p:cNvGrpSpPr/>
          <p:nvPr/>
        </p:nvGrpSpPr>
        <p:grpSpPr>
          <a:xfrm>
            <a:off x="8420100" y="5697526"/>
            <a:ext cx="180975" cy="147320"/>
            <a:chOff x="8420100" y="5697526"/>
            <a:chExt cx="180975" cy="147320"/>
          </a:xfrm>
        </p:grpSpPr>
        <p:sp>
          <p:nvSpPr>
            <p:cNvPr id="755" name="object 755"/>
            <p:cNvSpPr/>
            <p:nvPr/>
          </p:nvSpPr>
          <p:spPr>
            <a:xfrm>
              <a:off x="8420100" y="5814796"/>
              <a:ext cx="180975" cy="9525"/>
            </a:xfrm>
            <a:custGeom>
              <a:avLst/>
              <a:gdLst/>
              <a:ahLst/>
              <a:cxnLst/>
              <a:rect l="l" t="t" r="r" b="b"/>
              <a:pathLst>
                <a:path w="180975" h="9525">
                  <a:moveTo>
                    <a:pt x="95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  <a:path w="180975" h="9525">
                  <a:moveTo>
                    <a:pt x="66675" y="0"/>
                  </a:moveTo>
                  <a:lnTo>
                    <a:pt x="57150" y="0"/>
                  </a:lnTo>
                  <a:lnTo>
                    <a:pt x="57150" y="9525"/>
                  </a:lnTo>
                  <a:lnTo>
                    <a:pt x="66675" y="9525"/>
                  </a:lnTo>
                  <a:lnTo>
                    <a:pt x="66675" y="0"/>
                  </a:lnTo>
                  <a:close/>
                </a:path>
                <a:path w="180975" h="9525">
                  <a:moveTo>
                    <a:pt x="123825" y="0"/>
                  </a:moveTo>
                  <a:lnTo>
                    <a:pt x="114300" y="0"/>
                  </a:lnTo>
                  <a:lnTo>
                    <a:pt x="114300" y="9525"/>
                  </a:lnTo>
                  <a:lnTo>
                    <a:pt x="123825" y="9525"/>
                  </a:lnTo>
                  <a:lnTo>
                    <a:pt x="123825" y="0"/>
                  </a:lnTo>
                  <a:close/>
                </a:path>
                <a:path w="180975" h="9525">
                  <a:moveTo>
                    <a:pt x="180975" y="0"/>
                  </a:moveTo>
                  <a:lnTo>
                    <a:pt x="171450" y="0"/>
                  </a:lnTo>
                  <a:lnTo>
                    <a:pt x="171450" y="9525"/>
                  </a:lnTo>
                  <a:lnTo>
                    <a:pt x="180975" y="952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6" name="object 756"/>
            <p:cNvSpPr/>
            <p:nvPr/>
          </p:nvSpPr>
          <p:spPr>
            <a:xfrm>
              <a:off x="8427004" y="5702289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10">
                  <a:moveTo>
                    <a:pt x="45309" y="80009"/>
                  </a:moveTo>
                  <a:lnTo>
                    <a:pt x="34700" y="80009"/>
                  </a:lnTo>
                  <a:lnTo>
                    <a:pt x="29596" y="78994"/>
                  </a:lnTo>
                  <a:lnTo>
                    <a:pt x="1015" y="50413"/>
                  </a:lnTo>
                  <a:lnTo>
                    <a:pt x="0" y="40004"/>
                  </a:lnTo>
                  <a:lnTo>
                    <a:pt x="0" y="34700"/>
                  </a:lnTo>
                  <a:lnTo>
                    <a:pt x="29596" y="1015"/>
                  </a:lnTo>
                  <a:lnTo>
                    <a:pt x="34700" y="0"/>
                  </a:lnTo>
                  <a:lnTo>
                    <a:pt x="45309" y="0"/>
                  </a:lnTo>
                  <a:lnTo>
                    <a:pt x="78994" y="29596"/>
                  </a:lnTo>
                  <a:lnTo>
                    <a:pt x="80009" y="34700"/>
                  </a:lnTo>
                  <a:lnTo>
                    <a:pt x="80009" y="45309"/>
                  </a:lnTo>
                  <a:lnTo>
                    <a:pt x="50413" y="78994"/>
                  </a:lnTo>
                  <a:lnTo>
                    <a:pt x="45309" y="80009"/>
                  </a:lnTo>
                  <a:close/>
                </a:path>
              </a:pathLst>
            </a:custGeom>
            <a:solidFill>
              <a:srgbClr val="D5454F">
                <a:alpha val="8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7" name="object 757"/>
            <p:cNvSpPr/>
            <p:nvPr/>
          </p:nvSpPr>
          <p:spPr>
            <a:xfrm>
              <a:off x="8427004" y="5702289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10">
                  <a:moveTo>
                    <a:pt x="0" y="40004"/>
                  </a:moveTo>
                  <a:lnTo>
                    <a:pt x="19794" y="74934"/>
                  </a:lnTo>
                  <a:lnTo>
                    <a:pt x="40004" y="80009"/>
                  </a:lnTo>
                  <a:lnTo>
                    <a:pt x="45309" y="80009"/>
                  </a:lnTo>
                  <a:lnTo>
                    <a:pt x="76964" y="55314"/>
                  </a:lnTo>
                  <a:lnTo>
                    <a:pt x="80009" y="40004"/>
                  </a:lnTo>
                  <a:lnTo>
                    <a:pt x="80009" y="34700"/>
                  </a:lnTo>
                  <a:lnTo>
                    <a:pt x="55314" y="3045"/>
                  </a:lnTo>
                  <a:lnTo>
                    <a:pt x="40004" y="0"/>
                  </a:lnTo>
                  <a:lnTo>
                    <a:pt x="34700" y="0"/>
                  </a:lnTo>
                  <a:lnTo>
                    <a:pt x="3045" y="24695"/>
                  </a:lnTo>
                  <a:lnTo>
                    <a:pt x="0" y="40004"/>
                  </a:lnTo>
                </a:path>
              </a:pathLst>
            </a:custGeom>
            <a:ln w="9525">
              <a:solidFill>
                <a:srgbClr val="D545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8" name="object 758"/>
            <p:cNvSpPr/>
            <p:nvPr/>
          </p:nvSpPr>
          <p:spPr>
            <a:xfrm>
              <a:off x="8485196" y="5759631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10">
                  <a:moveTo>
                    <a:pt x="45309" y="80009"/>
                  </a:moveTo>
                  <a:lnTo>
                    <a:pt x="34700" y="80009"/>
                  </a:lnTo>
                  <a:lnTo>
                    <a:pt x="29596" y="78994"/>
                  </a:lnTo>
                  <a:lnTo>
                    <a:pt x="1015" y="50413"/>
                  </a:lnTo>
                  <a:lnTo>
                    <a:pt x="0" y="40004"/>
                  </a:lnTo>
                  <a:lnTo>
                    <a:pt x="0" y="34700"/>
                  </a:lnTo>
                  <a:lnTo>
                    <a:pt x="29596" y="1015"/>
                  </a:lnTo>
                  <a:lnTo>
                    <a:pt x="34700" y="0"/>
                  </a:lnTo>
                  <a:lnTo>
                    <a:pt x="45309" y="0"/>
                  </a:lnTo>
                  <a:lnTo>
                    <a:pt x="78994" y="29596"/>
                  </a:lnTo>
                  <a:lnTo>
                    <a:pt x="80009" y="34700"/>
                  </a:lnTo>
                  <a:lnTo>
                    <a:pt x="80009" y="45309"/>
                  </a:lnTo>
                  <a:lnTo>
                    <a:pt x="50413" y="78994"/>
                  </a:lnTo>
                  <a:lnTo>
                    <a:pt x="45309" y="80009"/>
                  </a:lnTo>
                  <a:close/>
                </a:path>
              </a:pathLst>
            </a:custGeom>
            <a:solidFill>
              <a:srgbClr val="99008A">
                <a:alpha val="8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9" name="object 759"/>
            <p:cNvSpPr/>
            <p:nvPr/>
          </p:nvSpPr>
          <p:spPr>
            <a:xfrm>
              <a:off x="8485196" y="5759631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10">
                  <a:moveTo>
                    <a:pt x="0" y="40004"/>
                  </a:moveTo>
                  <a:lnTo>
                    <a:pt x="19794" y="74934"/>
                  </a:lnTo>
                  <a:lnTo>
                    <a:pt x="40004" y="80009"/>
                  </a:lnTo>
                  <a:lnTo>
                    <a:pt x="45309" y="80009"/>
                  </a:lnTo>
                  <a:lnTo>
                    <a:pt x="76964" y="55314"/>
                  </a:lnTo>
                  <a:lnTo>
                    <a:pt x="80009" y="40004"/>
                  </a:lnTo>
                  <a:lnTo>
                    <a:pt x="80009" y="34700"/>
                  </a:lnTo>
                  <a:lnTo>
                    <a:pt x="55314" y="3045"/>
                  </a:lnTo>
                  <a:lnTo>
                    <a:pt x="40004" y="0"/>
                  </a:lnTo>
                  <a:lnTo>
                    <a:pt x="34700" y="0"/>
                  </a:lnTo>
                  <a:lnTo>
                    <a:pt x="3045" y="24695"/>
                  </a:lnTo>
                  <a:lnTo>
                    <a:pt x="0" y="40004"/>
                  </a:lnTo>
                </a:path>
              </a:pathLst>
            </a:custGeom>
            <a:ln w="9525">
              <a:solidFill>
                <a:srgbClr val="9900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0" name="object 760"/>
          <p:cNvSpPr txBox="1"/>
          <p:nvPr/>
        </p:nvSpPr>
        <p:spPr>
          <a:xfrm>
            <a:off x="7857628" y="5729160"/>
            <a:ext cx="2514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10M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761" name="object 761"/>
          <p:cNvSpPr/>
          <p:nvPr/>
        </p:nvSpPr>
        <p:spPr>
          <a:xfrm>
            <a:off x="824865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2" name="object 762"/>
          <p:cNvSpPr/>
          <p:nvPr/>
        </p:nvSpPr>
        <p:spPr>
          <a:xfrm>
            <a:off x="830580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3" name="object 763"/>
          <p:cNvSpPr/>
          <p:nvPr/>
        </p:nvSpPr>
        <p:spPr>
          <a:xfrm>
            <a:off x="836295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4" name="object 764"/>
          <p:cNvSpPr/>
          <p:nvPr/>
        </p:nvSpPr>
        <p:spPr>
          <a:xfrm>
            <a:off x="842010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5" name="object 765"/>
          <p:cNvSpPr/>
          <p:nvPr/>
        </p:nvSpPr>
        <p:spPr>
          <a:xfrm>
            <a:off x="847725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6" name="object 766"/>
          <p:cNvSpPr/>
          <p:nvPr/>
        </p:nvSpPr>
        <p:spPr>
          <a:xfrm>
            <a:off x="853440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7" name="object 767"/>
          <p:cNvSpPr/>
          <p:nvPr/>
        </p:nvSpPr>
        <p:spPr>
          <a:xfrm>
            <a:off x="859155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8" name="object 768"/>
          <p:cNvSpPr/>
          <p:nvPr/>
        </p:nvSpPr>
        <p:spPr>
          <a:xfrm>
            <a:off x="864870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9" name="object 769"/>
          <p:cNvSpPr/>
          <p:nvPr/>
        </p:nvSpPr>
        <p:spPr>
          <a:xfrm>
            <a:off x="870585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0" name="object 770"/>
          <p:cNvSpPr/>
          <p:nvPr/>
        </p:nvSpPr>
        <p:spPr>
          <a:xfrm>
            <a:off x="893445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1" name="object 771"/>
          <p:cNvSpPr/>
          <p:nvPr/>
        </p:nvSpPr>
        <p:spPr>
          <a:xfrm>
            <a:off x="899160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2" name="object 772"/>
          <p:cNvSpPr/>
          <p:nvPr/>
        </p:nvSpPr>
        <p:spPr>
          <a:xfrm>
            <a:off x="904875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3" name="object 773"/>
          <p:cNvSpPr/>
          <p:nvPr/>
        </p:nvSpPr>
        <p:spPr>
          <a:xfrm>
            <a:off x="922020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4" name="object 774"/>
          <p:cNvSpPr/>
          <p:nvPr/>
        </p:nvSpPr>
        <p:spPr>
          <a:xfrm>
            <a:off x="927735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5" name="object 775"/>
          <p:cNvSpPr/>
          <p:nvPr/>
        </p:nvSpPr>
        <p:spPr>
          <a:xfrm>
            <a:off x="950595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6" name="object 776"/>
          <p:cNvSpPr/>
          <p:nvPr/>
        </p:nvSpPr>
        <p:spPr>
          <a:xfrm>
            <a:off x="956310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7" name="object 777"/>
          <p:cNvSpPr/>
          <p:nvPr/>
        </p:nvSpPr>
        <p:spPr>
          <a:xfrm>
            <a:off x="962025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8" name="object 778"/>
          <p:cNvSpPr/>
          <p:nvPr/>
        </p:nvSpPr>
        <p:spPr>
          <a:xfrm>
            <a:off x="967740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9" name="object 779"/>
          <p:cNvSpPr/>
          <p:nvPr/>
        </p:nvSpPr>
        <p:spPr>
          <a:xfrm>
            <a:off x="973455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0" name="object 780"/>
          <p:cNvSpPr/>
          <p:nvPr/>
        </p:nvSpPr>
        <p:spPr>
          <a:xfrm>
            <a:off x="979170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1" name="object 781"/>
          <p:cNvSpPr/>
          <p:nvPr/>
        </p:nvSpPr>
        <p:spPr>
          <a:xfrm>
            <a:off x="984885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2" name="object 782"/>
          <p:cNvSpPr/>
          <p:nvPr/>
        </p:nvSpPr>
        <p:spPr>
          <a:xfrm>
            <a:off x="990600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3" name="object 783"/>
          <p:cNvSpPr/>
          <p:nvPr/>
        </p:nvSpPr>
        <p:spPr>
          <a:xfrm>
            <a:off x="996315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4" name="object 784"/>
          <p:cNvSpPr/>
          <p:nvPr/>
        </p:nvSpPr>
        <p:spPr>
          <a:xfrm>
            <a:off x="1002030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5" name="object 785"/>
          <p:cNvSpPr/>
          <p:nvPr/>
        </p:nvSpPr>
        <p:spPr>
          <a:xfrm>
            <a:off x="1019175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6" name="object 786"/>
          <p:cNvSpPr/>
          <p:nvPr/>
        </p:nvSpPr>
        <p:spPr>
          <a:xfrm>
            <a:off x="1024890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7" name="object 787"/>
          <p:cNvSpPr/>
          <p:nvPr/>
        </p:nvSpPr>
        <p:spPr>
          <a:xfrm>
            <a:off x="1030605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8" name="object 788"/>
          <p:cNvSpPr/>
          <p:nvPr/>
        </p:nvSpPr>
        <p:spPr>
          <a:xfrm>
            <a:off x="1036320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9" name="object 789"/>
          <p:cNvSpPr/>
          <p:nvPr/>
        </p:nvSpPr>
        <p:spPr>
          <a:xfrm>
            <a:off x="1042035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0" name="object 790"/>
          <p:cNvSpPr/>
          <p:nvPr/>
        </p:nvSpPr>
        <p:spPr>
          <a:xfrm>
            <a:off x="1047750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1" name="object 791"/>
          <p:cNvSpPr/>
          <p:nvPr/>
        </p:nvSpPr>
        <p:spPr>
          <a:xfrm>
            <a:off x="1053465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2" name="object 792"/>
          <p:cNvSpPr/>
          <p:nvPr/>
        </p:nvSpPr>
        <p:spPr>
          <a:xfrm>
            <a:off x="1059180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3" name="object 793"/>
          <p:cNvSpPr/>
          <p:nvPr/>
        </p:nvSpPr>
        <p:spPr>
          <a:xfrm>
            <a:off x="1064895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4" name="object 794"/>
          <p:cNvSpPr/>
          <p:nvPr/>
        </p:nvSpPr>
        <p:spPr>
          <a:xfrm>
            <a:off x="1070610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5" name="object 795"/>
          <p:cNvSpPr/>
          <p:nvPr/>
        </p:nvSpPr>
        <p:spPr>
          <a:xfrm>
            <a:off x="1076325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6" name="object 796"/>
          <p:cNvSpPr/>
          <p:nvPr/>
        </p:nvSpPr>
        <p:spPr>
          <a:xfrm>
            <a:off x="1082040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7" name="object 797"/>
          <p:cNvSpPr/>
          <p:nvPr/>
        </p:nvSpPr>
        <p:spPr>
          <a:xfrm>
            <a:off x="1087755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8" name="object 798"/>
          <p:cNvSpPr/>
          <p:nvPr/>
        </p:nvSpPr>
        <p:spPr>
          <a:xfrm>
            <a:off x="1093470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9" name="object 799"/>
          <p:cNvSpPr/>
          <p:nvPr/>
        </p:nvSpPr>
        <p:spPr>
          <a:xfrm>
            <a:off x="1099185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0" name="object 800"/>
          <p:cNvSpPr/>
          <p:nvPr/>
        </p:nvSpPr>
        <p:spPr>
          <a:xfrm>
            <a:off x="1116330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1" name="object 801"/>
          <p:cNvSpPr/>
          <p:nvPr/>
        </p:nvSpPr>
        <p:spPr>
          <a:xfrm>
            <a:off x="1122045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2" name="object 802"/>
          <p:cNvSpPr/>
          <p:nvPr/>
        </p:nvSpPr>
        <p:spPr>
          <a:xfrm>
            <a:off x="1127760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3" name="object 803"/>
          <p:cNvSpPr/>
          <p:nvPr/>
        </p:nvSpPr>
        <p:spPr>
          <a:xfrm>
            <a:off x="1133475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4" name="object 804"/>
          <p:cNvSpPr/>
          <p:nvPr/>
        </p:nvSpPr>
        <p:spPr>
          <a:xfrm>
            <a:off x="1139190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5" name="object 805"/>
          <p:cNvSpPr/>
          <p:nvPr/>
        </p:nvSpPr>
        <p:spPr>
          <a:xfrm>
            <a:off x="1144905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6" name="object 806"/>
          <p:cNvSpPr/>
          <p:nvPr/>
        </p:nvSpPr>
        <p:spPr>
          <a:xfrm>
            <a:off x="1150620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7" name="object 807"/>
          <p:cNvSpPr/>
          <p:nvPr/>
        </p:nvSpPr>
        <p:spPr>
          <a:xfrm>
            <a:off x="1156335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8" name="object 808"/>
          <p:cNvSpPr/>
          <p:nvPr/>
        </p:nvSpPr>
        <p:spPr>
          <a:xfrm>
            <a:off x="1162050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9" name="object 809"/>
          <p:cNvSpPr/>
          <p:nvPr/>
        </p:nvSpPr>
        <p:spPr>
          <a:xfrm>
            <a:off x="1167765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0" name="object 810"/>
          <p:cNvSpPr/>
          <p:nvPr/>
        </p:nvSpPr>
        <p:spPr>
          <a:xfrm>
            <a:off x="1173480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1" name="object 811"/>
          <p:cNvSpPr/>
          <p:nvPr/>
        </p:nvSpPr>
        <p:spPr>
          <a:xfrm>
            <a:off x="1179195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2" name="object 812"/>
          <p:cNvSpPr/>
          <p:nvPr/>
        </p:nvSpPr>
        <p:spPr>
          <a:xfrm>
            <a:off x="1184910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3" name="object 813"/>
          <p:cNvSpPr/>
          <p:nvPr/>
        </p:nvSpPr>
        <p:spPr>
          <a:xfrm>
            <a:off x="1190625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4" name="object 814"/>
          <p:cNvSpPr/>
          <p:nvPr/>
        </p:nvSpPr>
        <p:spPr>
          <a:xfrm>
            <a:off x="11963400" y="5385253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5" name="object 815"/>
          <p:cNvSpPr/>
          <p:nvPr/>
        </p:nvSpPr>
        <p:spPr>
          <a:xfrm>
            <a:off x="8191500" y="5359412"/>
            <a:ext cx="9525" cy="66675"/>
          </a:xfrm>
          <a:custGeom>
            <a:avLst/>
            <a:gdLst/>
            <a:ahLst/>
            <a:cxnLst/>
            <a:rect l="l" t="t" r="r" b="b"/>
            <a:pathLst>
              <a:path w="9525" h="66675">
                <a:moveTo>
                  <a:pt x="9525" y="57150"/>
                </a:moveTo>
                <a:lnTo>
                  <a:pt x="0" y="57150"/>
                </a:lnTo>
                <a:lnTo>
                  <a:pt x="0" y="66675"/>
                </a:lnTo>
                <a:lnTo>
                  <a:pt x="9525" y="66675"/>
                </a:lnTo>
                <a:lnTo>
                  <a:pt x="9525" y="57150"/>
                </a:lnTo>
                <a:close/>
              </a:path>
              <a:path w="9525" h="66675">
                <a:moveTo>
                  <a:pt x="9525" y="25844"/>
                </a:moveTo>
                <a:lnTo>
                  <a:pt x="0" y="25844"/>
                </a:lnTo>
                <a:lnTo>
                  <a:pt x="0" y="35369"/>
                </a:lnTo>
                <a:lnTo>
                  <a:pt x="9525" y="35369"/>
                </a:lnTo>
                <a:lnTo>
                  <a:pt x="9525" y="25844"/>
                </a:lnTo>
                <a:close/>
              </a:path>
              <a:path w="9525" h="6667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6" name="object 816"/>
          <p:cNvSpPr/>
          <p:nvPr/>
        </p:nvSpPr>
        <p:spPr>
          <a:xfrm>
            <a:off x="9105900" y="5359412"/>
            <a:ext cx="66675" cy="66675"/>
          </a:xfrm>
          <a:custGeom>
            <a:avLst/>
            <a:gdLst/>
            <a:ahLst/>
            <a:cxnLst/>
            <a:rect l="l" t="t" r="r" b="b"/>
            <a:pathLst>
              <a:path w="66675" h="66675">
                <a:moveTo>
                  <a:pt x="9525" y="25844"/>
                </a:moveTo>
                <a:lnTo>
                  <a:pt x="0" y="25844"/>
                </a:lnTo>
                <a:lnTo>
                  <a:pt x="0" y="35369"/>
                </a:lnTo>
                <a:lnTo>
                  <a:pt x="9525" y="35369"/>
                </a:lnTo>
                <a:lnTo>
                  <a:pt x="9525" y="25844"/>
                </a:lnTo>
                <a:close/>
              </a:path>
              <a:path w="66675" h="66675">
                <a:moveTo>
                  <a:pt x="61912" y="57150"/>
                </a:moveTo>
                <a:lnTo>
                  <a:pt x="52387" y="57150"/>
                </a:lnTo>
                <a:lnTo>
                  <a:pt x="52387" y="66675"/>
                </a:lnTo>
                <a:lnTo>
                  <a:pt x="61912" y="66675"/>
                </a:lnTo>
                <a:lnTo>
                  <a:pt x="61912" y="57150"/>
                </a:lnTo>
                <a:close/>
              </a:path>
              <a:path w="66675" h="66675">
                <a:moveTo>
                  <a:pt x="61912" y="0"/>
                </a:moveTo>
                <a:lnTo>
                  <a:pt x="52387" y="0"/>
                </a:lnTo>
                <a:lnTo>
                  <a:pt x="52387" y="9525"/>
                </a:lnTo>
                <a:lnTo>
                  <a:pt x="61912" y="9525"/>
                </a:lnTo>
                <a:lnTo>
                  <a:pt x="61912" y="0"/>
                </a:lnTo>
                <a:close/>
              </a:path>
              <a:path w="66675" h="66675">
                <a:moveTo>
                  <a:pt x="66675" y="25844"/>
                </a:moveTo>
                <a:lnTo>
                  <a:pt x="57150" y="25844"/>
                </a:lnTo>
                <a:lnTo>
                  <a:pt x="57150" y="35369"/>
                </a:lnTo>
                <a:lnTo>
                  <a:pt x="66675" y="35369"/>
                </a:lnTo>
                <a:lnTo>
                  <a:pt x="66675" y="2584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7" name="object 817"/>
          <p:cNvSpPr/>
          <p:nvPr/>
        </p:nvSpPr>
        <p:spPr>
          <a:xfrm>
            <a:off x="10077450" y="5359412"/>
            <a:ext cx="66675" cy="66675"/>
          </a:xfrm>
          <a:custGeom>
            <a:avLst/>
            <a:gdLst/>
            <a:ahLst/>
            <a:cxnLst/>
            <a:rect l="l" t="t" r="r" b="b"/>
            <a:pathLst>
              <a:path w="66675" h="66675">
                <a:moveTo>
                  <a:pt x="9525" y="25844"/>
                </a:moveTo>
                <a:lnTo>
                  <a:pt x="0" y="25844"/>
                </a:lnTo>
                <a:lnTo>
                  <a:pt x="0" y="35369"/>
                </a:lnTo>
                <a:lnTo>
                  <a:pt x="9525" y="35369"/>
                </a:lnTo>
                <a:lnTo>
                  <a:pt x="9525" y="25844"/>
                </a:lnTo>
                <a:close/>
              </a:path>
              <a:path w="66675" h="66675">
                <a:moveTo>
                  <a:pt x="57150" y="57150"/>
                </a:moveTo>
                <a:lnTo>
                  <a:pt x="47625" y="57150"/>
                </a:lnTo>
                <a:lnTo>
                  <a:pt x="47625" y="66675"/>
                </a:lnTo>
                <a:lnTo>
                  <a:pt x="57150" y="66675"/>
                </a:lnTo>
                <a:lnTo>
                  <a:pt x="57150" y="57150"/>
                </a:lnTo>
                <a:close/>
              </a:path>
              <a:path w="66675" h="66675">
                <a:moveTo>
                  <a:pt x="57150" y="0"/>
                </a:moveTo>
                <a:lnTo>
                  <a:pt x="47625" y="0"/>
                </a:lnTo>
                <a:lnTo>
                  <a:pt x="47625" y="9525"/>
                </a:lnTo>
                <a:lnTo>
                  <a:pt x="57150" y="9525"/>
                </a:lnTo>
                <a:lnTo>
                  <a:pt x="57150" y="0"/>
                </a:lnTo>
                <a:close/>
              </a:path>
              <a:path w="66675" h="66675">
                <a:moveTo>
                  <a:pt x="66675" y="25844"/>
                </a:moveTo>
                <a:lnTo>
                  <a:pt x="57150" y="25844"/>
                </a:lnTo>
                <a:lnTo>
                  <a:pt x="57150" y="35369"/>
                </a:lnTo>
                <a:lnTo>
                  <a:pt x="66675" y="35369"/>
                </a:lnTo>
                <a:lnTo>
                  <a:pt x="66675" y="2584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8" name="object 818"/>
          <p:cNvSpPr/>
          <p:nvPr/>
        </p:nvSpPr>
        <p:spPr>
          <a:xfrm>
            <a:off x="11049000" y="5359412"/>
            <a:ext cx="66675" cy="66675"/>
          </a:xfrm>
          <a:custGeom>
            <a:avLst/>
            <a:gdLst/>
            <a:ahLst/>
            <a:cxnLst/>
            <a:rect l="l" t="t" r="r" b="b"/>
            <a:pathLst>
              <a:path w="66675" h="66675">
                <a:moveTo>
                  <a:pt x="9525" y="25844"/>
                </a:moveTo>
                <a:lnTo>
                  <a:pt x="0" y="25844"/>
                </a:lnTo>
                <a:lnTo>
                  <a:pt x="0" y="35369"/>
                </a:lnTo>
                <a:lnTo>
                  <a:pt x="9525" y="35369"/>
                </a:lnTo>
                <a:lnTo>
                  <a:pt x="9525" y="25844"/>
                </a:lnTo>
                <a:close/>
              </a:path>
              <a:path w="66675" h="66675">
                <a:moveTo>
                  <a:pt x="52387" y="57150"/>
                </a:moveTo>
                <a:lnTo>
                  <a:pt x="42862" y="57150"/>
                </a:lnTo>
                <a:lnTo>
                  <a:pt x="42862" y="66675"/>
                </a:lnTo>
                <a:lnTo>
                  <a:pt x="52387" y="66675"/>
                </a:lnTo>
                <a:lnTo>
                  <a:pt x="52387" y="57150"/>
                </a:lnTo>
                <a:close/>
              </a:path>
              <a:path w="66675" h="66675">
                <a:moveTo>
                  <a:pt x="52387" y="0"/>
                </a:moveTo>
                <a:lnTo>
                  <a:pt x="42862" y="0"/>
                </a:lnTo>
                <a:lnTo>
                  <a:pt x="42862" y="9525"/>
                </a:lnTo>
                <a:lnTo>
                  <a:pt x="52387" y="9525"/>
                </a:lnTo>
                <a:lnTo>
                  <a:pt x="52387" y="0"/>
                </a:lnTo>
                <a:close/>
              </a:path>
              <a:path w="66675" h="66675">
                <a:moveTo>
                  <a:pt x="66675" y="25844"/>
                </a:moveTo>
                <a:lnTo>
                  <a:pt x="57150" y="25844"/>
                </a:lnTo>
                <a:lnTo>
                  <a:pt x="57150" y="35369"/>
                </a:lnTo>
                <a:lnTo>
                  <a:pt x="66675" y="35369"/>
                </a:lnTo>
                <a:lnTo>
                  <a:pt x="66675" y="2584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9" name="object 819"/>
          <p:cNvSpPr/>
          <p:nvPr/>
        </p:nvSpPr>
        <p:spPr>
          <a:xfrm>
            <a:off x="12020550" y="5359412"/>
            <a:ext cx="47625" cy="66675"/>
          </a:xfrm>
          <a:custGeom>
            <a:avLst/>
            <a:gdLst/>
            <a:ahLst/>
            <a:cxnLst/>
            <a:rect l="l" t="t" r="r" b="b"/>
            <a:pathLst>
              <a:path w="47625" h="66675">
                <a:moveTo>
                  <a:pt x="9525" y="25844"/>
                </a:moveTo>
                <a:lnTo>
                  <a:pt x="0" y="25844"/>
                </a:lnTo>
                <a:lnTo>
                  <a:pt x="0" y="35369"/>
                </a:lnTo>
                <a:lnTo>
                  <a:pt x="9525" y="35369"/>
                </a:lnTo>
                <a:lnTo>
                  <a:pt x="9525" y="25844"/>
                </a:lnTo>
                <a:close/>
              </a:path>
              <a:path w="47625" h="66675">
                <a:moveTo>
                  <a:pt x="47625" y="57150"/>
                </a:moveTo>
                <a:lnTo>
                  <a:pt x="38100" y="57150"/>
                </a:lnTo>
                <a:lnTo>
                  <a:pt x="38100" y="66675"/>
                </a:lnTo>
                <a:lnTo>
                  <a:pt x="47625" y="66675"/>
                </a:lnTo>
                <a:lnTo>
                  <a:pt x="47625" y="57150"/>
                </a:lnTo>
                <a:close/>
              </a:path>
              <a:path w="47625" h="66675">
                <a:moveTo>
                  <a:pt x="47625" y="0"/>
                </a:moveTo>
                <a:lnTo>
                  <a:pt x="38100" y="0"/>
                </a:lnTo>
                <a:lnTo>
                  <a:pt x="38100" y="9525"/>
                </a:lnTo>
                <a:lnTo>
                  <a:pt x="47625" y="9525"/>
                </a:lnTo>
                <a:lnTo>
                  <a:pt x="4762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20" name="object 820"/>
          <p:cNvGrpSpPr/>
          <p:nvPr/>
        </p:nvGrpSpPr>
        <p:grpSpPr>
          <a:xfrm>
            <a:off x="8761783" y="5286784"/>
            <a:ext cx="125095" cy="108585"/>
            <a:chOff x="8761783" y="5286784"/>
            <a:chExt cx="125095" cy="108585"/>
          </a:xfrm>
        </p:grpSpPr>
        <p:sp>
          <p:nvSpPr>
            <p:cNvPr id="821" name="object 821"/>
            <p:cNvSpPr/>
            <p:nvPr/>
          </p:nvSpPr>
          <p:spPr>
            <a:xfrm>
              <a:off x="8763000" y="5385256"/>
              <a:ext cx="123825" cy="9525"/>
            </a:xfrm>
            <a:custGeom>
              <a:avLst/>
              <a:gdLst/>
              <a:ahLst/>
              <a:cxnLst/>
              <a:rect l="l" t="t" r="r" b="b"/>
              <a:pathLst>
                <a:path w="123825" h="9525">
                  <a:moveTo>
                    <a:pt x="95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  <a:path w="123825" h="9525">
                  <a:moveTo>
                    <a:pt x="66675" y="0"/>
                  </a:moveTo>
                  <a:lnTo>
                    <a:pt x="57150" y="0"/>
                  </a:lnTo>
                  <a:lnTo>
                    <a:pt x="57150" y="9525"/>
                  </a:lnTo>
                  <a:lnTo>
                    <a:pt x="66675" y="9525"/>
                  </a:lnTo>
                  <a:lnTo>
                    <a:pt x="66675" y="0"/>
                  </a:lnTo>
                  <a:close/>
                </a:path>
                <a:path w="123825" h="9525">
                  <a:moveTo>
                    <a:pt x="123825" y="0"/>
                  </a:moveTo>
                  <a:lnTo>
                    <a:pt x="114300" y="0"/>
                  </a:lnTo>
                  <a:lnTo>
                    <a:pt x="114300" y="9525"/>
                  </a:lnTo>
                  <a:lnTo>
                    <a:pt x="123825" y="9525"/>
                  </a:lnTo>
                  <a:lnTo>
                    <a:pt x="123825" y="0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2" name="object 822"/>
            <p:cNvSpPr/>
            <p:nvPr/>
          </p:nvSpPr>
          <p:spPr>
            <a:xfrm>
              <a:off x="8766545" y="5291546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10">
                  <a:moveTo>
                    <a:pt x="45309" y="80009"/>
                  </a:moveTo>
                  <a:lnTo>
                    <a:pt x="34700" y="80009"/>
                  </a:lnTo>
                  <a:lnTo>
                    <a:pt x="29596" y="78994"/>
                  </a:lnTo>
                  <a:lnTo>
                    <a:pt x="1015" y="50413"/>
                  </a:lnTo>
                  <a:lnTo>
                    <a:pt x="0" y="40004"/>
                  </a:lnTo>
                  <a:lnTo>
                    <a:pt x="0" y="34700"/>
                  </a:lnTo>
                  <a:lnTo>
                    <a:pt x="29596" y="1015"/>
                  </a:lnTo>
                  <a:lnTo>
                    <a:pt x="34700" y="0"/>
                  </a:lnTo>
                  <a:lnTo>
                    <a:pt x="45309" y="0"/>
                  </a:lnTo>
                  <a:lnTo>
                    <a:pt x="78994" y="29596"/>
                  </a:lnTo>
                  <a:lnTo>
                    <a:pt x="80009" y="34700"/>
                  </a:lnTo>
                  <a:lnTo>
                    <a:pt x="80009" y="45309"/>
                  </a:lnTo>
                  <a:lnTo>
                    <a:pt x="50413" y="78994"/>
                  </a:lnTo>
                  <a:lnTo>
                    <a:pt x="45309" y="80009"/>
                  </a:lnTo>
                  <a:close/>
                </a:path>
              </a:pathLst>
            </a:custGeom>
            <a:solidFill>
              <a:srgbClr val="6A007B">
                <a:alpha val="8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3" name="object 823"/>
            <p:cNvSpPr/>
            <p:nvPr/>
          </p:nvSpPr>
          <p:spPr>
            <a:xfrm>
              <a:off x="8766545" y="5291546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10">
                  <a:moveTo>
                    <a:pt x="0" y="40004"/>
                  </a:moveTo>
                  <a:lnTo>
                    <a:pt x="19794" y="74934"/>
                  </a:lnTo>
                  <a:lnTo>
                    <a:pt x="40004" y="80009"/>
                  </a:lnTo>
                  <a:lnTo>
                    <a:pt x="45309" y="80009"/>
                  </a:lnTo>
                  <a:lnTo>
                    <a:pt x="76964" y="55314"/>
                  </a:lnTo>
                  <a:lnTo>
                    <a:pt x="80009" y="40004"/>
                  </a:lnTo>
                  <a:lnTo>
                    <a:pt x="80009" y="34700"/>
                  </a:lnTo>
                  <a:lnTo>
                    <a:pt x="55314" y="3045"/>
                  </a:lnTo>
                  <a:lnTo>
                    <a:pt x="40004" y="0"/>
                  </a:lnTo>
                  <a:lnTo>
                    <a:pt x="34700" y="0"/>
                  </a:lnTo>
                  <a:lnTo>
                    <a:pt x="3045" y="24695"/>
                  </a:lnTo>
                  <a:lnTo>
                    <a:pt x="0" y="40004"/>
                  </a:lnTo>
                </a:path>
              </a:pathLst>
            </a:custGeom>
            <a:ln w="9525">
              <a:solidFill>
                <a:srgbClr val="6A007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24" name="object 824"/>
          <p:cNvGrpSpPr/>
          <p:nvPr/>
        </p:nvGrpSpPr>
        <p:grpSpPr>
          <a:xfrm>
            <a:off x="9334500" y="5342440"/>
            <a:ext cx="123825" cy="89535"/>
            <a:chOff x="9334500" y="5342440"/>
            <a:chExt cx="123825" cy="89535"/>
          </a:xfrm>
        </p:grpSpPr>
        <p:sp>
          <p:nvSpPr>
            <p:cNvPr id="825" name="object 825"/>
            <p:cNvSpPr/>
            <p:nvPr/>
          </p:nvSpPr>
          <p:spPr>
            <a:xfrm>
              <a:off x="9334500" y="5385256"/>
              <a:ext cx="123825" cy="9525"/>
            </a:xfrm>
            <a:custGeom>
              <a:avLst/>
              <a:gdLst/>
              <a:ahLst/>
              <a:cxnLst/>
              <a:rect l="l" t="t" r="r" b="b"/>
              <a:pathLst>
                <a:path w="123825" h="9525">
                  <a:moveTo>
                    <a:pt x="95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  <a:path w="123825" h="9525">
                  <a:moveTo>
                    <a:pt x="66675" y="0"/>
                  </a:moveTo>
                  <a:lnTo>
                    <a:pt x="57150" y="0"/>
                  </a:lnTo>
                  <a:lnTo>
                    <a:pt x="57150" y="9525"/>
                  </a:lnTo>
                  <a:lnTo>
                    <a:pt x="66675" y="9525"/>
                  </a:lnTo>
                  <a:lnTo>
                    <a:pt x="66675" y="0"/>
                  </a:lnTo>
                  <a:close/>
                </a:path>
                <a:path w="123825" h="9525">
                  <a:moveTo>
                    <a:pt x="123825" y="0"/>
                  </a:moveTo>
                  <a:lnTo>
                    <a:pt x="114300" y="0"/>
                  </a:lnTo>
                  <a:lnTo>
                    <a:pt x="114300" y="9525"/>
                  </a:lnTo>
                  <a:lnTo>
                    <a:pt x="123825" y="9525"/>
                  </a:lnTo>
                  <a:lnTo>
                    <a:pt x="123825" y="0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6" name="object 826"/>
            <p:cNvSpPr/>
            <p:nvPr/>
          </p:nvSpPr>
          <p:spPr>
            <a:xfrm>
              <a:off x="9350237" y="5347202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10">
                  <a:moveTo>
                    <a:pt x="45309" y="80009"/>
                  </a:moveTo>
                  <a:lnTo>
                    <a:pt x="34700" y="80009"/>
                  </a:lnTo>
                  <a:lnTo>
                    <a:pt x="29596" y="78994"/>
                  </a:lnTo>
                  <a:lnTo>
                    <a:pt x="1015" y="50413"/>
                  </a:lnTo>
                  <a:lnTo>
                    <a:pt x="0" y="40004"/>
                  </a:lnTo>
                  <a:lnTo>
                    <a:pt x="0" y="34700"/>
                  </a:lnTo>
                  <a:lnTo>
                    <a:pt x="29596" y="1015"/>
                  </a:lnTo>
                  <a:lnTo>
                    <a:pt x="34700" y="0"/>
                  </a:lnTo>
                  <a:lnTo>
                    <a:pt x="45309" y="0"/>
                  </a:lnTo>
                  <a:lnTo>
                    <a:pt x="78994" y="29596"/>
                  </a:lnTo>
                  <a:lnTo>
                    <a:pt x="80009" y="34700"/>
                  </a:lnTo>
                  <a:lnTo>
                    <a:pt x="80009" y="45309"/>
                  </a:lnTo>
                  <a:lnTo>
                    <a:pt x="50413" y="78994"/>
                  </a:lnTo>
                  <a:lnTo>
                    <a:pt x="45309" y="80009"/>
                  </a:lnTo>
                  <a:close/>
                </a:path>
              </a:pathLst>
            </a:custGeom>
            <a:solidFill>
              <a:srgbClr val="F472D0">
                <a:alpha val="8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7" name="object 827"/>
            <p:cNvSpPr/>
            <p:nvPr/>
          </p:nvSpPr>
          <p:spPr>
            <a:xfrm>
              <a:off x="9350237" y="5347202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10">
                  <a:moveTo>
                    <a:pt x="0" y="40004"/>
                  </a:moveTo>
                  <a:lnTo>
                    <a:pt x="19794" y="74934"/>
                  </a:lnTo>
                  <a:lnTo>
                    <a:pt x="40004" y="80009"/>
                  </a:lnTo>
                  <a:lnTo>
                    <a:pt x="45309" y="80009"/>
                  </a:lnTo>
                  <a:lnTo>
                    <a:pt x="76964" y="55314"/>
                  </a:lnTo>
                  <a:lnTo>
                    <a:pt x="80009" y="40004"/>
                  </a:lnTo>
                  <a:lnTo>
                    <a:pt x="80009" y="34700"/>
                  </a:lnTo>
                  <a:lnTo>
                    <a:pt x="55314" y="3045"/>
                  </a:lnTo>
                  <a:lnTo>
                    <a:pt x="40004" y="0"/>
                  </a:lnTo>
                  <a:lnTo>
                    <a:pt x="34700" y="0"/>
                  </a:lnTo>
                  <a:lnTo>
                    <a:pt x="3045" y="24695"/>
                  </a:lnTo>
                  <a:lnTo>
                    <a:pt x="0" y="40004"/>
                  </a:lnTo>
                </a:path>
              </a:pathLst>
            </a:custGeom>
            <a:ln w="9525">
              <a:solidFill>
                <a:srgbClr val="F472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28" name="object 828"/>
          <p:cNvSpPr txBox="1"/>
          <p:nvPr/>
        </p:nvSpPr>
        <p:spPr>
          <a:xfrm>
            <a:off x="7857628" y="5299628"/>
            <a:ext cx="2514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15M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829" name="object 829"/>
          <p:cNvSpPr/>
          <p:nvPr/>
        </p:nvSpPr>
        <p:spPr>
          <a:xfrm>
            <a:off x="824865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0" name="object 830"/>
          <p:cNvSpPr/>
          <p:nvPr/>
        </p:nvSpPr>
        <p:spPr>
          <a:xfrm>
            <a:off x="830580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1" name="object 831"/>
          <p:cNvSpPr/>
          <p:nvPr/>
        </p:nvSpPr>
        <p:spPr>
          <a:xfrm>
            <a:off x="836295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2" name="object 832"/>
          <p:cNvSpPr/>
          <p:nvPr/>
        </p:nvSpPr>
        <p:spPr>
          <a:xfrm>
            <a:off x="842010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3" name="object 833"/>
          <p:cNvSpPr/>
          <p:nvPr/>
        </p:nvSpPr>
        <p:spPr>
          <a:xfrm>
            <a:off x="847725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4" name="object 834"/>
          <p:cNvSpPr/>
          <p:nvPr/>
        </p:nvSpPr>
        <p:spPr>
          <a:xfrm>
            <a:off x="853440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5" name="object 835"/>
          <p:cNvSpPr/>
          <p:nvPr/>
        </p:nvSpPr>
        <p:spPr>
          <a:xfrm>
            <a:off x="859155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6" name="object 836"/>
          <p:cNvSpPr/>
          <p:nvPr/>
        </p:nvSpPr>
        <p:spPr>
          <a:xfrm>
            <a:off x="864870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7" name="object 837"/>
          <p:cNvSpPr/>
          <p:nvPr/>
        </p:nvSpPr>
        <p:spPr>
          <a:xfrm>
            <a:off x="870585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8" name="object 838"/>
          <p:cNvSpPr/>
          <p:nvPr/>
        </p:nvSpPr>
        <p:spPr>
          <a:xfrm>
            <a:off x="876300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9" name="object 839"/>
          <p:cNvSpPr/>
          <p:nvPr/>
        </p:nvSpPr>
        <p:spPr>
          <a:xfrm>
            <a:off x="882015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0" name="object 840"/>
          <p:cNvSpPr/>
          <p:nvPr/>
        </p:nvSpPr>
        <p:spPr>
          <a:xfrm>
            <a:off x="887730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1" name="object 841"/>
          <p:cNvSpPr/>
          <p:nvPr/>
        </p:nvSpPr>
        <p:spPr>
          <a:xfrm>
            <a:off x="893445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2" name="object 842"/>
          <p:cNvSpPr/>
          <p:nvPr/>
        </p:nvSpPr>
        <p:spPr>
          <a:xfrm>
            <a:off x="899160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3" name="object 843"/>
          <p:cNvSpPr/>
          <p:nvPr/>
        </p:nvSpPr>
        <p:spPr>
          <a:xfrm>
            <a:off x="904875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4" name="object 844"/>
          <p:cNvSpPr/>
          <p:nvPr/>
        </p:nvSpPr>
        <p:spPr>
          <a:xfrm>
            <a:off x="922020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5" name="object 845"/>
          <p:cNvSpPr/>
          <p:nvPr/>
        </p:nvSpPr>
        <p:spPr>
          <a:xfrm>
            <a:off x="927735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6" name="object 846"/>
          <p:cNvSpPr/>
          <p:nvPr/>
        </p:nvSpPr>
        <p:spPr>
          <a:xfrm>
            <a:off x="933450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7" name="object 847"/>
          <p:cNvSpPr/>
          <p:nvPr/>
        </p:nvSpPr>
        <p:spPr>
          <a:xfrm>
            <a:off x="939165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8" name="object 848"/>
          <p:cNvSpPr/>
          <p:nvPr/>
        </p:nvSpPr>
        <p:spPr>
          <a:xfrm>
            <a:off x="944880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9" name="object 849"/>
          <p:cNvSpPr/>
          <p:nvPr/>
        </p:nvSpPr>
        <p:spPr>
          <a:xfrm>
            <a:off x="950595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0" name="object 850"/>
          <p:cNvSpPr/>
          <p:nvPr/>
        </p:nvSpPr>
        <p:spPr>
          <a:xfrm>
            <a:off x="956310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1" name="object 851"/>
          <p:cNvSpPr/>
          <p:nvPr/>
        </p:nvSpPr>
        <p:spPr>
          <a:xfrm>
            <a:off x="962025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2" name="object 852"/>
          <p:cNvSpPr/>
          <p:nvPr/>
        </p:nvSpPr>
        <p:spPr>
          <a:xfrm>
            <a:off x="967740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3" name="object 853"/>
          <p:cNvSpPr/>
          <p:nvPr/>
        </p:nvSpPr>
        <p:spPr>
          <a:xfrm>
            <a:off x="973455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4" name="object 854"/>
          <p:cNvSpPr/>
          <p:nvPr/>
        </p:nvSpPr>
        <p:spPr>
          <a:xfrm>
            <a:off x="979170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5" name="object 855"/>
          <p:cNvSpPr/>
          <p:nvPr/>
        </p:nvSpPr>
        <p:spPr>
          <a:xfrm>
            <a:off x="984885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6" name="object 856"/>
          <p:cNvSpPr/>
          <p:nvPr/>
        </p:nvSpPr>
        <p:spPr>
          <a:xfrm>
            <a:off x="990600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7" name="object 857"/>
          <p:cNvSpPr/>
          <p:nvPr/>
        </p:nvSpPr>
        <p:spPr>
          <a:xfrm>
            <a:off x="996315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8" name="object 858"/>
          <p:cNvSpPr/>
          <p:nvPr/>
        </p:nvSpPr>
        <p:spPr>
          <a:xfrm>
            <a:off x="1002030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9" name="object 859"/>
          <p:cNvSpPr/>
          <p:nvPr/>
        </p:nvSpPr>
        <p:spPr>
          <a:xfrm>
            <a:off x="1019175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0" name="object 860"/>
          <p:cNvSpPr/>
          <p:nvPr/>
        </p:nvSpPr>
        <p:spPr>
          <a:xfrm>
            <a:off x="1024890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1" name="object 861"/>
          <p:cNvSpPr/>
          <p:nvPr/>
        </p:nvSpPr>
        <p:spPr>
          <a:xfrm>
            <a:off x="1030605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2" name="object 862"/>
          <p:cNvSpPr/>
          <p:nvPr/>
        </p:nvSpPr>
        <p:spPr>
          <a:xfrm>
            <a:off x="1036320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3" name="object 863"/>
          <p:cNvSpPr/>
          <p:nvPr/>
        </p:nvSpPr>
        <p:spPr>
          <a:xfrm>
            <a:off x="1042035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4" name="object 864"/>
          <p:cNvSpPr/>
          <p:nvPr/>
        </p:nvSpPr>
        <p:spPr>
          <a:xfrm>
            <a:off x="1047750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5" name="object 865"/>
          <p:cNvSpPr/>
          <p:nvPr/>
        </p:nvSpPr>
        <p:spPr>
          <a:xfrm>
            <a:off x="1053465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6" name="object 866"/>
          <p:cNvSpPr/>
          <p:nvPr/>
        </p:nvSpPr>
        <p:spPr>
          <a:xfrm>
            <a:off x="1059180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7" name="object 867"/>
          <p:cNvSpPr/>
          <p:nvPr/>
        </p:nvSpPr>
        <p:spPr>
          <a:xfrm>
            <a:off x="1064895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8" name="object 868"/>
          <p:cNvSpPr/>
          <p:nvPr/>
        </p:nvSpPr>
        <p:spPr>
          <a:xfrm>
            <a:off x="1070610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9" name="object 869"/>
          <p:cNvSpPr/>
          <p:nvPr/>
        </p:nvSpPr>
        <p:spPr>
          <a:xfrm>
            <a:off x="1076325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0" name="object 870"/>
          <p:cNvSpPr/>
          <p:nvPr/>
        </p:nvSpPr>
        <p:spPr>
          <a:xfrm>
            <a:off x="1082040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1" name="object 871"/>
          <p:cNvSpPr/>
          <p:nvPr/>
        </p:nvSpPr>
        <p:spPr>
          <a:xfrm>
            <a:off x="1087755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2" name="object 872"/>
          <p:cNvSpPr/>
          <p:nvPr/>
        </p:nvSpPr>
        <p:spPr>
          <a:xfrm>
            <a:off x="1093470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3" name="object 873"/>
          <p:cNvSpPr/>
          <p:nvPr/>
        </p:nvSpPr>
        <p:spPr>
          <a:xfrm>
            <a:off x="1099185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4" name="object 874"/>
          <p:cNvSpPr/>
          <p:nvPr/>
        </p:nvSpPr>
        <p:spPr>
          <a:xfrm>
            <a:off x="1116330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5" name="object 875"/>
          <p:cNvSpPr/>
          <p:nvPr/>
        </p:nvSpPr>
        <p:spPr>
          <a:xfrm>
            <a:off x="1122045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6" name="object 876"/>
          <p:cNvSpPr/>
          <p:nvPr/>
        </p:nvSpPr>
        <p:spPr>
          <a:xfrm>
            <a:off x="1127760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7" name="object 877"/>
          <p:cNvSpPr/>
          <p:nvPr/>
        </p:nvSpPr>
        <p:spPr>
          <a:xfrm>
            <a:off x="1133475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8" name="object 878"/>
          <p:cNvSpPr/>
          <p:nvPr/>
        </p:nvSpPr>
        <p:spPr>
          <a:xfrm>
            <a:off x="1139190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9" name="object 879"/>
          <p:cNvSpPr/>
          <p:nvPr/>
        </p:nvSpPr>
        <p:spPr>
          <a:xfrm>
            <a:off x="1144905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0" name="object 880"/>
          <p:cNvSpPr/>
          <p:nvPr/>
        </p:nvSpPr>
        <p:spPr>
          <a:xfrm>
            <a:off x="1150620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1" name="object 881"/>
          <p:cNvSpPr/>
          <p:nvPr/>
        </p:nvSpPr>
        <p:spPr>
          <a:xfrm>
            <a:off x="1156335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2" name="object 882"/>
          <p:cNvSpPr/>
          <p:nvPr/>
        </p:nvSpPr>
        <p:spPr>
          <a:xfrm>
            <a:off x="1162050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3" name="object 883"/>
          <p:cNvSpPr/>
          <p:nvPr/>
        </p:nvSpPr>
        <p:spPr>
          <a:xfrm>
            <a:off x="1167765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4" name="object 884"/>
          <p:cNvSpPr/>
          <p:nvPr/>
        </p:nvSpPr>
        <p:spPr>
          <a:xfrm>
            <a:off x="1173480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5" name="object 885"/>
          <p:cNvSpPr/>
          <p:nvPr/>
        </p:nvSpPr>
        <p:spPr>
          <a:xfrm>
            <a:off x="1179195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6" name="object 886"/>
          <p:cNvSpPr/>
          <p:nvPr/>
        </p:nvSpPr>
        <p:spPr>
          <a:xfrm>
            <a:off x="1184910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7" name="object 887"/>
          <p:cNvSpPr/>
          <p:nvPr/>
        </p:nvSpPr>
        <p:spPr>
          <a:xfrm>
            <a:off x="1190625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8" name="object 888"/>
          <p:cNvSpPr/>
          <p:nvPr/>
        </p:nvSpPr>
        <p:spPr>
          <a:xfrm>
            <a:off x="11963400" y="4955721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9" name="object 889"/>
          <p:cNvSpPr/>
          <p:nvPr/>
        </p:nvSpPr>
        <p:spPr>
          <a:xfrm>
            <a:off x="8191500" y="4902212"/>
            <a:ext cx="9525" cy="66675"/>
          </a:xfrm>
          <a:custGeom>
            <a:avLst/>
            <a:gdLst/>
            <a:ahLst/>
            <a:cxnLst/>
            <a:rect l="l" t="t" r="r" b="b"/>
            <a:pathLst>
              <a:path w="9525" h="66675">
                <a:moveTo>
                  <a:pt x="9525" y="53517"/>
                </a:moveTo>
                <a:lnTo>
                  <a:pt x="0" y="53517"/>
                </a:lnTo>
                <a:lnTo>
                  <a:pt x="0" y="57150"/>
                </a:lnTo>
                <a:lnTo>
                  <a:pt x="0" y="63042"/>
                </a:lnTo>
                <a:lnTo>
                  <a:pt x="0" y="66675"/>
                </a:lnTo>
                <a:lnTo>
                  <a:pt x="9525" y="66675"/>
                </a:lnTo>
                <a:lnTo>
                  <a:pt x="9525" y="63042"/>
                </a:lnTo>
                <a:lnTo>
                  <a:pt x="9525" y="57150"/>
                </a:lnTo>
                <a:lnTo>
                  <a:pt x="9525" y="53517"/>
                </a:lnTo>
                <a:close/>
              </a:path>
              <a:path w="9525" h="6667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0" name="object 890"/>
          <p:cNvSpPr/>
          <p:nvPr/>
        </p:nvSpPr>
        <p:spPr>
          <a:xfrm>
            <a:off x="9105900" y="4902212"/>
            <a:ext cx="66675" cy="66675"/>
          </a:xfrm>
          <a:custGeom>
            <a:avLst/>
            <a:gdLst/>
            <a:ahLst/>
            <a:cxnLst/>
            <a:rect l="l" t="t" r="r" b="b"/>
            <a:pathLst>
              <a:path w="66675" h="66675">
                <a:moveTo>
                  <a:pt x="9525" y="53517"/>
                </a:moveTo>
                <a:lnTo>
                  <a:pt x="0" y="53517"/>
                </a:lnTo>
                <a:lnTo>
                  <a:pt x="0" y="63042"/>
                </a:lnTo>
                <a:lnTo>
                  <a:pt x="9525" y="63042"/>
                </a:lnTo>
                <a:lnTo>
                  <a:pt x="9525" y="53517"/>
                </a:lnTo>
                <a:close/>
              </a:path>
              <a:path w="66675" h="66675">
                <a:moveTo>
                  <a:pt x="61912" y="0"/>
                </a:moveTo>
                <a:lnTo>
                  <a:pt x="52387" y="0"/>
                </a:lnTo>
                <a:lnTo>
                  <a:pt x="52387" y="9525"/>
                </a:lnTo>
                <a:lnTo>
                  <a:pt x="61912" y="9525"/>
                </a:lnTo>
                <a:lnTo>
                  <a:pt x="61912" y="0"/>
                </a:lnTo>
                <a:close/>
              </a:path>
              <a:path w="66675" h="66675">
                <a:moveTo>
                  <a:pt x="66675" y="53517"/>
                </a:moveTo>
                <a:lnTo>
                  <a:pt x="57150" y="53517"/>
                </a:lnTo>
                <a:lnTo>
                  <a:pt x="57150" y="57150"/>
                </a:lnTo>
                <a:lnTo>
                  <a:pt x="52387" y="57150"/>
                </a:lnTo>
                <a:lnTo>
                  <a:pt x="52387" y="66675"/>
                </a:lnTo>
                <a:lnTo>
                  <a:pt x="61912" y="66675"/>
                </a:lnTo>
                <a:lnTo>
                  <a:pt x="61912" y="63042"/>
                </a:lnTo>
                <a:lnTo>
                  <a:pt x="66675" y="63042"/>
                </a:lnTo>
                <a:lnTo>
                  <a:pt x="66675" y="53517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1" name="object 891"/>
          <p:cNvSpPr/>
          <p:nvPr/>
        </p:nvSpPr>
        <p:spPr>
          <a:xfrm>
            <a:off x="10077450" y="4902212"/>
            <a:ext cx="66675" cy="66675"/>
          </a:xfrm>
          <a:custGeom>
            <a:avLst/>
            <a:gdLst/>
            <a:ahLst/>
            <a:cxnLst/>
            <a:rect l="l" t="t" r="r" b="b"/>
            <a:pathLst>
              <a:path w="66675" h="66675">
                <a:moveTo>
                  <a:pt x="9525" y="53517"/>
                </a:moveTo>
                <a:lnTo>
                  <a:pt x="0" y="53517"/>
                </a:lnTo>
                <a:lnTo>
                  <a:pt x="0" y="63042"/>
                </a:lnTo>
                <a:lnTo>
                  <a:pt x="9525" y="63042"/>
                </a:lnTo>
                <a:lnTo>
                  <a:pt x="9525" y="53517"/>
                </a:lnTo>
                <a:close/>
              </a:path>
              <a:path w="66675" h="66675">
                <a:moveTo>
                  <a:pt x="57150" y="0"/>
                </a:moveTo>
                <a:lnTo>
                  <a:pt x="47625" y="0"/>
                </a:lnTo>
                <a:lnTo>
                  <a:pt x="47625" y="9525"/>
                </a:lnTo>
                <a:lnTo>
                  <a:pt x="57150" y="9525"/>
                </a:lnTo>
                <a:lnTo>
                  <a:pt x="57150" y="0"/>
                </a:lnTo>
                <a:close/>
              </a:path>
              <a:path w="66675" h="66675">
                <a:moveTo>
                  <a:pt x="66675" y="53517"/>
                </a:moveTo>
                <a:lnTo>
                  <a:pt x="57150" y="53517"/>
                </a:lnTo>
                <a:lnTo>
                  <a:pt x="57150" y="57150"/>
                </a:lnTo>
                <a:lnTo>
                  <a:pt x="47625" y="57150"/>
                </a:lnTo>
                <a:lnTo>
                  <a:pt x="47625" y="66675"/>
                </a:lnTo>
                <a:lnTo>
                  <a:pt x="57150" y="66675"/>
                </a:lnTo>
                <a:lnTo>
                  <a:pt x="57150" y="63042"/>
                </a:lnTo>
                <a:lnTo>
                  <a:pt x="66675" y="63042"/>
                </a:lnTo>
                <a:lnTo>
                  <a:pt x="66675" y="53517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2" name="object 892"/>
          <p:cNvSpPr/>
          <p:nvPr/>
        </p:nvSpPr>
        <p:spPr>
          <a:xfrm>
            <a:off x="11049000" y="4902212"/>
            <a:ext cx="66675" cy="66675"/>
          </a:xfrm>
          <a:custGeom>
            <a:avLst/>
            <a:gdLst/>
            <a:ahLst/>
            <a:cxnLst/>
            <a:rect l="l" t="t" r="r" b="b"/>
            <a:pathLst>
              <a:path w="66675" h="66675">
                <a:moveTo>
                  <a:pt x="9525" y="53517"/>
                </a:moveTo>
                <a:lnTo>
                  <a:pt x="0" y="53517"/>
                </a:lnTo>
                <a:lnTo>
                  <a:pt x="0" y="63042"/>
                </a:lnTo>
                <a:lnTo>
                  <a:pt x="9525" y="63042"/>
                </a:lnTo>
                <a:lnTo>
                  <a:pt x="9525" y="53517"/>
                </a:lnTo>
                <a:close/>
              </a:path>
              <a:path w="66675" h="66675">
                <a:moveTo>
                  <a:pt x="52387" y="57150"/>
                </a:moveTo>
                <a:lnTo>
                  <a:pt x="42862" y="57150"/>
                </a:lnTo>
                <a:lnTo>
                  <a:pt x="42862" y="66675"/>
                </a:lnTo>
                <a:lnTo>
                  <a:pt x="52387" y="66675"/>
                </a:lnTo>
                <a:lnTo>
                  <a:pt x="52387" y="57150"/>
                </a:lnTo>
                <a:close/>
              </a:path>
              <a:path w="66675" h="66675">
                <a:moveTo>
                  <a:pt x="52387" y="0"/>
                </a:moveTo>
                <a:lnTo>
                  <a:pt x="42862" y="0"/>
                </a:lnTo>
                <a:lnTo>
                  <a:pt x="42862" y="9525"/>
                </a:lnTo>
                <a:lnTo>
                  <a:pt x="52387" y="9525"/>
                </a:lnTo>
                <a:lnTo>
                  <a:pt x="52387" y="0"/>
                </a:lnTo>
                <a:close/>
              </a:path>
              <a:path w="66675" h="66675">
                <a:moveTo>
                  <a:pt x="66675" y="53517"/>
                </a:moveTo>
                <a:lnTo>
                  <a:pt x="57150" y="53517"/>
                </a:lnTo>
                <a:lnTo>
                  <a:pt x="57150" y="63042"/>
                </a:lnTo>
                <a:lnTo>
                  <a:pt x="66675" y="63042"/>
                </a:lnTo>
                <a:lnTo>
                  <a:pt x="66675" y="53517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3" name="object 893"/>
          <p:cNvSpPr/>
          <p:nvPr/>
        </p:nvSpPr>
        <p:spPr>
          <a:xfrm>
            <a:off x="12020550" y="4902212"/>
            <a:ext cx="47625" cy="66675"/>
          </a:xfrm>
          <a:custGeom>
            <a:avLst/>
            <a:gdLst/>
            <a:ahLst/>
            <a:cxnLst/>
            <a:rect l="l" t="t" r="r" b="b"/>
            <a:pathLst>
              <a:path w="47625" h="66675">
                <a:moveTo>
                  <a:pt x="9525" y="53517"/>
                </a:moveTo>
                <a:lnTo>
                  <a:pt x="0" y="53517"/>
                </a:lnTo>
                <a:lnTo>
                  <a:pt x="0" y="63042"/>
                </a:lnTo>
                <a:lnTo>
                  <a:pt x="9525" y="63042"/>
                </a:lnTo>
                <a:lnTo>
                  <a:pt x="9525" y="53517"/>
                </a:lnTo>
                <a:close/>
              </a:path>
              <a:path w="47625" h="66675">
                <a:moveTo>
                  <a:pt x="47625" y="57150"/>
                </a:moveTo>
                <a:lnTo>
                  <a:pt x="38100" y="57150"/>
                </a:lnTo>
                <a:lnTo>
                  <a:pt x="38100" y="66675"/>
                </a:lnTo>
                <a:lnTo>
                  <a:pt x="47625" y="66675"/>
                </a:lnTo>
                <a:lnTo>
                  <a:pt x="47625" y="57150"/>
                </a:lnTo>
                <a:close/>
              </a:path>
              <a:path w="47625" h="66675">
                <a:moveTo>
                  <a:pt x="47625" y="0"/>
                </a:moveTo>
                <a:lnTo>
                  <a:pt x="38100" y="0"/>
                </a:lnTo>
                <a:lnTo>
                  <a:pt x="38100" y="9525"/>
                </a:lnTo>
                <a:lnTo>
                  <a:pt x="47625" y="9525"/>
                </a:lnTo>
                <a:lnTo>
                  <a:pt x="4762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4" name="object 894"/>
          <p:cNvSpPr txBox="1"/>
          <p:nvPr/>
        </p:nvSpPr>
        <p:spPr>
          <a:xfrm>
            <a:off x="7857628" y="4870095"/>
            <a:ext cx="2514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20M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895" name="object 895"/>
          <p:cNvSpPr/>
          <p:nvPr/>
        </p:nvSpPr>
        <p:spPr>
          <a:xfrm>
            <a:off x="824865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6" name="object 896"/>
          <p:cNvSpPr/>
          <p:nvPr/>
        </p:nvSpPr>
        <p:spPr>
          <a:xfrm>
            <a:off x="830580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7" name="object 897"/>
          <p:cNvSpPr/>
          <p:nvPr/>
        </p:nvSpPr>
        <p:spPr>
          <a:xfrm>
            <a:off x="836295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8" name="object 898"/>
          <p:cNvSpPr/>
          <p:nvPr/>
        </p:nvSpPr>
        <p:spPr>
          <a:xfrm>
            <a:off x="842010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9" name="object 899"/>
          <p:cNvSpPr/>
          <p:nvPr/>
        </p:nvSpPr>
        <p:spPr>
          <a:xfrm>
            <a:off x="847725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0" name="object 900"/>
          <p:cNvSpPr/>
          <p:nvPr/>
        </p:nvSpPr>
        <p:spPr>
          <a:xfrm>
            <a:off x="853440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1" name="object 901"/>
          <p:cNvSpPr/>
          <p:nvPr/>
        </p:nvSpPr>
        <p:spPr>
          <a:xfrm>
            <a:off x="859155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2" name="object 902"/>
          <p:cNvSpPr/>
          <p:nvPr/>
        </p:nvSpPr>
        <p:spPr>
          <a:xfrm>
            <a:off x="864870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3" name="object 903"/>
          <p:cNvSpPr/>
          <p:nvPr/>
        </p:nvSpPr>
        <p:spPr>
          <a:xfrm>
            <a:off x="870585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4" name="object 904"/>
          <p:cNvSpPr/>
          <p:nvPr/>
        </p:nvSpPr>
        <p:spPr>
          <a:xfrm>
            <a:off x="876300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5" name="object 905"/>
          <p:cNvSpPr/>
          <p:nvPr/>
        </p:nvSpPr>
        <p:spPr>
          <a:xfrm>
            <a:off x="882015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6" name="object 906"/>
          <p:cNvSpPr/>
          <p:nvPr/>
        </p:nvSpPr>
        <p:spPr>
          <a:xfrm>
            <a:off x="887730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7" name="object 907"/>
          <p:cNvSpPr/>
          <p:nvPr/>
        </p:nvSpPr>
        <p:spPr>
          <a:xfrm>
            <a:off x="893445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8" name="object 908"/>
          <p:cNvSpPr/>
          <p:nvPr/>
        </p:nvSpPr>
        <p:spPr>
          <a:xfrm>
            <a:off x="899160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9" name="object 909"/>
          <p:cNvSpPr/>
          <p:nvPr/>
        </p:nvSpPr>
        <p:spPr>
          <a:xfrm>
            <a:off x="904875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0" name="object 910"/>
          <p:cNvSpPr/>
          <p:nvPr/>
        </p:nvSpPr>
        <p:spPr>
          <a:xfrm>
            <a:off x="922020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1" name="object 911"/>
          <p:cNvSpPr/>
          <p:nvPr/>
        </p:nvSpPr>
        <p:spPr>
          <a:xfrm>
            <a:off x="927735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2" name="object 912"/>
          <p:cNvSpPr/>
          <p:nvPr/>
        </p:nvSpPr>
        <p:spPr>
          <a:xfrm>
            <a:off x="933450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3" name="object 913"/>
          <p:cNvSpPr/>
          <p:nvPr/>
        </p:nvSpPr>
        <p:spPr>
          <a:xfrm>
            <a:off x="939165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4" name="object 914"/>
          <p:cNvSpPr/>
          <p:nvPr/>
        </p:nvSpPr>
        <p:spPr>
          <a:xfrm>
            <a:off x="944880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5" name="object 915"/>
          <p:cNvSpPr/>
          <p:nvPr/>
        </p:nvSpPr>
        <p:spPr>
          <a:xfrm>
            <a:off x="950595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6" name="object 916"/>
          <p:cNvSpPr/>
          <p:nvPr/>
        </p:nvSpPr>
        <p:spPr>
          <a:xfrm>
            <a:off x="956310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7" name="object 917"/>
          <p:cNvSpPr/>
          <p:nvPr/>
        </p:nvSpPr>
        <p:spPr>
          <a:xfrm>
            <a:off x="962025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8" name="object 918"/>
          <p:cNvSpPr/>
          <p:nvPr/>
        </p:nvSpPr>
        <p:spPr>
          <a:xfrm>
            <a:off x="967740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9" name="object 919"/>
          <p:cNvSpPr/>
          <p:nvPr/>
        </p:nvSpPr>
        <p:spPr>
          <a:xfrm>
            <a:off x="973455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0" name="object 920"/>
          <p:cNvSpPr/>
          <p:nvPr/>
        </p:nvSpPr>
        <p:spPr>
          <a:xfrm>
            <a:off x="979170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1" name="object 921"/>
          <p:cNvSpPr/>
          <p:nvPr/>
        </p:nvSpPr>
        <p:spPr>
          <a:xfrm>
            <a:off x="984885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2" name="object 922"/>
          <p:cNvSpPr/>
          <p:nvPr/>
        </p:nvSpPr>
        <p:spPr>
          <a:xfrm>
            <a:off x="990600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3" name="object 923"/>
          <p:cNvSpPr/>
          <p:nvPr/>
        </p:nvSpPr>
        <p:spPr>
          <a:xfrm>
            <a:off x="996315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4" name="object 924"/>
          <p:cNvSpPr/>
          <p:nvPr/>
        </p:nvSpPr>
        <p:spPr>
          <a:xfrm>
            <a:off x="1002030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5" name="object 925"/>
          <p:cNvSpPr/>
          <p:nvPr/>
        </p:nvSpPr>
        <p:spPr>
          <a:xfrm>
            <a:off x="1019175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6" name="object 926"/>
          <p:cNvSpPr/>
          <p:nvPr/>
        </p:nvSpPr>
        <p:spPr>
          <a:xfrm>
            <a:off x="1024890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7" name="object 927"/>
          <p:cNvSpPr/>
          <p:nvPr/>
        </p:nvSpPr>
        <p:spPr>
          <a:xfrm>
            <a:off x="1030605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8" name="object 928"/>
          <p:cNvSpPr/>
          <p:nvPr/>
        </p:nvSpPr>
        <p:spPr>
          <a:xfrm>
            <a:off x="1036320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9" name="object 929"/>
          <p:cNvSpPr/>
          <p:nvPr/>
        </p:nvSpPr>
        <p:spPr>
          <a:xfrm>
            <a:off x="1042035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0" name="object 930"/>
          <p:cNvSpPr/>
          <p:nvPr/>
        </p:nvSpPr>
        <p:spPr>
          <a:xfrm>
            <a:off x="1047750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1" name="object 931"/>
          <p:cNvSpPr/>
          <p:nvPr/>
        </p:nvSpPr>
        <p:spPr>
          <a:xfrm>
            <a:off x="1053465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2" name="object 932"/>
          <p:cNvSpPr/>
          <p:nvPr/>
        </p:nvSpPr>
        <p:spPr>
          <a:xfrm>
            <a:off x="1059180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3" name="object 933"/>
          <p:cNvSpPr/>
          <p:nvPr/>
        </p:nvSpPr>
        <p:spPr>
          <a:xfrm>
            <a:off x="1064895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4" name="object 934"/>
          <p:cNvSpPr/>
          <p:nvPr/>
        </p:nvSpPr>
        <p:spPr>
          <a:xfrm>
            <a:off x="1070610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5" name="object 935"/>
          <p:cNvSpPr/>
          <p:nvPr/>
        </p:nvSpPr>
        <p:spPr>
          <a:xfrm>
            <a:off x="1076325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6" name="object 936"/>
          <p:cNvSpPr/>
          <p:nvPr/>
        </p:nvSpPr>
        <p:spPr>
          <a:xfrm>
            <a:off x="1082040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7" name="object 937"/>
          <p:cNvSpPr/>
          <p:nvPr/>
        </p:nvSpPr>
        <p:spPr>
          <a:xfrm>
            <a:off x="1087755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8" name="object 938"/>
          <p:cNvSpPr/>
          <p:nvPr/>
        </p:nvSpPr>
        <p:spPr>
          <a:xfrm>
            <a:off x="1093470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9" name="object 939"/>
          <p:cNvSpPr/>
          <p:nvPr/>
        </p:nvSpPr>
        <p:spPr>
          <a:xfrm>
            <a:off x="1099185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0" name="object 940"/>
          <p:cNvSpPr/>
          <p:nvPr/>
        </p:nvSpPr>
        <p:spPr>
          <a:xfrm>
            <a:off x="1116330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1" name="object 941"/>
          <p:cNvSpPr/>
          <p:nvPr/>
        </p:nvSpPr>
        <p:spPr>
          <a:xfrm>
            <a:off x="1122045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2" name="object 942"/>
          <p:cNvSpPr/>
          <p:nvPr/>
        </p:nvSpPr>
        <p:spPr>
          <a:xfrm>
            <a:off x="1127760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3" name="object 943"/>
          <p:cNvSpPr/>
          <p:nvPr/>
        </p:nvSpPr>
        <p:spPr>
          <a:xfrm>
            <a:off x="1133475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4" name="object 944"/>
          <p:cNvSpPr/>
          <p:nvPr/>
        </p:nvSpPr>
        <p:spPr>
          <a:xfrm>
            <a:off x="1139190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5" name="object 945"/>
          <p:cNvSpPr/>
          <p:nvPr/>
        </p:nvSpPr>
        <p:spPr>
          <a:xfrm>
            <a:off x="1144905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6" name="object 946"/>
          <p:cNvSpPr/>
          <p:nvPr/>
        </p:nvSpPr>
        <p:spPr>
          <a:xfrm>
            <a:off x="1150620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7" name="object 947"/>
          <p:cNvSpPr/>
          <p:nvPr/>
        </p:nvSpPr>
        <p:spPr>
          <a:xfrm>
            <a:off x="1156335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8" name="object 948"/>
          <p:cNvSpPr/>
          <p:nvPr/>
        </p:nvSpPr>
        <p:spPr>
          <a:xfrm>
            <a:off x="1162050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9" name="object 949"/>
          <p:cNvSpPr/>
          <p:nvPr/>
        </p:nvSpPr>
        <p:spPr>
          <a:xfrm>
            <a:off x="1167765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0" name="object 950"/>
          <p:cNvSpPr/>
          <p:nvPr/>
        </p:nvSpPr>
        <p:spPr>
          <a:xfrm>
            <a:off x="1173480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1" name="object 951"/>
          <p:cNvSpPr/>
          <p:nvPr/>
        </p:nvSpPr>
        <p:spPr>
          <a:xfrm>
            <a:off x="1179195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2" name="object 952"/>
          <p:cNvSpPr/>
          <p:nvPr/>
        </p:nvSpPr>
        <p:spPr>
          <a:xfrm>
            <a:off x="1184910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3" name="object 953"/>
          <p:cNvSpPr/>
          <p:nvPr/>
        </p:nvSpPr>
        <p:spPr>
          <a:xfrm>
            <a:off x="1190625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4" name="object 954"/>
          <p:cNvSpPr/>
          <p:nvPr/>
        </p:nvSpPr>
        <p:spPr>
          <a:xfrm>
            <a:off x="11963400" y="4526189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5" name="object 955"/>
          <p:cNvSpPr/>
          <p:nvPr/>
        </p:nvSpPr>
        <p:spPr>
          <a:xfrm>
            <a:off x="8191500" y="4502162"/>
            <a:ext cx="9525" cy="66675"/>
          </a:xfrm>
          <a:custGeom>
            <a:avLst/>
            <a:gdLst/>
            <a:ahLst/>
            <a:cxnLst/>
            <a:rect l="l" t="t" r="r" b="b"/>
            <a:pathLst>
              <a:path w="9525" h="66675">
                <a:moveTo>
                  <a:pt x="9525" y="57150"/>
                </a:moveTo>
                <a:lnTo>
                  <a:pt x="0" y="57150"/>
                </a:lnTo>
                <a:lnTo>
                  <a:pt x="0" y="66675"/>
                </a:lnTo>
                <a:lnTo>
                  <a:pt x="9525" y="66675"/>
                </a:lnTo>
                <a:lnTo>
                  <a:pt x="9525" y="57150"/>
                </a:lnTo>
                <a:close/>
              </a:path>
              <a:path w="9525" h="66675">
                <a:moveTo>
                  <a:pt x="9525" y="24028"/>
                </a:moveTo>
                <a:lnTo>
                  <a:pt x="0" y="24028"/>
                </a:lnTo>
                <a:lnTo>
                  <a:pt x="0" y="33553"/>
                </a:lnTo>
                <a:lnTo>
                  <a:pt x="9525" y="33553"/>
                </a:lnTo>
                <a:lnTo>
                  <a:pt x="9525" y="24028"/>
                </a:lnTo>
                <a:close/>
              </a:path>
              <a:path w="9525" h="6667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6" name="object 956"/>
          <p:cNvSpPr/>
          <p:nvPr/>
        </p:nvSpPr>
        <p:spPr>
          <a:xfrm>
            <a:off x="9105900" y="4502162"/>
            <a:ext cx="66675" cy="66675"/>
          </a:xfrm>
          <a:custGeom>
            <a:avLst/>
            <a:gdLst/>
            <a:ahLst/>
            <a:cxnLst/>
            <a:rect l="l" t="t" r="r" b="b"/>
            <a:pathLst>
              <a:path w="66675" h="66675">
                <a:moveTo>
                  <a:pt x="9525" y="24028"/>
                </a:moveTo>
                <a:lnTo>
                  <a:pt x="0" y="24028"/>
                </a:lnTo>
                <a:lnTo>
                  <a:pt x="0" y="33553"/>
                </a:lnTo>
                <a:lnTo>
                  <a:pt x="9525" y="33553"/>
                </a:lnTo>
                <a:lnTo>
                  <a:pt x="9525" y="24028"/>
                </a:lnTo>
                <a:close/>
              </a:path>
              <a:path w="66675" h="66675">
                <a:moveTo>
                  <a:pt x="61912" y="57150"/>
                </a:moveTo>
                <a:lnTo>
                  <a:pt x="52387" y="57150"/>
                </a:lnTo>
                <a:lnTo>
                  <a:pt x="52387" y="66675"/>
                </a:lnTo>
                <a:lnTo>
                  <a:pt x="61912" y="66675"/>
                </a:lnTo>
                <a:lnTo>
                  <a:pt x="61912" y="57150"/>
                </a:lnTo>
                <a:close/>
              </a:path>
              <a:path w="66675" h="66675">
                <a:moveTo>
                  <a:pt x="61912" y="0"/>
                </a:moveTo>
                <a:lnTo>
                  <a:pt x="52387" y="0"/>
                </a:lnTo>
                <a:lnTo>
                  <a:pt x="52387" y="9525"/>
                </a:lnTo>
                <a:lnTo>
                  <a:pt x="61912" y="9525"/>
                </a:lnTo>
                <a:lnTo>
                  <a:pt x="61912" y="0"/>
                </a:lnTo>
                <a:close/>
              </a:path>
              <a:path w="66675" h="66675">
                <a:moveTo>
                  <a:pt x="66675" y="24028"/>
                </a:moveTo>
                <a:lnTo>
                  <a:pt x="57150" y="24028"/>
                </a:lnTo>
                <a:lnTo>
                  <a:pt x="57150" y="33553"/>
                </a:lnTo>
                <a:lnTo>
                  <a:pt x="66675" y="33553"/>
                </a:lnTo>
                <a:lnTo>
                  <a:pt x="66675" y="24028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7" name="object 957"/>
          <p:cNvSpPr/>
          <p:nvPr/>
        </p:nvSpPr>
        <p:spPr>
          <a:xfrm>
            <a:off x="10077450" y="4502162"/>
            <a:ext cx="66675" cy="66675"/>
          </a:xfrm>
          <a:custGeom>
            <a:avLst/>
            <a:gdLst/>
            <a:ahLst/>
            <a:cxnLst/>
            <a:rect l="l" t="t" r="r" b="b"/>
            <a:pathLst>
              <a:path w="66675" h="66675">
                <a:moveTo>
                  <a:pt x="9525" y="24028"/>
                </a:moveTo>
                <a:lnTo>
                  <a:pt x="0" y="24028"/>
                </a:lnTo>
                <a:lnTo>
                  <a:pt x="0" y="33553"/>
                </a:lnTo>
                <a:lnTo>
                  <a:pt x="9525" y="33553"/>
                </a:lnTo>
                <a:lnTo>
                  <a:pt x="9525" y="24028"/>
                </a:lnTo>
                <a:close/>
              </a:path>
              <a:path w="66675" h="66675">
                <a:moveTo>
                  <a:pt x="57150" y="57150"/>
                </a:moveTo>
                <a:lnTo>
                  <a:pt x="47625" y="57150"/>
                </a:lnTo>
                <a:lnTo>
                  <a:pt x="47625" y="66675"/>
                </a:lnTo>
                <a:lnTo>
                  <a:pt x="57150" y="66675"/>
                </a:lnTo>
                <a:lnTo>
                  <a:pt x="57150" y="57150"/>
                </a:lnTo>
                <a:close/>
              </a:path>
              <a:path w="66675" h="66675">
                <a:moveTo>
                  <a:pt x="57150" y="0"/>
                </a:moveTo>
                <a:lnTo>
                  <a:pt x="47625" y="0"/>
                </a:lnTo>
                <a:lnTo>
                  <a:pt x="47625" y="9525"/>
                </a:lnTo>
                <a:lnTo>
                  <a:pt x="57150" y="9525"/>
                </a:lnTo>
                <a:lnTo>
                  <a:pt x="57150" y="0"/>
                </a:lnTo>
                <a:close/>
              </a:path>
              <a:path w="66675" h="66675">
                <a:moveTo>
                  <a:pt x="66675" y="24028"/>
                </a:moveTo>
                <a:lnTo>
                  <a:pt x="57150" y="24028"/>
                </a:lnTo>
                <a:lnTo>
                  <a:pt x="57150" y="33553"/>
                </a:lnTo>
                <a:lnTo>
                  <a:pt x="66675" y="33553"/>
                </a:lnTo>
                <a:lnTo>
                  <a:pt x="66675" y="24028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8" name="object 958"/>
          <p:cNvSpPr/>
          <p:nvPr/>
        </p:nvSpPr>
        <p:spPr>
          <a:xfrm>
            <a:off x="11049000" y="4502162"/>
            <a:ext cx="66675" cy="66675"/>
          </a:xfrm>
          <a:custGeom>
            <a:avLst/>
            <a:gdLst/>
            <a:ahLst/>
            <a:cxnLst/>
            <a:rect l="l" t="t" r="r" b="b"/>
            <a:pathLst>
              <a:path w="66675" h="66675">
                <a:moveTo>
                  <a:pt x="9525" y="24028"/>
                </a:moveTo>
                <a:lnTo>
                  <a:pt x="0" y="24028"/>
                </a:lnTo>
                <a:lnTo>
                  <a:pt x="0" y="33553"/>
                </a:lnTo>
                <a:lnTo>
                  <a:pt x="9525" y="33553"/>
                </a:lnTo>
                <a:lnTo>
                  <a:pt x="9525" y="24028"/>
                </a:lnTo>
                <a:close/>
              </a:path>
              <a:path w="66675" h="66675">
                <a:moveTo>
                  <a:pt x="52387" y="57150"/>
                </a:moveTo>
                <a:lnTo>
                  <a:pt x="42862" y="57150"/>
                </a:lnTo>
                <a:lnTo>
                  <a:pt x="42862" y="66675"/>
                </a:lnTo>
                <a:lnTo>
                  <a:pt x="52387" y="66675"/>
                </a:lnTo>
                <a:lnTo>
                  <a:pt x="52387" y="57150"/>
                </a:lnTo>
                <a:close/>
              </a:path>
              <a:path w="66675" h="66675">
                <a:moveTo>
                  <a:pt x="52387" y="0"/>
                </a:moveTo>
                <a:lnTo>
                  <a:pt x="42862" y="0"/>
                </a:lnTo>
                <a:lnTo>
                  <a:pt x="42862" y="9525"/>
                </a:lnTo>
                <a:lnTo>
                  <a:pt x="52387" y="9525"/>
                </a:lnTo>
                <a:lnTo>
                  <a:pt x="52387" y="0"/>
                </a:lnTo>
                <a:close/>
              </a:path>
              <a:path w="66675" h="66675">
                <a:moveTo>
                  <a:pt x="66675" y="24028"/>
                </a:moveTo>
                <a:lnTo>
                  <a:pt x="57150" y="24028"/>
                </a:lnTo>
                <a:lnTo>
                  <a:pt x="57150" y="33553"/>
                </a:lnTo>
                <a:lnTo>
                  <a:pt x="66675" y="33553"/>
                </a:lnTo>
                <a:lnTo>
                  <a:pt x="66675" y="24028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9" name="object 959"/>
          <p:cNvSpPr/>
          <p:nvPr/>
        </p:nvSpPr>
        <p:spPr>
          <a:xfrm>
            <a:off x="12020550" y="4502162"/>
            <a:ext cx="47625" cy="66675"/>
          </a:xfrm>
          <a:custGeom>
            <a:avLst/>
            <a:gdLst/>
            <a:ahLst/>
            <a:cxnLst/>
            <a:rect l="l" t="t" r="r" b="b"/>
            <a:pathLst>
              <a:path w="47625" h="66675">
                <a:moveTo>
                  <a:pt x="9525" y="24028"/>
                </a:moveTo>
                <a:lnTo>
                  <a:pt x="0" y="24028"/>
                </a:lnTo>
                <a:lnTo>
                  <a:pt x="0" y="33553"/>
                </a:lnTo>
                <a:lnTo>
                  <a:pt x="9525" y="33553"/>
                </a:lnTo>
                <a:lnTo>
                  <a:pt x="9525" y="24028"/>
                </a:lnTo>
                <a:close/>
              </a:path>
              <a:path w="47625" h="66675">
                <a:moveTo>
                  <a:pt x="47625" y="57150"/>
                </a:moveTo>
                <a:lnTo>
                  <a:pt x="38100" y="57150"/>
                </a:lnTo>
                <a:lnTo>
                  <a:pt x="38100" y="66675"/>
                </a:lnTo>
                <a:lnTo>
                  <a:pt x="47625" y="66675"/>
                </a:lnTo>
                <a:lnTo>
                  <a:pt x="47625" y="57150"/>
                </a:lnTo>
                <a:close/>
              </a:path>
              <a:path w="47625" h="66675">
                <a:moveTo>
                  <a:pt x="47625" y="0"/>
                </a:moveTo>
                <a:lnTo>
                  <a:pt x="38100" y="0"/>
                </a:lnTo>
                <a:lnTo>
                  <a:pt x="38100" y="9525"/>
                </a:lnTo>
                <a:lnTo>
                  <a:pt x="47625" y="9525"/>
                </a:lnTo>
                <a:lnTo>
                  <a:pt x="4762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0" name="object 960"/>
          <p:cNvSpPr txBox="1"/>
          <p:nvPr/>
        </p:nvSpPr>
        <p:spPr>
          <a:xfrm>
            <a:off x="7857628" y="4440563"/>
            <a:ext cx="2514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25M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961" name="object 961"/>
          <p:cNvSpPr/>
          <p:nvPr/>
        </p:nvSpPr>
        <p:spPr>
          <a:xfrm>
            <a:off x="824865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2" name="object 962"/>
          <p:cNvSpPr/>
          <p:nvPr/>
        </p:nvSpPr>
        <p:spPr>
          <a:xfrm>
            <a:off x="830580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3" name="object 963"/>
          <p:cNvSpPr/>
          <p:nvPr/>
        </p:nvSpPr>
        <p:spPr>
          <a:xfrm>
            <a:off x="836295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4" name="object 964"/>
          <p:cNvSpPr/>
          <p:nvPr/>
        </p:nvSpPr>
        <p:spPr>
          <a:xfrm>
            <a:off x="842010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5" name="object 965"/>
          <p:cNvSpPr/>
          <p:nvPr/>
        </p:nvSpPr>
        <p:spPr>
          <a:xfrm>
            <a:off x="847725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6" name="object 966"/>
          <p:cNvSpPr/>
          <p:nvPr/>
        </p:nvSpPr>
        <p:spPr>
          <a:xfrm>
            <a:off x="853440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7" name="object 967"/>
          <p:cNvSpPr/>
          <p:nvPr/>
        </p:nvSpPr>
        <p:spPr>
          <a:xfrm>
            <a:off x="859155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8" name="object 968"/>
          <p:cNvSpPr/>
          <p:nvPr/>
        </p:nvSpPr>
        <p:spPr>
          <a:xfrm>
            <a:off x="864870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9" name="object 969"/>
          <p:cNvSpPr/>
          <p:nvPr/>
        </p:nvSpPr>
        <p:spPr>
          <a:xfrm>
            <a:off x="870585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0" name="object 970"/>
          <p:cNvSpPr/>
          <p:nvPr/>
        </p:nvSpPr>
        <p:spPr>
          <a:xfrm>
            <a:off x="876300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1" name="object 971"/>
          <p:cNvSpPr/>
          <p:nvPr/>
        </p:nvSpPr>
        <p:spPr>
          <a:xfrm>
            <a:off x="882015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2" name="object 972"/>
          <p:cNvSpPr/>
          <p:nvPr/>
        </p:nvSpPr>
        <p:spPr>
          <a:xfrm>
            <a:off x="887730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3" name="object 973"/>
          <p:cNvSpPr/>
          <p:nvPr/>
        </p:nvSpPr>
        <p:spPr>
          <a:xfrm>
            <a:off x="922020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4" name="object 974"/>
          <p:cNvSpPr/>
          <p:nvPr/>
        </p:nvSpPr>
        <p:spPr>
          <a:xfrm>
            <a:off x="927735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5" name="object 975"/>
          <p:cNvSpPr/>
          <p:nvPr/>
        </p:nvSpPr>
        <p:spPr>
          <a:xfrm>
            <a:off x="933450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6" name="object 976"/>
          <p:cNvSpPr/>
          <p:nvPr/>
        </p:nvSpPr>
        <p:spPr>
          <a:xfrm>
            <a:off x="939165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7" name="object 977"/>
          <p:cNvSpPr/>
          <p:nvPr/>
        </p:nvSpPr>
        <p:spPr>
          <a:xfrm>
            <a:off x="944880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8" name="object 978"/>
          <p:cNvSpPr/>
          <p:nvPr/>
        </p:nvSpPr>
        <p:spPr>
          <a:xfrm>
            <a:off x="950595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9" name="object 979"/>
          <p:cNvSpPr/>
          <p:nvPr/>
        </p:nvSpPr>
        <p:spPr>
          <a:xfrm>
            <a:off x="956310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0" name="object 980"/>
          <p:cNvSpPr/>
          <p:nvPr/>
        </p:nvSpPr>
        <p:spPr>
          <a:xfrm>
            <a:off x="962025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1" name="object 981"/>
          <p:cNvSpPr/>
          <p:nvPr/>
        </p:nvSpPr>
        <p:spPr>
          <a:xfrm>
            <a:off x="967740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2" name="object 982"/>
          <p:cNvSpPr/>
          <p:nvPr/>
        </p:nvSpPr>
        <p:spPr>
          <a:xfrm>
            <a:off x="973455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3" name="object 983"/>
          <p:cNvSpPr/>
          <p:nvPr/>
        </p:nvSpPr>
        <p:spPr>
          <a:xfrm>
            <a:off x="979170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4" name="object 984"/>
          <p:cNvSpPr/>
          <p:nvPr/>
        </p:nvSpPr>
        <p:spPr>
          <a:xfrm>
            <a:off x="984885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5" name="object 985"/>
          <p:cNvSpPr/>
          <p:nvPr/>
        </p:nvSpPr>
        <p:spPr>
          <a:xfrm>
            <a:off x="990600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6" name="object 986"/>
          <p:cNvSpPr/>
          <p:nvPr/>
        </p:nvSpPr>
        <p:spPr>
          <a:xfrm>
            <a:off x="996315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7" name="object 987"/>
          <p:cNvSpPr/>
          <p:nvPr/>
        </p:nvSpPr>
        <p:spPr>
          <a:xfrm>
            <a:off x="1002030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8" name="object 988"/>
          <p:cNvSpPr/>
          <p:nvPr/>
        </p:nvSpPr>
        <p:spPr>
          <a:xfrm>
            <a:off x="1019175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9" name="object 989"/>
          <p:cNvSpPr/>
          <p:nvPr/>
        </p:nvSpPr>
        <p:spPr>
          <a:xfrm>
            <a:off x="1024890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0" name="object 990"/>
          <p:cNvSpPr/>
          <p:nvPr/>
        </p:nvSpPr>
        <p:spPr>
          <a:xfrm>
            <a:off x="1030605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1" name="object 991"/>
          <p:cNvSpPr/>
          <p:nvPr/>
        </p:nvSpPr>
        <p:spPr>
          <a:xfrm>
            <a:off x="1036320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2" name="object 992"/>
          <p:cNvSpPr/>
          <p:nvPr/>
        </p:nvSpPr>
        <p:spPr>
          <a:xfrm>
            <a:off x="1042035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3" name="object 993"/>
          <p:cNvSpPr/>
          <p:nvPr/>
        </p:nvSpPr>
        <p:spPr>
          <a:xfrm>
            <a:off x="1047750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4" name="object 994"/>
          <p:cNvSpPr/>
          <p:nvPr/>
        </p:nvSpPr>
        <p:spPr>
          <a:xfrm>
            <a:off x="1053465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5" name="object 995"/>
          <p:cNvSpPr/>
          <p:nvPr/>
        </p:nvSpPr>
        <p:spPr>
          <a:xfrm>
            <a:off x="1059180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6" name="object 996"/>
          <p:cNvSpPr/>
          <p:nvPr/>
        </p:nvSpPr>
        <p:spPr>
          <a:xfrm>
            <a:off x="1064895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7" name="object 997"/>
          <p:cNvSpPr/>
          <p:nvPr/>
        </p:nvSpPr>
        <p:spPr>
          <a:xfrm>
            <a:off x="1070610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8" name="object 998"/>
          <p:cNvSpPr/>
          <p:nvPr/>
        </p:nvSpPr>
        <p:spPr>
          <a:xfrm>
            <a:off x="1076325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9" name="object 999"/>
          <p:cNvSpPr/>
          <p:nvPr/>
        </p:nvSpPr>
        <p:spPr>
          <a:xfrm>
            <a:off x="1082040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0" name="object 1000"/>
          <p:cNvSpPr/>
          <p:nvPr/>
        </p:nvSpPr>
        <p:spPr>
          <a:xfrm>
            <a:off x="1087755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1" name="object 1001"/>
          <p:cNvSpPr/>
          <p:nvPr/>
        </p:nvSpPr>
        <p:spPr>
          <a:xfrm>
            <a:off x="1093470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2" name="object 1002"/>
          <p:cNvSpPr/>
          <p:nvPr/>
        </p:nvSpPr>
        <p:spPr>
          <a:xfrm>
            <a:off x="1099185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3" name="object 1003"/>
          <p:cNvSpPr/>
          <p:nvPr/>
        </p:nvSpPr>
        <p:spPr>
          <a:xfrm>
            <a:off x="1116330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4" name="object 1004"/>
          <p:cNvSpPr/>
          <p:nvPr/>
        </p:nvSpPr>
        <p:spPr>
          <a:xfrm>
            <a:off x="1122045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5" name="object 1005"/>
          <p:cNvSpPr/>
          <p:nvPr/>
        </p:nvSpPr>
        <p:spPr>
          <a:xfrm>
            <a:off x="1127760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6" name="object 1006"/>
          <p:cNvSpPr/>
          <p:nvPr/>
        </p:nvSpPr>
        <p:spPr>
          <a:xfrm>
            <a:off x="1133475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7" name="object 1007"/>
          <p:cNvSpPr/>
          <p:nvPr/>
        </p:nvSpPr>
        <p:spPr>
          <a:xfrm>
            <a:off x="1139190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8" name="object 1008"/>
          <p:cNvSpPr/>
          <p:nvPr/>
        </p:nvSpPr>
        <p:spPr>
          <a:xfrm>
            <a:off x="1144905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9" name="object 1009"/>
          <p:cNvSpPr/>
          <p:nvPr/>
        </p:nvSpPr>
        <p:spPr>
          <a:xfrm>
            <a:off x="1150620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0" name="object 1010"/>
          <p:cNvSpPr/>
          <p:nvPr/>
        </p:nvSpPr>
        <p:spPr>
          <a:xfrm>
            <a:off x="1156335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1" name="object 1011"/>
          <p:cNvSpPr/>
          <p:nvPr/>
        </p:nvSpPr>
        <p:spPr>
          <a:xfrm>
            <a:off x="1162050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2" name="object 1012"/>
          <p:cNvSpPr/>
          <p:nvPr/>
        </p:nvSpPr>
        <p:spPr>
          <a:xfrm>
            <a:off x="1167765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3" name="object 1013"/>
          <p:cNvSpPr/>
          <p:nvPr/>
        </p:nvSpPr>
        <p:spPr>
          <a:xfrm>
            <a:off x="1173480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4" name="object 1014"/>
          <p:cNvSpPr/>
          <p:nvPr/>
        </p:nvSpPr>
        <p:spPr>
          <a:xfrm>
            <a:off x="1179195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5" name="object 1015"/>
          <p:cNvSpPr/>
          <p:nvPr/>
        </p:nvSpPr>
        <p:spPr>
          <a:xfrm>
            <a:off x="1184910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6" name="object 1016"/>
          <p:cNvSpPr/>
          <p:nvPr/>
        </p:nvSpPr>
        <p:spPr>
          <a:xfrm>
            <a:off x="1190625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7" name="object 1017"/>
          <p:cNvSpPr/>
          <p:nvPr/>
        </p:nvSpPr>
        <p:spPr>
          <a:xfrm>
            <a:off x="11963400" y="4096657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8" name="object 1018"/>
          <p:cNvSpPr/>
          <p:nvPr/>
        </p:nvSpPr>
        <p:spPr>
          <a:xfrm>
            <a:off x="8191500" y="4044962"/>
            <a:ext cx="9525" cy="66675"/>
          </a:xfrm>
          <a:custGeom>
            <a:avLst/>
            <a:gdLst/>
            <a:ahLst/>
            <a:cxnLst/>
            <a:rect l="l" t="t" r="r" b="b"/>
            <a:pathLst>
              <a:path w="9525" h="66675">
                <a:moveTo>
                  <a:pt x="9525" y="51701"/>
                </a:moveTo>
                <a:lnTo>
                  <a:pt x="0" y="51701"/>
                </a:lnTo>
                <a:lnTo>
                  <a:pt x="0" y="57150"/>
                </a:lnTo>
                <a:lnTo>
                  <a:pt x="0" y="61226"/>
                </a:lnTo>
                <a:lnTo>
                  <a:pt x="0" y="66675"/>
                </a:lnTo>
                <a:lnTo>
                  <a:pt x="9525" y="66675"/>
                </a:lnTo>
                <a:lnTo>
                  <a:pt x="9525" y="61226"/>
                </a:lnTo>
                <a:lnTo>
                  <a:pt x="9525" y="57150"/>
                </a:lnTo>
                <a:lnTo>
                  <a:pt x="9525" y="51701"/>
                </a:lnTo>
                <a:close/>
              </a:path>
              <a:path w="9525" h="6667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9" name="object 1019"/>
          <p:cNvSpPr/>
          <p:nvPr/>
        </p:nvSpPr>
        <p:spPr>
          <a:xfrm>
            <a:off x="10077450" y="4044962"/>
            <a:ext cx="66675" cy="66675"/>
          </a:xfrm>
          <a:custGeom>
            <a:avLst/>
            <a:gdLst/>
            <a:ahLst/>
            <a:cxnLst/>
            <a:rect l="l" t="t" r="r" b="b"/>
            <a:pathLst>
              <a:path w="66675" h="66675">
                <a:moveTo>
                  <a:pt x="9525" y="51701"/>
                </a:moveTo>
                <a:lnTo>
                  <a:pt x="0" y="51701"/>
                </a:lnTo>
                <a:lnTo>
                  <a:pt x="0" y="61226"/>
                </a:lnTo>
                <a:lnTo>
                  <a:pt x="9525" y="61226"/>
                </a:lnTo>
                <a:lnTo>
                  <a:pt x="9525" y="51701"/>
                </a:lnTo>
                <a:close/>
              </a:path>
              <a:path w="66675" h="66675">
                <a:moveTo>
                  <a:pt x="57150" y="0"/>
                </a:moveTo>
                <a:lnTo>
                  <a:pt x="47625" y="0"/>
                </a:lnTo>
                <a:lnTo>
                  <a:pt x="47625" y="9525"/>
                </a:lnTo>
                <a:lnTo>
                  <a:pt x="57150" y="9525"/>
                </a:lnTo>
                <a:lnTo>
                  <a:pt x="57150" y="0"/>
                </a:lnTo>
                <a:close/>
              </a:path>
              <a:path w="66675" h="66675">
                <a:moveTo>
                  <a:pt x="66675" y="51701"/>
                </a:moveTo>
                <a:lnTo>
                  <a:pt x="57150" y="51701"/>
                </a:lnTo>
                <a:lnTo>
                  <a:pt x="57150" y="57150"/>
                </a:lnTo>
                <a:lnTo>
                  <a:pt x="47625" y="57150"/>
                </a:lnTo>
                <a:lnTo>
                  <a:pt x="47625" y="66675"/>
                </a:lnTo>
                <a:lnTo>
                  <a:pt x="57150" y="66675"/>
                </a:lnTo>
                <a:lnTo>
                  <a:pt x="57150" y="61226"/>
                </a:lnTo>
                <a:lnTo>
                  <a:pt x="66675" y="61226"/>
                </a:lnTo>
                <a:lnTo>
                  <a:pt x="66675" y="51701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0" name="object 1020"/>
          <p:cNvSpPr/>
          <p:nvPr/>
        </p:nvSpPr>
        <p:spPr>
          <a:xfrm>
            <a:off x="11049000" y="4044962"/>
            <a:ext cx="66675" cy="66675"/>
          </a:xfrm>
          <a:custGeom>
            <a:avLst/>
            <a:gdLst/>
            <a:ahLst/>
            <a:cxnLst/>
            <a:rect l="l" t="t" r="r" b="b"/>
            <a:pathLst>
              <a:path w="66675" h="66675">
                <a:moveTo>
                  <a:pt x="9525" y="51701"/>
                </a:moveTo>
                <a:lnTo>
                  <a:pt x="0" y="51701"/>
                </a:lnTo>
                <a:lnTo>
                  <a:pt x="0" y="61226"/>
                </a:lnTo>
                <a:lnTo>
                  <a:pt x="9525" y="61226"/>
                </a:lnTo>
                <a:lnTo>
                  <a:pt x="9525" y="51701"/>
                </a:lnTo>
                <a:close/>
              </a:path>
              <a:path w="66675" h="66675">
                <a:moveTo>
                  <a:pt x="52387" y="57150"/>
                </a:moveTo>
                <a:lnTo>
                  <a:pt x="42862" y="57150"/>
                </a:lnTo>
                <a:lnTo>
                  <a:pt x="42862" y="66675"/>
                </a:lnTo>
                <a:lnTo>
                  <a:pt x="52387" y="66675"/>
                </a:lnTo>
                <a:lnTo>
                  <a:pt x="52387" y="57150"/>
                </a:lnTo>
                <a:close/>
              </a:path>
              <a:path w="66675" h="66675">
                <a:moveTo>
                  <a:pt x="52387" y="0"/>
                </a:moveTo>
                <a:lnTo>
                  <a:pt x="42862" y="0"/>
                </a:lnTo>
                <a:lnTo>
                  <a:pt x="42862" y="9525"/>
                </a:lnTo>
                <a:lnTo>
                  <a:pt x="52387" y="9525"/>
                </a:lnTo>
                <a:lnTo>
                  <a:pt x="52387" y="0"/>
                </a:lnTo>
                <a:close/>
              </a:path>
              <a:path w="66675" h="66675">
                <a:moveTo>
                  <a:pt x="66675" y="51701"/>
                </a:moveTo>
                <a:lnTo>
                  <a:pt x="57150" y="51701"/>
                </a:lnTo>
                <a:lnTo>
                  <a:pt x="57150" y="61226"/>
                </a:lnTo>
                <a:lnTo>
                  <a:pt x="66675" y="61226"/>
                </a:lnTo>
                <a:lnTo>
                  <a:pt x="66675" y="51701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1" name="object 1021"/>
          <p:cNvSpPr/>
          <p:nvPr/>
        </p:nvSpPr>
        <p:spPr>
          <a:xfrm>
            <a:off x="12020550" y="4044962"/>
            <a:ext cx="47625" cy="66675"/>
          </a:xfrm>
          <a:custGeom>
            <a:avLst/>
            <a:gdLst/>
            <a:ahLst/>
            <a:cxnLst/>
            <a:rect l="l" t="t" r="r" b="b"/>
            <a:pathLst>
              <a:path w="47625" h="66675">
                <a:moveTo>
                  <a:pt x="9525" y="51701"/>
                </a:moveTo>
                <a:lnTo>
                  <a:pt x="0" y="51701"/>
                </a:lnTo>
                <a:lnTo>
                  <a:pt x="0" y="61226"/>
                </a:lnTo>
                <a:lnTo>
                  <a:pt x="9525" y="61226"/>
                </a:lnTo>
                <a:lnTo>
                  <a:pt x="9525" y="51701"/>
                </a:lnTo>
                <a:close/>
              </a:path>
              <a:path w="47625" h="66675">
                <a:moveTo>
                  <a:pt x="47625" y="57150"/>
                </a:moveTo>
                <a:lnTo>
                  <a:pt x="38100" y="57150"/>
                </a:lnTo>
                <a:lnTo>
                  <a:pt x="38100" y="66675"/>
                </a:lnTo>
                <a:lnTo>
                  <a:pt x="47625" y="66675"/>
                </a:lnTo>
                <a:lnTo>
                  <a:pt x="47625" y="57150"/>
                </a:lnTo>
                <a:close/>
              </a:path>
              <a:path w="47625" h="66675">
                <a:moveTo>
                  <a:pt x="47625" y="0"/>
                </a:moveTo>
                <a:lnTo>
                  <a:pt x="38100" y="0"/>
                </a:lnTo>
                <a:lnTo>
                  <a:pt x="38100" y="9525"/>
                </a:lnTo>
                <a:lnTo>
                  <a:pt x="47625" y="9525"/>
                </a:lnTo>
                <a:lnTo>
                  <a:pt x="4762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22" name="object 1022"/>
          <p:cNvGrpSpPr/>
          <p:nvPr/>
        </p:nvGrpSpPr>
        <p:grpSpPr>
          <a:xfrm>
            <a:off x="9069616" y="3930650"/>
            <a:ext cx="103505" cy="180975"/>
            <a:chOff x="9069616" y="3930650"/>
            <a:chExt cx="103505" cy="180975"/>
          </a:xfrm>
        </p:grpSpPr>
        <p:sp>
          <p:nvSpPr>
            <p:cNvPr id="1023" name="object 1023"/>
            <p:cNvSpPr/>
            <p:nvPr/>
          </p:nvSpPr>
          <p:spPr>
            <a:xfrm>
              <a:off x="9105900" y="3930662"/>
              <a:ext cx="66675" cy="180975"/>
            </a:xfrm>
            <a:custGeom>
              <a:avLst/>
              <a:gdLst/>
              <a:ahLst/>
              <a:cxnLst/>
              <a:rect l="l" t="t" r="r" b="b"/>
              <a:pathLst>
                <a:path w="66675" h="180975">
                  <a:moveTo>
                    <a:pt x="9525" y="166001"/>
                  </a:moveTo>
                  <a:lnTo>
                    <a:pt x="0" y="166001"/>
                  </a:lnTo>
                  <a:lnTo>
                    <a:pt x="0" y="175526"/>
                  </a:lnTo>
                  <a:lnTo>
                    <a:pt x="9525" y="175526"/>
                  </a:lnTo>
                  <a:lnTo>
                    <a:pt x="9525" y="166001"/>
                  </a:lnTo>
                  <a:close/>
                </a:path>
                <a:path w="66675" h="180975">
                  <a:moveTo>
                    <a:pt x="61912" y="114300"/>
                  </a:moveTo>
                  <a:lnTo>
                    <a:pt x="52387" y="114300"/>
                  </a:lnTo>
                  <a:lnTo>
                    <a:pt x="52387" y="123825"/>
                  </a:lnTo>
                  <a:lnTo>
                    <a:pt x="61912" y="123825"/>
                  </a:lnTo>
                  <a:lnTo>
                    <a:pt x="61912" y="114300"/>
                  </a:lnTo>
                  <a:close/>
                </a:path>
                <a:path w="66675" h="180975">
                  <a:moveTo>
                    <a:pt x="61912" y="57150"/>
                  </a:moveTo>
                  <a:lnTo>
                    <a:pt x="52387" y="57150"/>
                  </a:lnTo>
                  <a:lnTo>
                    <a:pt x="52387" y="66675"/>
                  </a:lnTo>
                  <a:lnTo>
                    <a:pt x="61912" y="66675"/>
                  </a:lnTo>
                  <a:lnTo>
                    <a:pt x="61912" y="57150"/>
                  </a:lnTo>
                  <a:close/>
                </a:path>
                <a:path w="66675" h="180975">
                  <a:moveTo>
                    <a:pt x="61912" y="0"/>
                  </a:moveTo>
                  <a:lnTo>
                    <a:pt x="52387" y="0"/>
                  </a:lnTo>
                  <a:lnTo>
                    <a:pt x="52387" y="9525"/>
                  </a:lnTo>
                  <a:lnTo>
                    <a:pt x="61912" y="9525"/>
                  </a:lnTo>
                  <a:lnTo>
                    <a:pt x="61912" y="0"/>
                  </a:lnTo>
                  <a:close/>
                </a:path>
                <a:path w="66675" h="180975">
                  <a:moveTo>
                    <a:pt x="66675" y="166001"/>
                  </a:moveTo>
                  <a:lnTo>
                    <a:pt x="57150" y="166001"/>
                  </a:lnTo>
                  <a:lnTo>
                    <a:pt x="57150" y="171450"/>
                  </a:lnTo>
                  <a:lnTo>
                    <a:pt x="52387" y="171450"/>
                  </a:lnTo>
                  <a:lnTo>
                    <a:pt x="52387" y="180975"/>
                  </a:lnTo>
                  <a:lnTo>
                    <a:pt x="61912" y="180975"/>
                  </a:lnTo>
                  <a:lnTo>
                    <a:pt x="61912" y="175526"/>
                  </a:lnTo>
                  <a:lnTo>
                    <a:pt x="66675" y="175526"/>
                  </a:lnTo>
                  <a:lnTo>
                    <a:pt x="66675" y="166001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4" name="object 1024"/>
            <p:cNvSpPr/>
            <p:nvPr/>
          </p:nvSpPr>
          <p:spPr>
            <a:xfrm>
              <a:off x="9074379" y="3936978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10">
                  <a:moveTo>
                    <a:pt x="45309" y="80009"/>
                  </a:moveTo>
                  <a:lnTo>
                    <a:pt x="34700" y="80009"/>
                  </a:lnTo>
                  <a:lnTo>
                    <a:pt x="29596" y="78994"/>
                  </a:lnTo>
                  <a:lnTo>
                    <a:pt x="1015" y="50413"/>
                  </a:lnTo>
                  <a:lnTo>
                    <a:pt x="0" y="40004"/>
                  </a:lnTo>
                  <a:lnTo>
                    <a:pt x="0" y="34700"/>
                  </a:lnTo>
                  <a:lnTo>
                    <a:pt x="29596" y="1015"/>
                  </a:lnTo>
                  <a:lnTo>
                    <a:pt x="34700" y="0"/>
                  </a:lnTo>
                  <a:lnTo>
                    <a:pt x="45309" y="0"/>
                  </a:lnTo>
                  <a:lnTo>
                    <a:pt x="78994" y="29596"/>
                  </a:lnTo>
                  <a:lnTo>
                    <a:pt x="80009" y="34700"/>
                  </a:lnTo>
                  <a:lnTo>
                    <a:pt x="80009" y="45309"/>
                  </a:lnTo>
                  <a:lnTo>
                    <a:pt x="50413" y="78994"/>
                  </a:lnTo>
                  <a:lnTo>
                    <a:pt x="45309" y="80009"/>
                  </a:lnTo>
                  <a:close/>
                </a:path>
              </a:pathLst>
            </a:custGeom>
            <a:solidFill>
              <a:srgbClr val="FF4040">
                <a:alpha val="8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5" name="object 1025"/>
            <p:cNvSpPr/>
            <p:nvPr/>
          </p:nvSpPr>
          <p:spPr>
            <a:xfrm>
              <a:off x="9074379" y="3936978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10">
                  <a:moveTo>
                    <a:pt x="0" y="40004"/>
                  </a:moveTo>
                  <a:lnTo>
                    <a:pt x="19794" y="74934"/>
                  </a:lnTo>
                  <a:lnTo>
                    <a:pt x="40004" y="80009"/>
                  </a:lnTo>
                  <a:lnTo>
                    <a:pt x="45309" y="80009"/>
                  </a:lnTo>
                  <a:lnTo>
                    <a:pt x="76964" y="55314"/>
                  </a:lnTo>
                  <a:lnTo>
                    <a:pt x="80009" y="40004"/>
                  </a:lnTo>
                  <a:lnTo>
                    <a:pt x="80009" y="34700"/>
                  </a:lnTo>
                  <a:lnTo>
                    <a:pt x="55314" y="3045"/>
                  </a:lnTo>
                  <a:lnTo>
                    <a:pt x="40004" y="0"/>
                  </a:lnTo>
                  <a:lnTo>
                    <a:pt x="34700" y="0"/>
                  </a:lnTo>
                  <a:lnTo>
                    <a:pt x="3045" y="24695"/>
                  </a:lnTo>
                  <a:lnTo>
                    <a:pt x="0" y="40004"/>
                  </a:lnTo>
                </a:path>
              </a:pathLst>
            </a:custGeom>
            <a:ln w="9525">
              <a:solidFill>
                <a:srgbClr val="FF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26" name="object 1026"/>
          <p:cNvGrpSpPr/>
          <p:nvPr/>
        </p:nvGrpSpPr>
        <p:grpSpPr>
          <a:xfrm>
            <a:off x="8934450" y="4096657"/>
            <a:ext cx="123825" cy="141605"/>
            <a:chOff x="8934450" y="4096657"/>
            <a:chExt cx="123825" cy="141605"/>
          </a:xfrm>
        </p:grpSpPr>
        <p:sp>
          <p:nvSpPr>
            <p:cNvPr id="1027" name="object 1027"/>
            <p:cNvSpPr/>
            <p:nvPr/>
          </p:nvSpPr>
          <p:spPr>
            <a:xfrm>
              <a:off x="8934450" y="4096664"/>
              <a:ext cx="123825" cy="9525"/>
            </a:xfrm>
            <a:custGeom>
              <a:avLst/>
              <a:gdLst/>
              <a:ahLst/>
              <a:cxnLst/>
              <a:rect l="l" t="t" r="r" b="b"/>
              <a:pathLst>
                <a:path w="123825" h="9525">
                  <a:moveTo>
                    <a:pt x="95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  <a:path w="123825" h="9525">
                  <a:moveTo>
                    <a:pt x="66675" y="0"/>
                  </a:moveTo>
                  <a:lnTo>
                    <a:pt x="57150" y="0"/>
                  </a:lnTo>
                  <a:lnTo>
                    <a:pt x="57150" y="9525"/>
                  </a:lnTo>
                  <a:lnTo>
                    <a:pt x="66675" y="9525"/>
                  </a:lnTo>
                  <a:lnTo>
                    <a:pt x="66675" y="0"/>
                  </a:lnTo>
                  <a:close/>
                </a:path>
                <a:path w="123825" h="9525">
                  <a:moveTo>
                    <a:pt x="123825" y="0"/>
                  </a:moveTo>
                  <a:lnTo>
                    <a:pt x="114300" y="0"/>
                  </a:lnTo>
                  <a:lnTo>
                    <a:pt x="114300" y="9525"/>
                  </a:lnTo>
                  <a:lnTo>
                    <a:pt x="123825" y="9525"/>
                  </a:lnTo>
                  <a:lnTo>
                    <a:pt x="123825" y="0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28" name="object 10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935592" y="4148099"/>
              <a:ext cx="89534" cy="89534"/>
            </a:xfrm>
            <a:prstGeom prst="rect">
              <a:avLst/>
            </a:prstGeom>
          </p:spPr>
        </p:pic>
      </p:grpSp>
      <p:sp>
        <p:nvSpPr>
          <p:cNvPr id="1029" name="object 1029"/>
          <p:cNvSpPr txBox="1"/>
          <p:nvPr/>
        </p:nvSpPr>
        <p:spPr>
          <a:xfrm>
            <a:off x="7857628" y="4011031"/>
            <a:ext cx="2514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30M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030" name="object 1030"/>
          <p:cNvSpPr/>
          <p:nvPr/>
        </p:nvSpPr>
        <p:spPr>
          <a:xfrm>
            <a:off x="82486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1" name="object 1031"/>
          <p:cNvSpPr/>
          <p:nvPr/>
        </p:nvSpPr>
        <p:spPr>
          <a:xfrm>
            <a:off x="83058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2" name="object 1032"/>
          <p:cNvSpPr/>
          <p:nvPr/>
        </p:nvSpPr>
        <p:spPr>
          <a:xfrm>
            <a:off x="83629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3" name="object 1033"/>
          <p:cNvSpPr/>
          <p:nvPr/>
        </p:nvSpPr>
        <p:spPr>
          <a:xfrm>
            <a:off x="84201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4" name="object 1034"/>
          <p:cNvSpPr/>
          <p:nvPr/>
        </p:nvSpPr>
        <p:spPr>
          <a:xfrm>
            <a:off x="84772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5" name="object 1035"/>
          <p:cNvSpPr/>
          <p:nvPr/>
        </p:nvSpPr>
        <p:spPr>
          <a:xfrm>
            <a:off x="85344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6" name="object 1036"/>
          <p:cNvSpPr/>
          <p:nvPr/>
        </p:nvSpPr>
        <p:spPr>
          <a:xfrm>
            <a:off x="85915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7" name="object 1037"/>
          <p:cNvSpPr/>
          <p:nvPr/>
        </p:nvSpPr>
        <p:spPr>
          <a:xfrm>
            <a:off x="86487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8" name="object 1038"/>
          <p:cNvSpPr/>
          <p:nvPr/>
        </p:nvSpPr>
        <p:spPr>
          <a:xfrm>
            <a:off x="87058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9" name="object 1039"/>
          <p:cNvSpPr/>
          <p:nvPr/>
        </p:nvSpPr>
        <p:spPr>
          <a:xfrm>
            <a:off x="87630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0" name="object 1040"/>
          <p:cNvSpPr/>
          <p:nvPr/>
        </p:nvSpPr>
        <p:spPr>
          <a:xfrm>
            <a:off x="88201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1" name="object 1041"/>
          <p:cNvSpPr/>
          <p:nvPr/>
        </p:nvSpPr>
        <p:spPr>
          <a:xfrm>
            <a:off x="88773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2" name="object 1042"/>
          <p:cNvSpPr/>
          <p:nvPr/>
        </p:nvSpPr>
        <p:spPr>
          <a:xfrm>
            <a:off x="89344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3" name="object 1043"/>
          <p:cNvSpPr/>
          <p:nvPr/>
        </p:nvSpPr>
        <p:spPr>
          <a:xfrm>
            <a:off x="89916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4" name="object 1044"/>
          <p:cNvSpPr/>
          <p:nvPr/>
        </p:nvSpPr>
        <p:spPr>
          <a:xfrm>
            <a:off x="90487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5" name="object 1045"/>
          <p:cNvSpPr/>
          <p:nvPr/>
        </p:nvSpPr>
        <p:spPr>
          <a:xfrm>
            <a:off x="92202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6" name="object 1046"/>
          <p:cNvSpPr/>
          <p:nvPr/>
        </p:nvSpPr>
        <p:spPr>
          <a:xfrm>
            <a:off x="92773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7" name="object 1047"/>
          <p:cNvSpPr/>
          <p:nvPr/>
        </p:nvSpPr>
        <p:spPr>
          <a:xfrm>
            <a:off x="93345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" name="object 1048"/>
          <p:cNvSpPr/>
          <p:nvPr/>
        </p:nvSpPr>
        <p:spPr>
          <a:xfrm>
            <a:off x="93916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9" name="object 1049"/>
          <p:cNvSpPr/>
          <p:nvPr/>
        </p:nvSpPr>
        <p:spPr>
          <a:xfrm>
            <a:off x="94488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0" name="object 1050"/>
          <p:cNvSpPr/>
          <p:nvPr/>
        </p:nvSpPr>
        <p:spPr>
          <a:xfrm>
            <a:off x="95059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1" name="object 1051"/>
          <p:cNvSpPr/>
          <p:nvPr/>
        </p:nvSpPr>
        <p:spPr>
          <a:xfrm>
            <a:off x="95631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2" name="object 1052"/>
          <p:cNvSpPr/>
          <p:nvPr/>
        </p:nvSpPr>
        <p:spPr>
          <a:xfrm>
            <a:off x="96202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3" name="object 1053"/>
          <p:cNvSpPr/>
          <p:nvPr/>
        </p:nvSpPr>
        <p:spPr>
          <a:xfrm>
            <a:off x="96774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4" name="object 1054"/>
          <p:cNvSpPr/>
          <p:nvPr/>
        </p:nvSpPr>
        <p:spPr>
          <a:xfrm>
            <a:off x="97345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5" name="object 1055"/>
          <p:cNvSpPr/>
          <p:nvPr/>
        </p:nvSpPr>
        <p:spPr>
          <a:xfrm>
            <a:off x="97917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6" name="object 1056"/>
          <p:cNvSpPr/>
          <p:nvPr/>
        </p:nvSpPr>
        <p:spPr>
          <a:xfrm>
            <a:off x="98488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7" name="object 1057"/>
          <p:cNvSpPr/>
          <p:nvPr/>
        </p:nvSpPr>
        <p:spPr>
          <a:xfrm>
            <a:off x="99060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8" name="object 1058"/>
          <p:cNvSpPr/>
          <p:nvPr/>
        </p:nvSpPr>
        <p:spPr>
          <a:xfrm>
            <a:off x="99631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9" name="object 1059"/>
          <p:cNvSpPr/>
          <p:nvPr/>
        </p:nvSpPr>
        <p:spPr>
          <a:xfrm>
            <a:off x="100203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0" name="object 1060"/>
          <p:cNvSpPr/>
          <p:nvPr/>
        </p:nvSpPr>
        <p:spPr>
          <a:xfrm>
            <a:off x="101917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1" name="object 1061"/>
          <p:cNvSpPr/>
          <p:nvPr/>
        </p:nvSpPr>
        <p:spPr>
          <a:xfrm>
            <a:off x="102489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2" name="object 1062"/>
          <p:cNvSpPr/>
          <p:nvPr/>
        </p:nvSpPr>
        <p:spPr>
          <a:xfrm>
            <a:off x="103060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3" name="object 1063"/>
          <p:cNvSpPr/>
          <p:nvPr/>
        </p:nvSpPr>
        <p:spPr>
          <a:xfrm>
            <a:off x="103632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4" name="object 1064"/>
          <p:cNvSpPr/>
          <p:nvPr/>
        </p:nvSpPr>
        <p:spPr>
          <a:xfrm>
            <a:off x="104203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5" name="object 1065"/>
          <p:cNvSpPr/>
          <p:nvPr/>
        </p:nvSpPr>
        <p:spPr>
          <a:xfrm>
            <a:off x="104775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6" name="object 1066"/>
          <p:cNvSpPr/>
          <p:nvPr/>
        </p:nvSpPr>
        <p:spPr>
          <a:xfrm>
            <a:off x="105346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7" name="object 1067"/>
          <p:cNvSpPr/>
          <p:nvPr/>
        </p:nvSpPr>
        <p:spPr>
          <a:xfrm>
            <a:off x="105918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8" name="object 1068"/>
          <p:cNvSpPr/>
          <p:nvPr/>
        </p:nvSpPr>
        <p:spPr>
          <a:xfrm>
            <a:off x="106489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9" name="object 1069"/>
          <p:cNvSpPr/>
          <p:nvPr/>
        </p:nvSpPr>
        <p:spPr>
          <a:xfrm>
            <a:off x="107061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0" name="object 1070"/>
          <p:cNvSpPr/>
          <p:nvPr/>
        </p:nvSpPr>
        <p:spPr>
          <a:xfrm>
            <a:off x="107632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1" name="object 1071"/>
          <p:cNvSpPr/>
          <p:nvPr/>
        </p:nvSpPr>
        <p:spPr>
          <a:xfrm>
            <a:off x="108204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2" name="object 1072"/>
          <p:cNvSpPr/>
          <p:nvPr/>
        </p:nvSpPr>
        <p:spPr>
          <a:xfrm>
            <a:off x="108775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3" name="object 1073"/>
          <p:cNvSpPr/>
          <p:nvPr/>
        </p:nvSpPr>
        <p:spPr>
          <a:xfrm>
            <a:off x="109347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4" name="object 1074"/>
          <p:cNvSpPr/>
          <p:nvPr/>
        </p:nvSpPr>
        <p:spPr>
          <a:xfrm>
            <a:off x="109918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5" name="object 1075"/>
          <p:cNvSpPr/>
          <p:nvPr/>
        </p:nvSpPr>
        <p:spPr>
          <a:xfrm>
            <a:off x="111633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6" name="object 1076"/>
          <p:cNvSpPr/>
          <p:nvPr/>
        </p:nvSpPr>
        <p:spPr>
          <a:xfrm>
            <a:off x="112204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7" name="object 1077"/>
          <p:cNvSpPr/>
          <p:nvPr/>
        </p:nvSpPr>
        <p:spPr>
          <a:xfrm>
            <a:off x="112776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8" name="object 1078"/>
          <p:cNvSpPr/>
          <p:nvPr/>
        </p:nvSpPr>
        <p:spPr>
          <a:xfrm>
            <a:off x="113347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9" name="object 1079"/>
          <p:cNvSpPr/>
          <p:nvPr/>
        </p:nvSpPr>
        <p:spPr>
          <a:xfrm>
            <a:off x="113919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0" name="object 1080"/>
          <p:cNvSpPr/>
          <p:nvPr/>
        </p:nvSpPr>
        <p:spPr>
          <a:xfrm>
            <a:off x="114490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1" name="object 1081"/>
          <p:cNvSpPr/>
          <p:nvPr/>
        </p:nvSpPr>
        <p:spPr>
          <a:xfrm>
            <a:off x="115062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2" name="object 1082"/>
          <p:cNvSpPr/>
          <p:nvPr/>
        </p:nvSpPr>
        <p:spPr>
          <a:xfrm>
            <a:off x="115633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3" name="object 1083"/>
          <p:cNvSpPr/>
          <p:nvPr/>
        </p:nvSpPr>
        <p:spPr>
          <a:xfrm>
            <a:off x="116205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4" name="object 1084"/>
          <p:cNvSpPr/>
          <p:nvPr/>
        </p:nvSpPr>
        <p:spPr>
          <a:xfrm>
            <a:off x="116776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5" name="object 1085"/>
          <p:cNvSpPr/>
          <p:nvPr/>
        </p:nvSpPr>
        <p:spPr>
          <a:xfrm>
            <a:off x="117348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6" name="object 1086"/>
          <p:cNvSpPr/>
          <p:nvPr/>
        </p:nvSpPr>
        <p:spPr>
          <a:xfrm>
            <a:off x="117919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7" name="object 1087"/>
          <p:cNvSpPr/>
          <p:nvPr/>
        </p:nvSpPr>
        <p:spPr>
          <a:xfrm>
            <a:off x="118491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8" name="object 1088"/>
          <p:cNvSpPr/>
          <p:nvPr/>
        </p:nvSpPr>
        <p:spPr>
          <a:xfrm>
            <a:off x="1190625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9" name="object 1089"/>
          <p:cNvSpPr/>
          <p:nvPr/>
        </p:nvSpPr>
        <p:spPr>
          <a:xfrm>
            <a:off x="11963400" y="366712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0" name="object 1090"/>
          <p:cNvSpPr/>
          <p:nvPr/>
        </p:nvSpPr>
        <p:spPr>
          <a:xfrm>
            <a:off x="8191500" y="3667137"/>
            <a:ext cx="9525" cy="44450"/>
          </a:xfrm>
          <a:custGeom>
            <a:avLst/>
            <a:gdLst/>
            <a:ahLst/>
            <a:cxnLst/>
            <a:rect l="l" t="t" r="r" b="b"/>
            <a:pathLst>
              <a:path w="9525" h="44450">
                <a:moveTo>
                  <a:pt x="9525" y="34925"/>
                </a:moveTo>
                <a:lnTo>
                  <a:pt x="0" y="34925"/>
                </a:lnTo>
                <a:lnTo>
                  <a:pt x="0" y="44450"/>
                </a:lnTo>
                <a:lnTo>
                  <a:pt x="9525" y="44450"/>
                </a:lnTo>
                <a:lnTo>
                  <a:pt x="9525" y="34925"/>
                </a:lnTo>
                <a:close/>
              </a:path>
              <a:path w="9525" h="44450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1" name="object 1091"/>
          <p:cNvSpPr/>
          <p:nvPr/>
        </p:nvSpPr>
        <p:spPr>
          <a:xfrm>
            <a:off x="9105900" y="3667137"/>
            <a:ext cx="66675" cy="44450"/>
          </a:xfrm>
          <a:custGeom>
            <a:avLst/>
            <a:gdLst/>
            <a:ahLst/>
            <a:cxnLst/>
            <a:rect l="l" t="t" r="r" b="b"/>
            <a:pathLst>
              <a:path w="66675" h="44450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66675" h="44450">
                <a:moveTo>
                  <a:pt x="61912" y="34925"/>
                </a:moveTo>
                <a:lnTo>
                  <a:pt x="52387" y="34925"/>
                </a:lnTo>
                <a:lnTo>
                  <a:pt x="52387" y="44450"/>
                </a:lnTo>
                <a:lnTo>
                  <a:pt x="61912" y="44450"/>
                </a:lnTo>
                <a:lnTo>
                  <a:pt x="61912" y="34925"/>
                </a:lnTo>
                <a:close/>
              </a:path>
              <a:path w="66675" h="44450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2" name="object 1092"/>
          <p:cNvSpPr/>
          <p:nvPr/>
        </p:nvSpPr>
        <p:spPr>
          <a:xfrm>
            <a:off x="10077450" y="3667137"/>
            <a:ext cx="66675" cy="44450"/>
          </a:xfrm>
          <a:custGeom>
            <a:avLst/>
            <a:gdLst/>
            <a:ahLst/>
            <a:cxnLst/>
            <a:rect l="l" t="t" r="r" b="b"/>
            <a:pathLst>
              <a:path w="66675" h="44450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66675" h="44450">
                <a:moveTo>
                  <a:pt x="57150" y="34925"/>
                </a:moveTo>
                <a:lnTo>
                  <a:pt x="47625" y="34925"/>
                </a:lnTo>
                <a:lnTo>
                  <a:pt x="47625" y="44450"/>
                </a:lnTo>
                <a:lnTo>
                  <a:pt x="57150" y="44450"/>
                </a:lnTo>
                <a:lnTo>
                  <a:pt x="57150" y="34925"/>
                </a:lnTo>
                <a:close/>
              </a:path>
              <a:path w="66675" h="44450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3" name="object 1093"/>
          <p:cNvSpPr/>
          <p:nvPr/>
        </p:nvSpPr>
        <p:spPr>
          <a:xfrm>
            <a:off x="11049000" y="3667137"/>
            <a:ext cx="66675" cy="44450"/>
          </a:xfrm>
          <a:custGeom>
            <a:avLst/>
            <a:gdLst/>
            <a:ahLst/>
            <a:cxnLst/>
            <a:rect l="l" t="t" r="r" b="b"/>
            <a:pathLst>
              <a:path w="66675" h="44450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66675" h="44450">
                <a:moveTo>
                  <a:pt x="52387" y="34925"/>
                </a:moveTo>
                <a:lnTo>
                  <a:pt x="42862" y="34925"/>
                </a:lnTo>
                <a:lnTo>
                  <a:pt x="42862" y="44450"/>
                </a:lnTo>
                <a:lnTo>
                  <a:pt x="52387" y="44450"/>
                </a:lnTo>
                <a:lnTo>
                  <a:pt x="52387" y="34925"/>
                </a:lnTo>
                <a:close/>
              </a:path>
              <a:path w="66675" h="44450">
                <a:moveTo>
                  <a:pt x="66675" y="0"/>
                </a:moveTo>
                <a:lnTo>
                  <a:pt x="57150" y="0"/>
                </a:lnTo>
                <a:lnTo>
                  <a:pt x="57150" y="9525"/>
                </a:lnTo>
                <a:lnTo>
                  <a:pt x="66675" y="9525"/>
                </a:lnTo>
                <a:lnTo>
                  <a:pt x="6667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4" name="object 1094"/>
          <p:cNvSpPr/>
          <p:nvPr/>
        </p:nvSpPr>
        <p:spPr>
          <a:xfrm>
            <a:off x="12020550" y="3667137"/>
            <a:ext cx="47625" cy="44450"/>
          </a:xfrm>
          <a:custGeom>
            <a:avLst/>
            <a:gdLst/>
            <a:ahLst/>
            <a:cxnLst/>
            <a:rect l="l" t="t" r="r" b="b"/>
            <a:pathLst>
              <a:path w="47625" h="44450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  <a:path w="47625" h="44450">
                <a:moveTo>
                  <a:pt x="47625" y="34925"/>
                </a:moveTo>
                <a:lnTo>
                  <a:pt x="38100" y="34925"/>
                </a:lnTo>
                <a:lnTo>
                  <a:pt x="38100" y="44450"/>
                </a:lnTo>
                <a:lnTo>
                  <a:pt x="47625" y="44450"/>
                </a:lnTo>
                <a:lnTo>
                  <a:pt x="47625" y="349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5" name="object 1095"/>
          <p:cNvSpPr txBox="1"/>
          <p:nvPr/>
        </p:nvSpPr>
        <p:spPr>
          <a:xfrm>
            <a:off x="7659996" y="4791993"/>
            <a:ext cx="177800" cy="75692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275"/>
              </a:lnSpc>
            </a:pPr>
            <a:r>
              <a:rPr sz="1200" spc="-30" dirty="0">
                <a:solidFill>
                  <a:srgbClr val="252423"/>
                </a:solidFill>
                <a:latin typeface="Trebuchet MS"/>
                <a:cs typeface="Trebuchet MS"/>
              </a:rPr>
              <a:t>Sum</a:t>
            </a:r>
            <a:r>
              <a:rPr sz="1200" spc="-7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200" spc="-95" dirty="0">
                <a:solidFill>
                  <a:srgbClr val="252423"/>
                </a:solidFill>
                <a:latin typeface="Trebuchet MS"/>
                <a:cs typeface="Trebuchet MS"/>
              </a:rPr>
              <a:t>of</a:t>
            </a:r>
            <a:r>
              <a:rPr sz="1200" spc="-7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200" spc="-40" dirty="0">
                <a:solidFill>
                  <a:srgbClr val="252423"/>
                </a:solidFill>
                <a:latin typeface="Trebuchet MS"/>
                <a:cs typeface="Trebuchet MS"/>
              </a:rPr>
              <a:t>year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096" name="object 1096"/>
          <p:cNvSpPr/>
          <p:nvPr/>
        </p:nvSpPr>
        <p:spPr>
          <a:xfrm>
            <a:off x="8191500" y="587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7" name="object 1097"/>
          <p:cNvSpPr/>
          <p:nvPr/>
        </p:nvSpPr>
        <p:spPr>
          <a:xfrm>
            <a:off x="8191500" y="57594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8" name="object 1098"/>
          <p:cNvSpPr/>
          <p:nvPr/>
        </p:nvSpPr>
        <p:spPr>
          <a:xfrm>
            <a:off x="8191500" y="57023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9" name="object 1099"/>
          <p:cNvSpPr/>
          <p:nvPr/>
        </p:nvSpPr>
        <p:spPr>
          <a:xfrm>
            <a:off x="8191500" y="56451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0" name="object 1100"/>
          <p:cNvSpPr/>
          <p:nvPr/>
        </p:nvSpPr>
        <p:spPr>
          <a:xfrm>
            <a:off x="8191500" y="55880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1" name="object 1101"/>
          <p:cNvSpPr/>
          <p:nvPr/>
        </p:nvSpPr>
        <p:spPr>
          <a:xfrm>
            <a:off x="8191500" y="5530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2" name="object 1102"/>
          <p:cNvSpPr/>
          <p:nvPr/>
        </p:nvSpPr>
        <p:spPr>
          <a:xfrm>
            <a:off x="8191500" y="54737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3" name="object 1103"/>
          <p:cNvSpPr/>
          <p:nvPr/>
        </p:nvSpPr>
        <p:spPr>
          <a:xfrm>
            <a:off x="8191500" y="53022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4" name="object 1104"/>
          <p:cNvSpPr/>
          <p:nvPr/>
        </p:nvSpPr>
        <p:spPr>
          <a:xfrm>
            <a:off x="8191500" y="52451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5" name="object 1105"/>
          <p:cNvSpPr/>
          <p:nvPr/>
        </p:nvSpPr>
        <p:spPr>
          <a:xfrm>
            <a:off x="8191500" y="51879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6" name="object 1106"/>
          <p:cNvSpPr/>
          <p:nvPr/>
        </p:nvSpPr>
        <p:spPr>
          <a:xfrm>
            <a:off x="8191500" y="51308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7" name="object 1107"/>
          <p:cNvSpPr/>
          <p:nvPr/>
        </p:nvSpPr>
        <p:spPr>
          <a:xfrm>
            <a:off x="8191500" y="50736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8" name="object 1108"/>
          <p:cNvSpPr/>
          <p:nvPr/>
        </p:nvSpPr>
        <p:spPr>
          <a:xfrm>
            <a:off x="8191500" y="50165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9" name="object 1109"/>
          <p:cNvSpPr/>
          <p:nvPr/>
        </p:nvSpPr>
        <p:spPr>
          <a:xfrm>
            <a:off x="8191500" y="48450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0" name="object 1110"/>
          <p:cNvSpPr/>
          <p:nvPr/>
        </p:nvSpPr>
        <p:spPr>
          <a:xfrm>
            <a:off x="8191500" y="47879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1" name="object 1111"/>
          <p:cNvSpPr/>
          <p:nvPr/>
        </p:nvSpPr>
        <p:spPr>
          <a:xfrm>
            <a:off x="8191500" y="4730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2" name="object 1112"/>
          <p:cNvSpPr/>
          <p:nvPr/>
        </p:nvSpPr>
        <p:spPr>
          <a:xfrm>
            <a:off x="8191500" y="46736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3" name="object 1113"/>
          <p:cNvSpPr/>
          <p:nvPr/>
        </p:nvSpPr>
        <p:spPr>
          <a:xfrm>
            <a:off x="8191500" y="46164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4" name="object 1114"/>
          <p:cNvSpPr/>
          <p:nvPr/>
        </p:nvSpPr>
        <p:spPr>
          <a:xfrm>
            <a:off x="8191500" y="44450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5" name="object 1115"/>
          <p:cNvSpPr/>
          <p:nvPr/>
        </p:nvSpPr>
        <p:spPr>
          <a:xfrm>
            <a:off x="8191500" y="4387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6" name="object 1116"/>
          <p:cNvSpPr/>
          <p:nvPr/>
        </p:nvSpPr>
        <p:spPr>
          <a:xfrm>
            <a:off x="8191500" y="43307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7" name="object 1117"/>
          <p:cNvSpPr/>
          <p:nvPr/>
        </p:nvSpPr>
        <p:spPr>
          <a:xfrm>
            <a:off x="8191500" y="4273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8" name="object 1118"/>
          <p:cNvSpPr/>
          <p:nvPr/>
        </p:nvSpPr>
        <p:spPr>
          <a:xfrm>
            <a:off x="8191500" y="42164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9" name="object 1119"/>
          <p:cNvSpPr/>
          <p:nvPr/>
        </p:nvSpPr>
        <p:spPr>
          <a:xfrm>
            <a:off x="8191500" y="41592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0" name="object 1120"/>
          <p:cNvSpPr/>
          <p:nvPr/>
        </p:nvSpPr>
        <p:spPr>
          <a:xfrm>
            <a:off x="8191500" y="39878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1" name="object 1121"/>
          <p:cNvSpPr/>
          <p:nvPr/>
        </p:nvSpPr>
        <p:spPr>
          <a:xfrm>
            <a:off x="8191500" y="39306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2" name="object 1122"/>
          <p:cNvSpPr/>
          <p:nvPr/>
        </p:nvSpPr>
        <p:spPr>
          <a:xfrm>
            <a:off x="8191500" y="38735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3" name="object 1123"/>
          <p:cNvSpPr/>
          <p:nvPr/>
        </p:nvSpPr>
        <p:spPr>
          <a:xfrm>
            <a:off x="8191500" y="38163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4" name="object 1124"/>
          <p:cNvSpPr/>
          <p:nvPr/>
        </p:nvSpPr>
        <p:spPr>
          <a:xfrm>
            <a:off x="8191500" y="37592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5" name="object 1125"/>
          <p:cNvSpPr txBox="1"/>
          <p:nvPr/>
        </p:nvSpPr>
        <p:spPr>
          <a:xfrm>
            <a:off x="8101409" y="6699250"/>
            <a:ext cx="1898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0M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126" name="object 1126"/>
          <p:cNvSpPr/>
          <p:nvPr/>
        </p:nvSpPr>
        <p:spPr>
          <a:xfrm>
            <a:off x="9158288" y="5930912"/>
            <a:ext cx="9525" cy="409575"/>
          </a:xfrm>
          <a:custGeom>
            <a:avLst/>
            <a:gdLst/>
            <a:ahLst/>
            <a:cxnLst/>
            <a:rect l="l" t="t" r="r" b="b"/>
            <a:pathLst>
              <a:path w="9525" h="409575">
                <a:moveTo>
                  <a:pt x="9525" y="400050"/>
                </a:moveTo>
                <a:lnTo>
                  <a:pt x="0" y="400050"/>
                </a:lnTo>
                <a:lnTo>
                  <a:pt x="0" y="409575"/>
                </a:lnTo>
                <a:lnTo>
                  <a:pt x="9525" y="409575"/>
                </a:lnTo>
                <a:lnTo>
                  <a:pt x="9525" y="400050"/>
                </a:lnTo>
                <a:close/>
              </a:path>
              <a:path w="9525" h="409575">
                <a:moveTo>
                  <a:pt x="9525" y="342900"/>
                </a:moveTo>
                <a:lnTo>
                  <a:pt x="0" y="342900"/>
                </a:lnTo>
                <a:lnTo>
                  <a:pt x="0" y="352425"/>
                </a:lnTo>
                <a:lnTo>
                  <a:pt x="9525" y="352425"/>
                </a:lnTo>
                <a:lnTo>
                  <a:pt x="9525" y="342900"/>
                </a:lnTo>
                <a:close/>
              </a:path>
              <a:path w="9525" h="409575">
                <a:moveTo>
                  <a:pt x="9525" y="285750"/>
                </a:moveTo>
                <a:lnTo>
                  <a:pt x="0" y="285750"/>
                </a:lnTo>
                <a:lnTo>
                  <a:pt x="0" y="295275"/>
                </a:lnTo>
                <a:lnTo>
                  <a:pt x="9525" y="295275"/>
                </a:lnTo>
                <a:lnTo>
                  <a:pt x="9525" y="285750"/>
                </a:lnTo>
                <a:close/>
              </a:path>
              <a:path w="9525" h="409575">
                <a:moveTo>
                  <a:pt x="9525" y="228600"/>
                </a:moveTo>
                <a:lnTo>
                  <a:pt x="0" y="228600"/>
                </a:lnTo>
                <a:lnTo>
                  <a:pt x="0" y="238125"/>
                </a:lnTo>
                <a:lnTo>
                  <a:pt x="9525" y="238125"/>
                </a:lnTo>
                <a:lnTo>
                  <a:pt x="9525" y="228600"/>
                </a:lnTo>
                <a:close/>
              </a:path>
              <a:path w="9525" h="409575">
                <a:moveTo>
                  <a:pt x="9525" y="171450"/>
                </a:moveTo>
                <a:lnTo>
                  <a:pt x="0" y="171450"/>
                </a:lnTo>
                <a:lnTo>
                  <a:pt x="0" y="180975"/>
                </a:lnTo>
                <a:lnTo>
                  <a:pt x="9525" y="180975"/>
                </a:lnTo>
                <a:lnTo>
                  <a:pt x="9525" y="171450"/>
                </a:lnTo>
                <a:close/>
              </a:path>
              <a:path w="9525" h="409575">
                <a:moveTo>
                  <a:pt x="9525" y="114300"/>
                </a:moveTo>
                <a:lnTo>
                  <a:pt x="0" y="114300"/>
                </a:lnTo>
                <a:lnTo>
                  <a:pt x="0" y="123825"/>
                </a:lnTo>
                <a:lnTo>
                  <a:pt x="9525" y="123825"/>
                </a:lnTo>
                <a:lnTo>
                  <a:pt x="9525" y="114300"/>
                </a:lnTo>
                <a:close/>
              </a:path>
              <a:path w="9525" h="409575">
                <a:moveTo>
                  <a:pt x="9525" y="57150"/>
                </a:moveTo>
                <a:lnTo>
                  <a:pt x="0" y="57150"/>
                </a:lnTo>
                <a:lnTo>
                  <a:pt x="0" y="66675"/>
                </a:lnTo>
                <a:lnTo>
                  <a:pt x="9525" y="66675"/>
                </a:lnTo>
                <a:lnTo>
                  <a:pt x="9525" y="57150"/>
                </a:lnTo>
                <a:close/>
              </a:path>
              <a:path w="9525" h="409575">
                <a:moveTo>
                  <a:pt x="9525" y="0"/>
                </a:moveTo>
                <a:lnTo>
                  <a:pt x="0" y="0"/>
                </a:lnTo>
                <a:lnTo>
                  <a:pt x="0" y="9525"/>
                </a:lnTo>
                <a:lnTo>
                  <a:pt x="9525" y="9525"/>
                </a:lnTo>
                <a:lnTo>
                  <a:pt x="9525" y="0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7" name="object 1127"/>
          <p:cNvSpPr/>
          <p:nvPr/>
        </p:nvSpPr>
        <p:spPr>
          <a:xfrm>
            <a:off x="9158287" y="587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8" name="object 1128"/>
          <p:cNvSpPr/>
          <p:nvPr/>
        </p:nvSpPr>
        <p:spPr>
          <a:xfrm>
            <a:off x="9158287" y="57594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9" name="object 1129"/>
          <p:cNvSpPr/>
          <p:nvPr/>
        </p:nvSpPr>
        <p:spPr>
          <a:xfrm>
            <a:off x="9158287" y="57023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0" name="object 1130"/>
          <p:cNvSpPr/>
          <p:nvPr/>
        </p:nvSpPr>
        <p:spPr>
          <a:xfrm>
            <a:off x="9158287" y="56451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1" name="object 1131"/>
          <p:cNvSpPr/>
          <p:nvPr/>
        </p:nvSpPr>
        <p:spPr>
          <a:xfrm>
            <a:off x="9158287" y="55880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2" name="object 1132"/>
          <p:cNvSpPr/>
          <p:nvPr/>
        </p:nvSpPr>
        <p:spPr>
          <a:xfrm>
            <a:off x="9158287" y="5530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3" name="object 1133"/>
          <p:cNvSpPr/>
          <p:nvPr/>
        </p:nvSpPr>
        <p:spPr>
          <a:xfrm>
            <a:off x="9158287" y="54737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4" name="object 1134"/>
          <p:cNvSpPr/>
          <p:nvPr/>
        </p:nvSpPr>
        <p:spPr>
          <a:xfrm>
            <a:off x="9158287" y="53022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5" name="object 1135"/>
          <p:cNvSpPr/>
          <p:nvPr/>
        </p:nvSpPr>
        <p:spPr>
          <a:xfrm>
            <a:off x="9158287" y="52451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6" name="object 1136"/>
          <p:cNvSpPr/>
          <p:nvPr/>
        </p:nvSpPr>
        <p:spPr>
          <a:xfrm>
            <a:off x="9158287" y="51879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7" name="object 1137"/>
          <p:cNvSpPr/>
          <p:nvPr/>
        </p:nvSpPr>
        <p:spPr>
          <a:xfrm>
            <a:off x="9158287" y="51308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8" name="object 1138"/>
          <p:cNvSpPr/>
          <p:nvPr/>
        </p:nvSpPr>
        <p:spPr>
          <a:xfrm>
            <a:off x="9158287" y="50736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9" name="object 1139"/>
          <p:cNvSpPr/>
          <p:nvPr/>
        </p:nvSpPr>
        <p:spPr>
          <a:xfrm>
            <a:off x="9158287" y="50165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0" name="object 1140"/>
          <p:cNvSpPr/>
          <p:nvPr/>
        </p:nvSpPr>
        <p:spPr>
          <a:xfrm>
            <a:off x="9158287" y="48450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1" name="object 1141"/>
          <p:cNvSpPr/>
          <p:nvPr/>
        </p:nvSpPr>
        <p:spPr>
          <a:xfrm>
            <a:off x="9158287" y="47879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2" name="object 1142"/>
          <p:cNvSpPr/>
          <p:nvPr/>
        </p:nvSpPr>
        <p:spPr>
          <a:xfrm>
            <a:off x="9158287" y="4730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3" name="object 1143"/>
          <p:cNvSpPr/>
          <p:nvPr/>
        </p:nvSpPr>
        <p:spPr>
          <a:xfrm>
            <a:off x="9158287" y="46736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4" name="object 1144"/>
          <p:cNvSpPr/>
          <p:nvPr/>
        </p:nvSpPr>
        <p:spPr>
          <a:xfrm>
            <a:off x="9158287" y="46164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5" name="object 1145"/>
          <p:cNvSpPr/>
          <p:nvPr/>
        </p:nvSpPr>
        <p:spPr>
          <a:xfrm>
            <a:off x="9158287" y="44450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6" name="object 1146"/>
          <p:cNvSpPr/>
          <p:nvPr/>
        </p:nvSpPr>
        <p:spPr>
          <a:xfrm>
            <a:off x="9158287" y="4387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7" name="object 1147"/>
          <p:cNvSpPr/>
          <p:nvPr/>
        </p:nvSpPr>
        <p:spPr>
          <a:xfrm>
            <a:off x="9158287" y="43307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8" name="object 1148"/>
          <p:cNvSpPr/>
          <p:nvPr/>
        </p:nvSpPr>
        <p:spPr>
          <a:xfrm>
            <a:off x="9158287" y="4273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9" name="object 1149"/>
          <p:cNvSpPr/>
          <p:nvPr/>
        </p:nvSpPr>
        <p:spPr>
          <a:xfrm>
            <a:off x="9158287" y="42164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0" name="object 1150"/>
          <p:cNvSpPr/>
          <p:nvPr/>
        </p:nvSpPr>
        <p:spPr>
          <a:xfrm>
            <a:off x="9158287" y="41592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1" name="object 1151"/>
          <p:cNvSpPr/>
          <p:nvPr/>
        </p:nvSpPr>
        <p:spPr>
          <a:xfrm>
            <a:off x="9158287" y="38735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2" name="object 1152"/>
          <p:cNvSpPr/>
          <p:nvPr/>
        </p:nvSpPr>
        <p:spPr>
          <a:xfrm>
            <a:off x="9158287" y="38163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3" name="object 1153"/>
          <p:cNvSpPr/>
          <p:nvPr/>
        </p:nvSpPr>
        <p:spPr>
          <a:xfrm>
            <a:off x="9158287" y="37592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4" name="object 1154"/>
          <p:cNvSpPr txBox="1"/>
          <p:nvPr/>
        </p:nvSpPr>
        <p:spPr>
          <a:xfrm>
            <a:off x="9037389" y="6699250"/>
            <a:ext cx="2514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20M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155" name="object 1155"/>
          <p:cNvSpPr/>
          <p:nvPr/>
        </p:nvSpPr>
        <p:spPr>
          <a:xfrm>
            <a:off x="10125075" y="66167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6" name="object 1156"/>
          <p:cNvSpPr/>
          <p:nvPr/>
        </p:nvSpPr>
        <p:spPr>
          <a:xfrm>
            <a:off x="10125075" y="6559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7" name="object 1157"/>
          <p:cNvSpPr/>
          <p:nvPr/>
        </p:nvSpPr>
        <p:spPr>
          <a:xfrm>
            <a:off x="10125075" y="65024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8" name="object 1158"/>
          <p:cNvSpPr/>
          <p:nvPr/>
        </p:nvSpPr>
        <p:spPr>
          <a:xfrm>
            <a:off x="10125075" y="64452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9" name="object 1159"/>
          <p:cNvSpPr/>
          <p:nvPr/>
        </p:nvSpPr>
        <p:spPr>
          <a:xfrm>
            <a:off x="10125075" y="63881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0" name="object 1160"/>
          <p:cNvSpPr/>
          <p:nvPr/>
        </p:nvSpPr>
        <p:spPr>
          <a:xfrm>
            <a:off x="10125075" y="63309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1" name="object 1161"/>
          <p:cNvSpPr/>
          <p:nvPr/>
        </p:nvSpPr>
        <p:spPr>
          <a:xfrm>
            <a:off x="10125075" y="61595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2" name="object 1162"/>
          <p:cNvSpPr/>
          <p:nvPr/>
        </p:nvSpPr>
        <p:spPr>
          <a:xfrm>
            <a:off x="10125075" y="61023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3" name="object 1163"/>
          <p:cNvSpPr/>
          <p:nvPr/>
        </p:nvSpPr>
        <p:spPr>
          <a:xfrm>
            <a:off x="10125075" y="60452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4" name="object 1164"/>
          <p:cNvSpPr/>
          <p:nvPr/>
        </p:nvSpPr>
        <p:spPr>
          <a:xfrm>
            <a:off x="10125075" y="59880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5" name="object 1165"/>
          <p:cNvSpPr/>
          <p:nvPr/>
        </p:nvSpPr>
        <p:spPr>
          <a:xfrm>
            <a:off x="10125075" y="59309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6" name="object 1166"/>
          <p:cNvSpPr/>
          <p:nvPr/>
        </p:nvSpPr>
        <p:spPr>
          <a:xfrm>
            <a:off x="10125075" y="587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7" name="object 1167"/>
          <p:cNvSpPr/>
          <p:nvPr/>
        </p:nvSpPr>
        <p:spPr>
          <a:xfrm>
            <a:off x="10125075" y="57594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8" name="object 1168"/>
          <p:cNvSpPr/>
          <p:nvPr/>
        </p:nvSpPr>
        <p:spPr>
          <a:xfrm>
            <a:off x="10125075" y="57023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9" name="object 1169"/>
          <p:cNvSpPr/>
          <p:nvPr/>
        </p:nvSpPr>
        <p:spPr>
          <a:xfrm>
            <a:off x="10125075" y="56451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0" name="object 1170"/>
          <p:cNvSpPr/>
          <p:nvPr/>
        </p:nvSpPr>
        <p:spPr>
          <a:xfrm>
            <a:off x="10125075" y="55880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1" name="object 1171"/>
          <p:cNvSpPr/>
          <p:nvPr/>
        </p:nvSpPr>
        <p:spPr>
          <a:xfrm>
            <a:off x="10125075" y="5530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2" name="object 1172"/>
          <p:cNvSpPr/>
          <p:nvPr/>
        </p:nvSpPr>
        <p:spPr>
          <a:xfrm>
            <a:off x="10125075" y="54737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3" name="object 1173"/>
          <p:cNvSpPr/>
          <p:nvPr/>
        </p:nvSpPr>
        <p:spPr>
          <a:xfrm>
            <a:off x="10125075" y="53022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4" name="object 1174"/>
          <p:cNvSpPr/>
          <p:nvPr/>
        </p:nvSpPr>
        <p:spPr>
          <a:xfrm>
            <a:off x="10125075" y="52451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5" name="object 1175"/>
          <p:cNvSpPr/>
          <p:nvPr/>
        </p:nvSpPr>
        <p:spPr>
          <a:xfrm>
            <a:off x="10125075" y="51879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6" name="object 1176"/>
          <p:cNvSpPr/>
          <p:nvPr/>
        </p:nvSpPr>
        <p:spPr>
          <a:xfrm>
            <a:off x="10125075" y="51308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7" name="object 1177"/>
          <p:cNvSpPr/>
          <p:nvPr/>
        </p:nvSpPr>
        <p:spPr>
          <a:xfrm>
            <a:off x="10125075" y="50736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8" name="object 1178"/>
          <p:cNvSpPr/>
          <p:nvPr/>
        </p:nvSpPr>
        <p:spPr>
          <a:xfrm>
            <a:off x="10125075" y="50165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9" name="object 1179"/>
          <p:cNvSpPr/>
          <p:nvPr/>
        </p:nvSpPr>
        <p:spPr>
          <a:xfrm>
            <a:off x="10125075" y="48450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0" name="object 1180"/>
          <p:cNvSpPr/>
          <p:nvPr/>
        </p:nvSpPr>
        <p:spPr>
          <a:xfrm>
            <a:off x="10125075" y="47879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1" name="object 1181"/>
          <p:cNvSpPr/>
          <p:nvPr/>
        </p:nvSpPr>
        <p:spPr>
          <a:xfrm>
            <a:off x="10125075" y="4730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2" name="object 1182"/>
          <p:cNvSpPr/>
          <p:nvPr/>
        </p:nvSpPr>
        <p:spPr>
          <a:xfrm>
            <a:off x="10125075" y="46736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3" name="object 1183"/>
          <p:cNvSpPr/>
          <p:nvPr/>
        </p:nvSpPr>
        <p:spPr>
          <a:xfrm>
            <a:off x="10125075" y="46164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4" name="object 1184"/>
          <p:cNvSpPr/>
          <p:nvPr/>
        </p:nvSpPr>
        <p:spPr>
          <a:xfrm>
            <a:off x="10125075" y="44450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5" name="object 1185"/>
          <p:cNvSpPr/>
          <p:nvPr/>
        </p:nvSpPr>
        <p:spPr>
          <a:xfrm>
            <a:off x="10125075" y="4387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6" name="object 1186"/>
          <p:cNvSpPr/>
          <p:nvPr/>
        </p:nvSpPr>
        <p:spPr>
          <a:xfrm>
            <a:off x="10125075" y="43307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7" name="object 1187"/>
          <p:cNvSpPr/>
          <p:nvPr/>
        </p:nvSpPr>
        <p:spPr>
          <a:xfrm>
            <a:off x="10125075" y="4273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8" name="object 1188"/>
          <p:cNvSpPr/>
          <p:nvPr/>
        </p:nvSpPr>
        <p:spPr>
          <a:xfrm>
            <a:off x="10125075" y="42164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9" name="object 1189"/>
          <p:cNvSpPr/>
          <p:nvPr/>
        </p:nvSpPr>
        <p:spPr>
          <a:xfrm>
            <a:off x="10125075" y="41592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0" name="object 1190"/>
          <p:cNvSpPr/>
          <p:nvPr/>
        </p:nvSpPr>
        <p:spPr>
          <a:xfrm>
            <a:off x="10125075" y="39878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1" name="object 1191"/>
          <p:cNvSpPr/>
          <p:nvPr/>
        </p:nvSpPr>
        <p:spPr>
          <a:xfrm>
            <a:off x="10125075" y="39306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2" name="object 1192"/>
          <p:cNvSpPr/>
          <p:nvPr/>
        </p:nvSpPr>
        <p:spPr>
          <a:xfrm>
            <a:off x="10125075" y="38735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3" name="object 1193"/>
          <p:cNvSpPr/>
          <p:nvPr/>
        </p:nvSpPr>
        <p:spPr>
          <a:xfrm>
            <a:off x="10125075" y="38163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4" name="object 1194"/>
          <p:cNvSpPr/>
          <p:nvPr/>
        </p:nvSpPr>
        <p:spPr>
          <a:xfrm>
            <a:off x="10125075" y="37592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5" name="object 1195"/>
          <p:cNvSpPr txBox="1"/>
          <p:nvPr/>
        </p:nvSpPr>
        <p:spPr>
          <a:xfrm>
            <a:off x="9589690" y="6699250"/>
            <a:ext cx="1071245" cy="351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" algn="ctr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40M</a:t>
            </a:r>
            <a:endParaRPr sz="90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sz="1200" spc="-30" dirty="0">
                <a:solidFill>
                  <a:srgbClr val="252423"/>
                </a:solidFill>
                <a:latin typeface="Trebuchet MS"/>
                <a:cs typeface="Trebuchet MS"/>
              </a:rPr>
              <a:t>Sum</a:t>
            </a:r>
            <a:r>
              <a:rPr sz="1200" spc="-7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200" spc="-95" dirty="0">
                <a:solidFill>
                  <a:srgbClr val="252423"/>
                </a:solidFill>
                <a:latin typeface="Trebuchet MS"/>
                <a:cs typeface="Trebuchet MS"/>
              </a:rPr>
              <a:t>of</a:t>
            </a:r>
            <a:r>
              <a:rPr sz="1200" spc="-7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200" spc="-65" dirty="0">
                <a:solidFill>
                  <a:srgbClr val="252423"/>
                </a:solidFill>
                <a:latin typeface="Trebuchet MS"/>
                <a:cs typeface="Trebuchet MS"/>
              </a:rPr>
              <a:t>totvotpoll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196" name="object 1196"/>
          <p:cNvSpPr/>
          <p:nvPr/>
        </p:nvSpPr>
        <p:spPr>
          <a:xfrm>
            <a:off x="11091863" y="66167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7" name="object 1197"/>
          <p:cNvSpPr/>
          <p:nvPr/>
        </p:nvSpPr>
        <p:spPr>
          <a:xfrm>
            <a:off x="11091863" y="6559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8" name="object 1198"/>
          <p:cNvSpPr/>
          <p:nvPr/>
        </p:nvSpPr>
        <p:spPr>
          <a:xfrm>
            <a:off x="11091863" y="65024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9" name="object 1199"/>
          <p:cNvSpPr/>
          <p:nvPr/>
        </p:nvSpPr>
        <p:spPr>
          <a:xfrm>
            <a:off x="11091863" y="64452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0" name="object 1200"/>
          <p:cNvSpPr/>
          <p:nvPr/>
        </p:nvSpPr>
        <p:spPr>
          <a:xfrm>
            <a:off x="11091863" y="63881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1" name="object 1201"/>
          <p:cNvSpPr/>
          <p:nvPr/>
        </p:nvSpPr>
        <p:spPr>
          <a:xfrm>
            <a:off x="11091863" y="63309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2" name="object 1202"/>
          <p:cNvSpPr/>
          <p:nvPr/>
        </p:nvSpPr>
        <p:spPr>
          <a:xfrm>
            <a:off x="11091863" y="61595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3" name="object 1203"/>
          <p:cNvSpPr/>
          <p:nvPr/>
        </p:nvSpPr>
        <p:spPr>
          <a:xfrm>
            <a:off x="11091863" y="61023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4" name="object 1204"/>
          <p:cNvSpPr/>
          <p:nvPr/>
        </p:nvSpPr>
        <p:spPr>
          <a:xfrm>
            <a:off x="11091863" y="60452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5" name="object 1205"/>
          <p:cNvSpPr/>
          <p:nvPr/>
        </p:nvSpPr>
        <p:spPr>
          <a:xfrm>
            <a:off x="11091863" y="59880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6" name="object 1206"/>
          <p:cNvSpPr/>
          <p:nvPr/>
        </p:nvSpPr>
        <p:spPr>
          <a:xfrm>
            <a:off x="11091863" y="59309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7" name="object 1207"/>
          <p:cNvSpPr/>
          <p:nvPr/>
        </p:nvSpPr>
        <p:spPr>
          <a:xfrm>
            <a:off x="11091863" y="587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8" name="object 1208"/>
          <p:cNvSpPr/>
          <p:nvPr/>
        </p:nvSpPr>
        <p:spPr>
          <a:xfrm>
            <a:off x="11091863" y="57594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9" name="object 1209"/>
          <p:cNvSpPr/>
          <p:nvPr/>
        </p:nvSpPr>
        <p:spPr>
          <a:xfrm>
            <a:off x="11091863" y="57023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0" name="object 1210"/>
          <p:cNvSpPr/>
          <p:nvPr/>
        </p:nvSpPr>
        <p:spPr>
          <a:xfrm>
            <a:off x="11091863" y="56451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1" name="object 1211"/>
          <p:cNvSpPr/>
          <p:nvPr/>
        </p:nvSpPr>
        <p:spPr>
          <a:xfrm>
            <a:off x="11091863" y="55880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2" name="object 1212"/>
          <p:cNvSpPr/>
          <p:nvPr/>
        </p:nvSpPr>
        <p:spPr>
          <a:xfrm>
            <a:off x="11091863" y="5530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3" name="object 1213"/>
          <p:cNvSpPr/>
          <p:nvPr/>
        </p:nvSpPr>
        <p:spPr>
          <a:xfrm>
            <a:off x="11091863" y="54737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4" name="object 1214"/>
          <p:cNvSpPr/>
          <p:nvPr/>
        </p:nvSpPr>
        <p:spPr>
          <a:xfrm>
            <a:off x="11091863" y="53022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5" name="object 1215"/>
          <p:cNvSpPr/>
          <p:nvPr/>
        </p:nvSpPr>
        <p:spPr>
          <a:xfrm>
            <a:off x="11091863" y="52451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6" name="object 1216"/>
          <p:cNvSpPr/>
          <p:nvPr/>
        </p:nvSpPr>
        <p:spPr>
          <a:xfrm>
            <a:off x="11091863" y="51879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7" name="object 1217"/>
          <p:cNvSpPr/>
          <p:nvPr/>
        </p:nvSpPr>
        <p:spPr>
          <a:xfrm>
            <a:off x="11091863" y="51308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8" name="object 1218"/>
          <p:cNvSpPr/>
          <p:nvPr/>
        </p:nvSpPr>
        <p:spPr>
          <a:xfrm>
            <a:off x="11091863" y="50736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9" name="object 1219"/>
          <p:cNvSpPr/>
          <p:nvPr/>
        </p:nvSpPr>
        <p:spPr>
          <a:xfrm>
            <a:off x="11091863" y="50165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0" name="object 1220"/>
          <p:cNvSpPr/>
          <p:nvPr/>
        </p:nvSpPr>
        <p:spPr>
          <a:xfrm>
            <a:off x="11091863" y="48450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1" name="object 1221"/>
          <p:cNvSpPr/>
          <p:nvPr/>
        </p:nvSpPr>
        <p:spPr>
          <a:xfrm>
            <a:off x="11091863" y="47879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2" name="object 1222"/>
          <p:cNvSpPr/>
          <p:nvPr/>
        </p:nvSpPr>
        <p:spPr>
          <a:xfrm>
            <a:off x="11091863" y="4730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3" name="object 1223"/>
          <p:cNvSpPr/>
          <p:nvPr/>
        </p:nvSpPr>
        <p:spPr>
          <a:xfrm>
            <a:off x="11091863" y="46736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4" name="object 1224"/>
          <p:cNvSpPr/>
          <p:nvPr/>
        </p:nvSpPr>
        <p:spPr>
          <a:xfrm>
            <a:off x="11091863" y="46164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5" name="object 1225"/>
          <p:cNvSpPr/>
          <p:nvPr/>
        </p:nvSpPr>
        <p:spPr>
          <a:xfrm>
            <a:off x="11091863" y="44450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6" name="object 1226"/>
          <p:cNvSpPr/>
          <p:nvPr/>
        </p:nvSpPr>
        <p:spPr>
          <a:xfrm>
            <a:off x="11091863" y="4387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7" name="object 1227"/>
          <p:cNvSpPr/>
          <p:nvPr/>
        </p:nvSpPr>
        <p:spPr>
          <a:xfrm>
            <a:off x="11091863" y="43307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8" name="object 1228"/>
          <p:cNvSpPr/>
          <p:nvPr/>
        </p:nvSpPr>
        <p:spPr>
          <a:xfrm>
            <a:off x="11091863" y="4273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9" name="object 1229"/>
          <p:cNvSpPr/>
          <p:nvPr/>
        </p:nvSpPr>
        <p:spPr>
          <a:xfrm>
            <a:off x="11091863" y="42164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0" name="object 1230"/>
          <p:cNvSpPr/>
          <p:nvPr/>
        </p:nvSpPr>
        <p:spPr>
          <a:xfrm>
            <a:off x="11091863" y="41592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1" name="object 1231"/>
          <p:cNvSpPr/>
          <p:nvPr/>
        </p:nvSpPr>
        <p:spPr>
          <a:xfrm>
            <a:off x="11091863" y="39878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2" name="object 1232"/>
          <p:cNvSpPr/>
          <p:nvPr/>
        </p:nvSpPr>
        <p:spPr>
          <a:xfrm>
            <a:off x="11091863" y="39306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3" name="object 1233"/>
          <p:cNvSpPr/>
          <p:nvPr/>
        </p:nvSpPr>
        <p:spPr>
          <a:xfrm>
            <a:off x="11091863" y="38735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4" name="object 1234"/>
          <p:cNvSpPr/>
          <p:nvPr/>
        </p:nvSpPr>
        <p:spPr>
          <a:xfrm>
            <a:off x="11091863" y="38163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5" name="object 1235"/>
          <p:cNvSpPr/>
          <p:nvPr/>
        </p:nvSpPr>
        <p:spPr>
          <a:xfrm>
            <a:off x="11091863" y="37592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6" name="object 1236"/>
          <p:cNvSpPr txBox="1"/>
          <p:nvPr/>
        </p:nvSpPr>
        <p:spPr>
          <a:xfrm>
            <a:off x="10970965" y="6699250"/>
            <a:ext cx="2514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60M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237" name="object 1237"/>
          <p:cNvSpPr/>
          <p:nvPr/>
        </p:nvSpPr>
        <p:spPr>
          <a:xfrm>
            <a:off x="12058650" y="66167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8" name="object 1238"/>
          <p:cNvSpPr/>
          <p:nvPr/>
        </p:nvSpPr>
        <p:spPr>
          <a:xfrm>
            <a:off x="12058650" y="6559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9" name="object 1239"/>
          <p:cNvSpPr/>
          <p:nvPr/>
        </p:nvSpPr>
        <p:spPr>
          <a:xfrm>
            <a:off x="12058650" y="65024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0" name="object 1240"/>
          <p:cNvSpPr/>
          <p:nvPr/>
        </p:nvSpPr>
        <p:spPr>
          <a:xfrm>
            <a:off x="12058650" y="64452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1" name="object 1241"/>
          <p:cNvSpPr/>
          <p:nvPr/>
        </p:nvSpPr>
        <p:spPr>
          <a:xfrm>
            <a:off x="12058650" y="63881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2" name="object 1242"/>
          <p:cNvSpPr/>
          <p:nvPr/>
        </p:nvSpPr>
        <p:spPr>
          <a:xfrm>
            <a:off x="12058650" y="63309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3" name="object 1243"/>
          <p:cNvSpPr/>
          <p:nvPr/>
        </p:nvSpPr>
        <p:spPr>
          <a:xfrm>
            <a:off x="12058650" y="61595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4" name="object 1244"/>
          <p:cNvSpPr/>
          <p:nvPr/>
        </p:nvSpPr>
        <p:spPr>
          <a:xfrm>
            <a:off x="12058650" y="61023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5" name="object 1245"/>
          <p:cNvSpPr/>
          <p:nvPr/>
        </p:nvSpPr>
        <p:spPr>
          <a:xfrm>
            <a:off x="12058650" y="60452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6" name="object 1246"/>
          <p:cNvSpPr/>
          <p:nvPr/>
        </p:nvSpPr>
        <p:spPr>
          <a:xfrm>
            <a:off x="12058650" y="59880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7" name="object 1247"/>
          <p:cNvSpPr/>
          <p:nvPr/>
        </p:nvSpPr>
        <p:spPr>
          <a:xfrm>
            <a:off x="12058650" y="59309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8" name="object 1248"/>
          <p:cNvSpPr/>
          <p:nvPr/>
        </p:nvSpPr>
        <p:spPr>
          <a:xfrm>
            <a:off x="12058650" y="5873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9" name="object 1249"/>
          <p:cNvSpPr/>
          <p:nvPr/>
        </p:nvSpPr>
        <p:spPr>
          <a:xfrm>
            <a:off x="12058650" y="57594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0" name="object 1250"/>
          <p:cNvSpPr/>
          <p:nvPr/>
        </p:nvSpPr>
        <p:spPr>
          <a:xfrm>
            <a:off x="12058650" y="57023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1" name="object 1251"/>
          <p:cNvSpPr/>
          <p:nvPr/>
        </p:nvSpPr>
        <p:spPr>
          <a:xfrm>
            <a:off x="12058650" y="56451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2" name="object 1252"/>
          <p:cNvSpPr/>
          <p:nvPr/>
        </p:nvSpPr>
        <p:spPr>
          <a:xfrm>
            <a:off x="12058650" y="55880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3" name="object 1253"/>
          <p:cNvSpPr/>
          <p:nvPr/>
        </p:nvSpPr>
        <p:spPr>
          <a:xfrm>
            <a:off x="12058650" y="5530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4" name="object 1254"/>
          <p:cNvSpPr/>
          <p:nvPr/>
        </p:nvSpPr>
        <p:spPr>
          <a:xfrm>
            <a:off x="12058650" y="54737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5" name="object 1255"/>
          <p:cNvSpPr/>
          <p:nvPr/>
        </p:nvSpPr>
        <p:spPr>
          <a:xfrm>
            <a:off x="12058650" y="53022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6" name="object 1256"/>
          <p:cNvSpPr/>
          <p:nvPr/>
        </p:nvSpPr>
        <p:spPr>
          <a:xfrm>
            <a:off x="12058650" y="52451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7" name="object 1257"/>
          <p:cNvSpPr/>
          <p:nvPr/>
        </p:nvSpPr>
        <p:spPr>
          <a:xfrm>
            <a:off x="12058650" y="51879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8" name="object 1258"/>
          <p:cNvSpPr/>
          <p:nvPr/>
        </p:nvSpPr>
        <p:spPr>
          <a:xfrm>
            <a:off x="12058650" y="51308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9" name="object 1259"/>
          <p:cNvSpPr/>
          <p:nvPr/>
        </p:nvSpPr>
        <p:spPr>
          <a:xfrm>
            <a:off x="12058650" y="50736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0" name="object 1260"/>
          <p:cNvSpPr/>
          <p:nvPr/>
        </p:nvSpPr>
        <p:spPr>
          <a:xfrm>
            <a:off x="12058650" y="50165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1" name="object 1261"/>
          <p:cNvSpPr/>
          <p:nvPr/>
        </p:nvSpPr>
        <p:spPr>
          <a:xfrm>
            <a:off x="12058650" y="48450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2" name="object 1262"/>
          <p:cNvSpPr/>
          <p:nvPr/>
        </p:nvSpPr>
        <p:spPr>
          <a:xfrm>
            <a:off x="12058650" y="47879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3" name="object 1263"/>
          <p:cNvSpPr/>
          <p:nvPr/>
        </p:nvSpPr>
        <p:spPr>
          <a:xfrm>
            <a:off x="12058650" y="4730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4" name="object 1264"/>
          <p:cNvSpPr/>
          <p:nvPr/>
        </p:nvSpPr>
        <p:spPr>
          <a:xfrm>
            <a:off x="12058650" y="46736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5" name="object 1265"/>
          <p:cNvSpPr/>
          <p:nvPr/>
        </p:nvSpPr>
        <p:spPr>
          <a:xfrm>
            <a:off x="12058650" y="46164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6" name="object 1266"/>
          <p:cNvSpPr/>
          <p:nvPr/>
        </p:nvSpPr>
        <p:spPr>
          <a:xfrm>
            <a:off x="12058650" y="44450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7" name="object 1267"/>
          <p:cNvSpPr/>
          <p:nvPr/>
        </p:nvSpPr>
        <p:spPr>
          <a:xfrm>
            <a:off x="12058650" y="43878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8" name="object 1268"/>
          <p:cNvSpPr/>
          <p:nvPr/>
        </p:nvSpPr>
        <p:spPr>
          <a:xfrm>
            <a:off x="12058650" y="43307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9" name="object 1269"/>
          <p:cNvSpPr/>
          <p:nvPr/>
        </p:nvSpPr>
        <p:spPr>
          <a:xfrm>
            <a:off x="12058650" y="42735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0" name="object 1270"/>
          <p:cNvSpPr/>
          <p:nvPr/>
        </p:nvSpPr>
        <p:spPr>
          <a:xfrm>
            <a:off x="12058650" y="42164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1" name="object 1271"/>
          <p:cNvSpPr/>
          <p:nvPr/>
        </p:nvSpPr>
        <p:spPr>
          <a:xfrm>
            <a:off x="12058650" y="41592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2" name="object 1272"/>
          <p:cNvSpPr/>
          <p:nvPr/>
        </p:nvSpPr>
        <p:spPr>
          <a:xfrm>
            <a:off x="12058650" y="39878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3" name="object 1273"/>
          <p:cNvSpPr/>
          <p:nvPr/>
        </p:nvSpPr>
        <p:spPr>
          <a:xfrm>
            <a:off x="12058650" y="39306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4" name="object 1274"/>
          <p:cNvSpPr/>
          <p:nvPr/>
        </p:nvSpPr>
        <p:spPr>
          <a:xfrm>
            <a:off x="12058650" y="38735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5" name="object 1275"/>
          <p:cNvSpPr/>
          <p:nvPr/>
        </p:nvSpPr>
        <p:spPr>
          <a:xfrm>
            <a:off x="12058650" y="38163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6" name="object 1276"/>
          <p:cNvSpPr/>
          <p:nvPr/>
        </p:nvSpPr>
        <p:spPr>
          <a:xfrm>
            <a:off x="12058650" y="37592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9525" y="9525"/>
                </a:moveTo>
                <a:lnTo>
                  <a:pt x="0" y="9525"/>
                </a:lnTo>
                <a:lnTo>
                  <a:pt x="0" y="0"/>
                </a:lnTo>
                <a:lnTo>
                  <a:pt x="9525" y="0"/>
                </a:lnTo>
                <a:lnTo>
                  <a:pt x="9525" y="9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7" name="object 1277"/>
          <p:cNvSpPr txBox="1"/>
          <p:nvPr/>
        </p:nvSpPr>
        <p:spPr>
          <a:xfrm>
            <a:off x="11937752" y="6699250"/>
            <a:ext cx="2514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80M</a:t>
            </a:r>
            <a:endParaRPr sz="900">
              <a:latin typeface="Segoe UI"/>
              <a:cs typeface="Segoe UI"/>
            </a:endParaRPr>
          </a:p>
        </p:txBody>
      </p:sp>
      <p:pic>
        <p:nvPicPr>
          <p:cNvPr id="1278" name="object 127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658358" y="5670340"/>
            <a:ext cx="89534" cy="89534"/>
          </a:xfrm>
          <a:prstGeom prst="rect">
            <a:avLst/>
          </a:prstGeom>
        </p:spPr>
      </p:pic>
      <p:pic>
        <p:nvPicPr>
          <p:cNvPr id="1279" name="object 127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1188913" y="6410116"/>
            <a:ext cx="89534" cy="89534"/>
          </a:xfrm>
          <a:prstGeom prst="rect">
            <a:avLst/>
          </a:prstGeom>
        </p:spPr>
      </p:pic>
      <p:pic>
        <p:nvPicPr>
          <p:cNvPr id="1280" name="object 128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9268115" y="4306500"/>
            <a:ext cx="89534" cy="89534"/>
          </a:xfrm>
          <a:prstGeom prst="rect">
            <a:avLst/>
          </a:prstGeom>
        </p:spPr>
      </p:pic>
      <p:pic>
        <p:nvPicPr>
          <p:cNvPr id="1281" name="object 1281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479201" y="5490171"/>
            <a:ext cx="89534" cy="89534"/>
          </a:xfrm>
          <a:prstGeom prst="rect">
            <a:avLst/>
          </a:prstGeom>
        </p:spPr>
      </p:pic>
      <p:grpSp>
        <p:nvGrpSpPr>
          <p:cNvPr id="1282" name="object 1282"/>
          <p:cNvGrpSpPr/>
          <p:nvPr/>
        </p:nvGrpSpPr>
        <p:grpSpPr>
          <a:xfrm>
            <a:off x="8185753" y="5969905"/>
            <a:ext cx="1444625" cy="720725"/>
            <a:chOff x="8185753" y="5969905"/>
            <a:chExt cx="1444625" cy="720725"/>
          </a:xfrm>
        </p:grpSpPr>
        <p:pic>
          <p:nvPicPr>
            <p:cNvPr id="1283" name="object 128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809830" y="6280394"/>
              <a:ext cx="89534" cy="89534"/>
            </a:xfrm>
            <a:prstGeom prst="rect">
              <a:avLst/>
            </a:prstGeom>
          </p:spPr>
        </p:pic>
        <p:pic>
          <p:nvPicPr>
            <p:cNvPr id="1284" name="object 128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800901" y="6046230"/>
              <a:ext cx="89534" cy="89534"/>
            </a:xfrm>
            <a:prstGeom prst="rect">
              <a:avLst/>
            </a:prstGeom>
          </p:spPr>
        </p:pic>
        <p:pic>
          <p:nvPicPr>
            <p:cNvPr id="1285" name="object 128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185753" y="5969905"/>
              <a:ext cx="1444021" cy="720723"/>
            </a:xfrm>
            <a:prstGeom prst="rect">
              <a:avLst/>
            </a:prstGeom>
          </p:spPr>
        </p:pic>
      </p:grpSp>
      <p:pic>
        <p:nvPicPr>
          <p:cNvPr id="1286" name="object 1286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8424987" y="5116696"/>
            <a:ext cx="89534" cy="89534"/>
          </a:xfrm>
          <a:prstGeom prst="rect">
            <a:avLst/>
          </a:prstGeom>
        </p:spPr>
      </p:pic>
      <p:grpSp>
        <p:nvGrpSpPr>
          <p:cNvPr id="1287" name="object 1287"/>
          <p:cNvGrpSpPr/>
          <p:nvPr/>
        </p:nvGrpSpPr>
        <p:grpSpPr>
          <a:xfrm>
            <a:off x="10261233" y="6317715"/>
            <a:ext cx="292100" cy="186690"/>
            <a:chOff x="10261233" y="6317715"/>
            <a:chExt cx="292100" cy="186690"/>
          </a:xfrm>
        </p:grpSpPr>
        <p:pic>
          <p:nvPicPr>
            <p:cNvPr id="1288" name="object 128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0261233" y="6365079"/>
              <a:ext cx="89534" cy="89534"/>
            </a:xfrm>
            <a:prstGeom prst="rect">
              <a:avLst/>
            </a:prstGeom>
          </p:spPr>
        </p:pic>
        <p:sp>
          <p:nvSpPr>
            <p:cNvPr id="1289" name="object 1289"/>
            <p:cNvSpPr/>
            <p:nvPr/>
          </p:nvSpPr>
          <p:spPr>
            <a:xfrm>
              <a:off x="10386700" y="6322478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10">
                  <a:moveTo>
                    <a:pt x="45309" y="80009"/>
                  </a:moveTo>
                  <a:lnTo>
                    <a:pt x="34700" y="80009"/>
                  </a:lnTo>
                  <a:lnTo>
                    <a:pt x="29596" y="78994"/>
                  </a:lnTo>
                  <a:lnTo>
                    <a:pt x="1015" y="50413"/>
                  </a:lnTo>
                  <a:lnTo>
                    <a:pt x="0" y="40004"/>
                  </a:lnTo>
                  <a:lnTo>
                    <a:pt x="0" y="34700"/>
                  </a:lnTo>
                  <a:lnTo>
                    <a:pt x="29596" y="1015"/>
                  </a:lnTo>
                  <a:lnTo>
                    <a:pt x="34700" y="0"/>
                  </a:lnTo>
                  <a:lnTo>
                    <a:pt x="45309" y="0"/>
                  </a:lnTo>
                  <a:lnTo>
                    <a:pt x="78994" y="29596"/>
                  </a:lnTo>
                  <a:lnTo>
                    <a:pt x="80009" y="34700"/>
                  </a:lnTo>
                  <a:lnTo>
                    <a:pt x="80009" y="45309"/>
                  </a:lnTo>
                  <a:lnTo>
                    <a:pt x="50413" y="78994"/>
                  </a:lnTo>
                  <a:lnTo>
                    <a:pt x="45309" y="80009"/>
                  </a:lnTo>
                  <a:close/>
                </a:path>
              </a:pathLst>
            </a:custGeom>
            <a:solidFill>
              <a:srgbClr val="BE5CC8">
                <a:alpha val="8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0" name="object 1290"/>
            <p:cNvSpPr/>
            <p:nvPr/>
          </p:nvSpPr>
          <p:spPr>
            <a:xfrm>
              <a:off x="10386700" y="6322478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10">
                  <a:moveTo>
                    <a:pt x="0" y="40004"/>
                  </a:moveTo>
                  <a:lnTo>
                    <a:pt x="19794" y="74934"/>
                  </a:lnTo>
                  <a:lnTo>
                    <a:pt x="40004" y="80009"/>
                  </a:lnTo>
                  <a:lnTo>
                    <a:pt x="45309" y="80009"/>
                  </a:lnTo>
                  <a:lnTo>
                    <a:pt x="76964" y="55314"/>
                  </a:lnTo>
                  <a:lnTo>
                    <a:pt x="80009" y="40004"/>
                  </a:lnTo>
                  <a:lnTo>
                    <a:pt x="80009" y="34700"/>
                  </a:lnTo>
                  <a:lnTo>
                    <a:pt x="55314" y="3045"/>
                  </a:lnTo>
                  <a:lnTo>
                    <a:pt x="40004" y="0"/>
                  </a:lnTo>
                  <a:lnTo>
                    <a:pt x="34700" y="0"/>
                  </a:lnTo>
                  <a:lnTo>
                    <a:pt x="3045" y="24695"/>
                  </a:lnTo>
                  <a:lnTo>
                    <a:pt x="0" y="40004"/>
                  </a:lnTo>
                </a:path>
              </a:pathLst>
            </a:custGeom>
            <a:ln w="9525">
              <a:solidFill>
                <a:srgbClr val="BE5CC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1" name="object 1291"/>
            <p:cNvSpPr/>
            <p:nvPr/>
          </p:nvSpPr>
          <p:spPr>
            <a:xfrm>
              <a:off x="10396219" y="6419624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10">
                  <a:moveTo>
                    <a:pt x="45309" y="80009"/>
                  </a:moveTo>
                  <a:lnTo>
                    <a:pt x="34700" y="80009"/>
                  </a:lnTo>
                  <a:lnTo>
                    <a:pt x="29596" y="78994"/>
                  </a:lnTo>
                  <a:lnTo>
                    <a:pt x="1015" y="50413"/>
                  </a:lnTo>
                  <a:lnTo>
                    <a:pt x="0" y="40004"/>
                  </a:lnTo>
                  <a:lnTo>
                    <a:pt x="0" y="34700"/>
                  </a:lnTo>
                  <a:lnTo>
                    <a:pt x="29596" y="1015"/>
                  </a:lnTo>
                  <a:lnTo>
                    <a:pt x="34700" y="0"/>
                  </a:lnTo>
                  <a:lnTo>
                    <a:pt x="45309" y="0"/>
                  </a:lnTo>
                  <a:lnTo>
                    <a:pt x="78994" y="29596"/>
                  </a:lnTo>
                  <a:lnTo>
                    <a:pt x="80009" y="34700"/>
                  </a:lnTo>
                  <a:lnTo>
                    <a:pt x="80009" y="45309"/>
                  </a:lnTo>
                  <a:lnTo>
                    <a:pt x="50413" y="78994"/>
                  </a:lnTo>
                  <a:lnTo>
                    <a:pt x="45309" y="80009"/>
                  </a:lnTo>
                  <a:close/>
                </a:path>
              </a:pathLst>
            </a:custGeom>
            <a:solidFill>
              <a:srgbClr val="FF4040">
                <a:alpha val="8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2" name="object 1292"/>
            <p:cNvSpPr/>
            <p:nvPr/>
          </p:nvSpPr>
          <p:spPr>
            <a:xfrm>
              <a:off x="10396219" y="6419624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10">
                  <a:moveTo>
                    <a:pt x="0" y="40004"/>
                  </a:moveTo>
                  <a:lnTo>
                    <a:pt x="19794" y="74934"/>
                  </a:lnTo>
                  <a:lnTo>
                    <a:pt x="40004" y="80009"/>
                  </a:lnTo>
                  <a:lnTo>
                    <a:pt x="45309" y="80009"/>
                  </a:lnTo>
                  <a:lnTo>
                    <a:pt x="76964" y="55314"/>
                  </a:lnTo>
                  <a:lnTo>
                    <a:pt x="80009" y="40004"/>
                  </a:lnTo>
                  <a:lnTo>
                    <a:pt x="80009" y="34700"/>
                  </a:lnTo>
                  <a:lnTo>
                    <a:pt x="55314" y="3045"/>
                  </a:lnTo>
                  <a:lnTo>
                    <a:pt x="40004" y="0"/>
                  </a:lnTo>
                  <a:lnTo>
                    <a:pt x="34700" y="0"/>
                  </a:lnTo>
                  <a:lnTo>
                    <a:pt x="3045" y="24695"/>
                  </a:lnTo>
                  <a:lnTo>
                    <a:pt x="0" y="40004"/>
                  </a:lnTo>
                </a:path>
              </a:pathLst>
            </a:custGeom>
            <a:ln w="9525">
              <a:solidFill>
                <a:srgbClr val="FF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3" name="object 1293"/>
            <p:cNvSpPr/>
            <p:nvPr/>
          </p:nvSpPr>
          <p:spPr>
            <a:xfrm>
              <a:off x="10468358" y="6407000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10">
                  <a:moveTo>
                    <a:pt x="45309" y="80009"/>
                  </a:moveTo>
                  <a:lnTo>
                    <a:pt x="34700" y="80009"/>
                  </a:lnTo>
                  <a:lnTo>
                    <a:pt x="29596" y="78994"/>
                  </a:lnTo>
                  <a:lnTo>
                    <a:pt x="1015" y="50413"/>
                  </a:lnTo>
                  <a:lnTo>
                    <a:pt x="0" y="40004"/>
                  </a:lnTo>
                  <a:lnTo>
                    <a:pt x="0" y="34700"/>
                  </a:lnTo>
                  <a:lnTo>
                    <a:pt x="29596" y="1015"/>
                  </a:lnTo>
                  <a:lnTo>
                    <a:pt x="34700" y="0"/>
                  </a:lnTo>
                  <a:lnTo>
                    <a:pt x="45309" y="0"/>
                  </a:lnTo>
                  <a:lnTo>
                    <a:pt x="78994" y="29596"/>
                  </a:lnTo>
                  <a:lnTo>
                    <a:pt x="80009" y="34700"/>
                  </a:lnTo>
                  <a:lnTo>
                    <a:pt x="80009" y="45309"/>
                  </a:lnTo>
                  <a:lnTo>
                    <a:pt x="50413" y="78994"/>
                  </a:lnTo>
                  <a:lnTo>
                    <a:pt x="45309" y="80009"/>
                  </a:lnTo>
                  <a:close/>
                </a:path>
              </a:pathLst>
            </a:custGeom>
            <a:solidFill>
              <a:srgbClr val="FF4040">
                <a:alpha val="8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4" name="object 1294"/>
            <p:cNvSpPr/>
            <p:nvPr/>
          </p:nvSpPr>
          <p:spPr>
            <a:xfrm>
              <a:off x="10468358" y="6407000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10">
                  <a:moveTo>
                    <a:pt x="0" y="40004"/>
                  </a:moveTo>
                  <a:lnTo>
                    <a:pt x="19794" y="74934"/>
                  </a:lnTo>
                  <a:lnTo>
                    <a:pt x="40004" y="80009"/>
                  </a:lnTo>
                  <a:lnTo>
                    <a:pt x="45309" y="80009"/>
                  </a:lnTo>
                  <a:lnTo>
                    <a:pt x="76964" y="55314"/>
                  </a:lnTo>
                  <a:lnTo>
                    <a:pt x="80009" y="40004"/>
                  </a:lnTo>
                  <a:lnTo>
                    <a:pt x="80009" y="34700"/>
                  </a:lnTo>
                  <a:lnTo>
                    <a:pt x="55314" y="3045"/>
                  </a:lnTo>
                  <a:lnTo>
                    <a:pt x="40004" y="0"/>
                  </a:lnTo>
                  <a:lnTo>
                    <a:pt x="34700" y="0"/>
                  </a:lnTo>
                  <a:lnTo>
                    <a:pt x="3045" y="24695"/>
                  </a:lnTo>
                  <a:lnTo>
                    <a:pt x="0" y="40004"/>
                  </a:lnTo>
                </a:path>
              </a:pathLst>
            </a:custGeom>
            <a:ln w="9525">
              <a:solidFill>
                <a:srgbClr val="FF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295" name="object 1295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1892429" y="6372650"/>
            <a:ext cx="89534" cy="89534"/>
          </a:xfrm>
          <a:prstGeom prst="rect">
            <a:avLst/>
          </a:prstGeom>
        </p:spPr>
      </p:pic>
      <p:grpSp>
        <p:nvGrpSpPr>
          <p:cNvPr id="1296" name="object 1296"/>
          <p:cNvGrpSpPr/>
          <p:nvPr/>
        </p:nvGrpSpPr>
        <p:grpSpPr>
          <a:xfrm>
            <a:off x="10839545" y="6333826"/>
            <a:ext cx="159385" cy="179705"/>
            <a:chOff x="10839545" y="6333826"/>
            <a:chExt cx="159385" cy="179705"/>
          </a:xfrm>
        </p:grpSpPr>
        <p:sp>
          <p:nvSpPr>
            <p:cNvPr id="1297" name="object 1297"/>
            <p:cNvSpPr/>
            <p:nvPr/>
          </p:nvSpPr>
          <p:spPr>
            <a:xfrm>
              <a:off x="10844307" y="6374907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10">
                  <a:moveTo>
                    <a:pt x="45309" y="80009"/>
                  </a:moveTo>
                  <a:lnTo>
                    <a:pt x="34700" y="80009"/>
                  </a:lnTo>
                  <a:lnTo>
                    <a:pt x="29596" y="78994"/>
                  </a:lnTo>
                  <a:lnTo>
                    <a:pt x="1015" y="50413"/>
                  </a:lnTo>
                  <a:lnTo>
                    <a:pt x="0" y="40004"/>
                  </a:lnTo>
                  <a:lnTo>
                    <a:pt x="0" y="34700"/>
                  </a:lnTo>
                  <a:lnTo>
                    <a:pt x="29596" y="1015"/>
                  </a:lnTo>
                  <a:lnTo>
                    <a:pt x="34700" y="0"/>
                  </a:lnTo>
                  <a:lnTo>
                    <a:pt x="45309" y="0"/>
                  </a:lnTo>
                  <a:lnTo>
                    <a:pt x="78994" y="29596"/>
                  </a:lnTo>
                  <a:lnTo>
                    <a:pt x="80009" y="34700"/>
                  </a:lnTo>
                  <a:lnTo>
                    <a:pt x="80009" y="45309"/>
                  </a:lnTo>
                  <a:lnTo>
                    <a:pt x="50413" y="78994"/>
                  </a:lnTo>
                  <a:lnTo>
                    <a:pt x="45309" y="80009"/>
                  </a:lnTo>
                  <a:close/>
                </a:path>
              </a:pathLst>
            </a:custGeom>
            <a:solidFill>
              <a:srgbClr val="F472D0">
                <a:alpha val="8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8" name="object 1298"/>
            <p:cNvSpPr/>
            <p:nvPr/>
          </p:nvSpPr>
          <p:spPr>
            <a:xfrm>
              <a:off x="10844307" y="6374907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10">
                  <a:moveTo>
                    <a:pt x="0" y="40004"/>
                  </a:moveTo>
                  <a:lnTo>
                    <a:pt x="19794" y="74934"/>
                  </a:lnTo>
                  <a:lnTo>
                    <a:pt x="40004" y="80009"/>
                  </a:lnTo>
                  <a:lnTo>
                    <a:pt x="45309" y="80009"/>
                  </a:lnTo>
                  <a:lnTo>
                    <a:pt x="76964" y="55314"/>
                  </a:lnTo>
                  <a:lnTo>
                    <a:pt x="80009" y="40004"/>
                  </a:lnTo>
                  <a:lnTo>
                    <a:pt x="80009" y="34700"/>
                  </a:lnTo>
                  <a:lnTo>
                    <a:pt x="55314" y="3045"/>
                  </a:lnTo>
                  <a:lnTo>
                    <a:pt x="40004" y="0"/>
                  </a:lnTo>
                  <a:lnTo>
                    <a:pt x="34700" y="0"/>
                  </a:lnTo>
                  <a:lnTo>
                    <a:pt x="3045" y="24695"/>
                  </a:lnTo>
                  <a:lnTo>
                    <a:pt x="0" y="40004"/>
                  </a:lnTo>
                </a:path>
              </a:pathLst>
            </a:custGeom>
            <a:ln w="9525">
              <a:solidFill>
                <a:srgbClr val="F472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9" name="object 1299"/>
            <p:cNvSpPr/>
            <p:nvPr/>
          </p:nvSpPr>
          <p:spPr>
            <a:xfrm>
              <a:off x="10908464" y="6428492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09">
                  <a:moveTo>
                    <a:pt x="45309" y="80009"/>
                  </a:moveTo>
                  <a:lnTo>
                    <a:pt x="34700" y="80009"/>
                  </a:lnTo>
                  <a:lnTo>
                    <a:pt x="29596" y="78994"/>
                  </a:lnTo>
                  <a:lnTo>
                    <a:pt x="1015" y="50413"/>
                  </a:lnTo>
                  <a:lnTo>
                    <a:pt x="0" y="40004"/>
                  </a:lnTo>
                  <a:lnTo>
                    <a:pt x="0" y="34700"/>
                  </a:lnTo>
                  <a:lnTo>
                    <a:pt x="29596" y="1015"/>
                  </a:lnTo>
                  <a:lnTo>
                    <a:pt x="34700" y="0"/>
                  </a:lnTo>
                  <a:lnTo>
                    <a:pt x="45309" y="0"/>
                  </a:lnTo>
                  <a:lnTo>
                    <a:pt x="78994" y="29596"/>
                  </a:lnTo>
                  <a:lnTo>
                    <a:pt x="80009" y="34700"/>
                  </a:lnTo>
                  <a:lnTo>
                    <a:pt x="80009" y="45309"/>
                  </a:lnTo>
                  <a:lnTo>
                    <a:pt x="50413" y="78994"/>
                  </a:lnTo>
                  <a:lnTo>
                    <a:pt x="45309" y="80009"/>
                  </a:lnTo>
                  <a:close/>
                </a:path>
              </a:pathLst>
            </a:custGeom>
            <a:solidFill>
              <a:srgbClr val="533285">
                <a:alpha val="8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0" name="object 1300"/>
            <p:cNvSpPr/>
            <p:nvPr/>
          </p:nvSpPr>
          <p:spPr>
            <a:xfrm>
              <a:off x="10908464" y="6428492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09">
                  <a:moveTo>
                    <a:pt x="0" y="40004"/>
                  </a:moveTo>
                  <a:lnTo>
                    <a:pt x="19794" y="74934"/>
                  </a:lnTo>
                  <a:lnTo>
                    <a:pt x="40004" y="80009"/>
                  </a:lnTo>
                  <a:lnTo>
                    <a:pt x="45309" y="80009"/>
                  </a:lnTo>
                  <a:lnTo>
                    <a:pt x="76964" y="55314"/>
                  </a:lnTo>
                  <a:lnTo>
                    <a:pt x="80009" y="40004"/>
                  </a:lnTo>
                  <a:lnTo>
                    <a:pt x="80009" y="34700"/>
                  </a:lnTo>
                  <a:lnTo>
                    <a:pt x="55314" y="3045"/>
                  </a:lnTo>
                  <a:lnTo>
                    <a:pt x="40004" y="0"/>
                  </a:lnTo>
                  <a:lnTo>
                    <a:pt x="34700" y="0"/>
                  </a:lnTo>
                  <a:lnTo>
                    <a:pt x="3045" y="24695"/>
                  </a:lnTo>
                  <a:lnTo>
                    <a:pt x="0" y="40004"/>
                  </a:lnTo>
                </a:path>
              </a:pathLst>
            </a:custGeom>
            <a:ln w="9525">
              <a:solidFill>
                <a:srgbClr val="5332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1" name="object 1301"/>
            <p:cNvSpPr/>
            <p:nvPr/>
          </p:nvSpPr>
          <p:spPr>
            <a:xfrm>
              <a:off x="10913838" y="6397237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10">
                  <a:moveTo>
                    <a:pt x="45309" y="80009"/>
                  </a:moveTo>
                  <a:lnTo>
                    <a:pt x="34700" y="80009"/>
                  </a:lnTo>
                  <a:lnTo>
                    <a:pt x="29596" y="78994"/>
                  </a:lnTo>
                  <a:lnTo>
                    <a:pt x="1015" y="50413"/>
                  </a:lnTo>
                  <a:lnTo>
                    <a:pt x="0" y="40004"/>
                  </a:lnTo>
                  <a:lnTo>
                    <a:pt x="0" y="34700"/>
                  </a:lnTo>
                  <a:lnTo>
                    <a:pt x="29596" y="1015"/>
                  </a:lnTo>
                  <a:lnTo>
                    <a:pt x="34700" y="0"/>
                  </a:lnTo>
                  <a:lnTo>
                    <a:pt x="45309" y="0"/>
                  </a:lnTo>
                  <a:lnTo>
                    <a:pt x="78994" y="29596"/>
                  </a:lnTo>
                  <a:lnTo>
                    <a:pt x="80009" y="34700"/>
                  </a:lnTo>
                  <a:lnTo>
                    <a:pt x="80009" y="45309"/>
                  </a:lnTo>
                  <a:lnTo>
                    <a:pt x="50413" y="78994"/>
                  </a:lnTo>
                  <a:lnTo>
                    <a:pt x="45309" y="80009"/>
                  </a:lnTo>
                  <a:close/>
                </a:path>
              </a:pathLst>
            </a:custGeom>
            <a:solidFill>
              <a:srgbClr val="533285">
                <a:alpha val="8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2" name="object 1302"/>
            <p:cNvSpPr/>
            <p:nvPr/>
          </p:nvSpPr>
          <p:spPr>
            <a:xfrm>
              <a:off x="10913838" y="6397237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10">
                  <a:moveTo>
                    <a:pt x="0" y="40004"/>
                  </a:moveTo>
                  <a:lnTo>
                    <a:pt x="19794" y="74934"/>
                  </a:lnTo>
                  <a:lnTo>
                    <a:pt x="40004" y="80009"/>
                  </a:lnTo>
                  <a:lnTo>
                    <a:pt x="45309" y="80009"/>
                  </a:lnTo>
                  <a:lnTo>
                    <a:pt x="76964" y="55314"/>
                  </a:lnTo>
                  <a:lnTo>
                    <a:pt x="80009" y="40004"/>
                  </a:lnTo>
                  <a:lnTo>
                    <a:pt x="80009" y="34700"/>
                  </a:lnTo>
                  <a:lnTo>
                    <a:pt x="55314" y="3045"/>
                  </a:lnTo>
                  <a:lnTo>
                    <a:pt x="40004" y="0"/>
                  </a:lnTo>
                  <a:lnTo>
                    <a:pt x="34700" y="0"/>
                  </a:lnTo>
                  <a:lnTo>
                    <a:pt x="3045" y="24695"/>
                  </a:lnTo>
                  <a:lnTo>
                    <a:pt x="0" y="40004"/>
                  </a:lnTo>
                </a:path>
              </a:pathLst>
            </a:custGeom>
            <a:ln w="9525">
              <a:solidFill>
                <a:srgbClr val="5332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3" name="object 1303"/>
            <p:cNvSpPr/>
            <p:nvPr/>
          </p:nvSpPr>
          <p:spPr>
            <a:xfrm>
              <a:off x="10879746" y="6338588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10">
                  <a:moveTo>
                    <a:pt x="45309" y="80009"/>
                  </a:moveTo>
                  <a:lnTo>
                    <a:pt x="34700" y="80009"/>
                  </a:lnTo>
                  <a:lnTo>
                    <a:pt x="29596" y="78994"/>
                  </a:lnTo>
                  <a:lnTo>
                    <a:pt x="1015" y="50413"/>
                  </a:lnTo>
                  <a:lnTo>
                    <a:pt x="0" y="40004"/>
                  </a:lnTo>
                  <a:lnTo>
                    <a:pt x="0" y="34700"/>
                  </a:lnTo>
                  <a:lnTo>
                    <a:pt x="29596" y="1015"/>
                  </a:lnTo>
                  <a:lnTo>
                    <a:pt x="34700" y="0"/>
                  </a:lnTo>
                  <a:lnTo>
                    <a:pt x="45309" y="0"/>
                  </a:lnTo>
                  <a:lnTo>
                    <a:pt x="78994" y="29596"/>
                  </a:lnTo>
                  <a:lnTo>
                    <a:pt x="80009" y="34700"/>
                  </a:lnTo>
                  <a:lnTo>
                    <a:pt x="80009" y="45309"/>
                  </a:lnTo>
                  <a:lnTo>
                    <a:pt x="50413" y="78994"/>
                  </a:lnTo>
                  <a:lnTo>
                    <a:pt x="45309" y="80009"/>
                  </a:lnTo>
                  <a:close/>
                </a:path>
              </a:pathLst>
            </a:custGeom>
            <a:solidFill>
              <a:srgbClr val="25891B">
                <a:alpha val="8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4" name="object 1304"/>
            <p:cNvSpPr/>
            <p:nvPr/>
          </p:nvSpPr>
          <p:spPr>
            <a:xfrm>
              <a:off x="10879746" y="6338588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10">
                  <a:moveTo>
                    <a:pt x="0" y="40004"/>
                  </a:moveTo>
                  <a:lnTo>
                    <a:pt x="19794" y="74934"/>
                  </a:lnTo>
                  <a:lnTo>
                    <a:pt x="40004" y="80009"/>
                  </a:lnTo>
                  <a:lnTo>
                    <a:pt x="45309" y="80009"/>
                  </a:lnTo>
                  <a:lnTo>
                    <a:pt x="76964" y="55314"/>
                  </a:lnTo>
                  <a:lnTo>
                    <a:pt x="80009" y="40004"/>
                  </a:lnTo>
                  <a:lnTo>
                    <a:pt x="80009" y="34700"/>
                  </a:lnTo>
                  <a:lnTo>
                    <a:pt x="55314" y="3045"/>
                  </a:lnTo>
                  <a:lnTo>
                    <a:pt x="40004" y="0"/>
                  </a:lnTo>
                  <a:lnTo>
                    <a:pt x="34700" y="0"/>
                  </a:lnTo>
                  <a:lnTo>
                    <a:pt x="3045" y="24695"/>
                  </a:lnTo>
                  <a:lnTo>
                    <a:pt x="0" y="40004"/>
                  </a:lnTo>
                </a:path>
              </a:pathLst>
            </a:custGeom>
            <a:ln w="9525">
              <a:solidFill>
                <a:srgbClr val="2589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05" name="object 1305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8317707" y="3362325"/>
            <a:ext cx="90487" cy="161925"/>
          </a:xfrm>
          <a:prstGeom prst="rect">
            <a:avLst/>
          </a:prstGeom>
        </p:spPr>
      </p:pic>
      <p:pic>
        <p:nvPicPr>
          <p:cNvPr id="1306" name="object 130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506459" y="3402838"/>
            <a:ext cx="95249" cy="95249"/>
          </a:xfrm>
          <a:prstGeom prst="rect">
            <a:avLst/>
          </a:prstGeom>
        </p:spPr>
      </p:pic>
      <p:pic>
        <p:nvPicPr>
          <p:cNvPr id="1307" name="object 130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039859" y="3402838"/>
            <a:ext cx="95249" cy="95249"/>
          </a:xfrm>
          <a:prstGeom prst="rect">
            <a:avLst/>
          </a:prstGeom>
        </p:spPr>
      </p:pic>
      <p:pic>
        <p:nvPicPr>
          <p:cNvPr id="1308" name="object 130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97059" y="3402838"/>
            <a:ext cx="95249" cy="95249"/>
          </a:xfrm>
          <a:prstGeom prst="rect">
            <a:avLst/>
          </a:prstGeom>
        </p:spPr>
      </p:pic>
      <p:pic>
        <p:nvPicPr>
          <p:cNvPr id="1309" name="object 1309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0297159" y="3402838"/>
            <a:ext cx="95249" cy="95249"/>
          </a:xfrm>
          <a:prstGeom prst="rect">
            <a:avLst/>
          </a:prstGeom>
        </p:spPr>
      </p:pic>
      <p:pic>
        <p:nvPicPr>
          <p:cNvPr id="1310" name="object 1310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0697209" y="3402838"/>
            <a:ext cx="95249" cy="95249"/>
          </a:xfrm>
          <a:prstGeom prst="rect">
            <a:avLst/>
          </a:prstGeom>
        </p:spPr>
      </p:pic>
      <p:pic>
        <p:nvPicPr>
          <p:cNvPr id="1311" name="object 1311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1278235" y="3402838"/>
            <a:ext cx="95249" cy="95249"/>
          </a:xfrm>
          <a:prstGeom prst="rect">
            <a:avLst/>
          </a:prstGeom>
        </p:spPr>
      </p:pic>
      <p:sp>
        <p:nvSpPr>
          <p:cNvPr id="1312" name="object 1312"/>
          <p:cNvSpPr txBox="1"/>
          <p:nvPr/>
        </p:nvSpPr>
        <p:spPr>
          <a:xfrm>
            <a:off x="7161410" y="2670362"/>
            <a:ext cx="4900295" cy="107378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  <a:tabLst>
                <a:tab pos="2705100" algn="l"/>
              </a:tabLst>
            </a:pPr>
            <a:r>
              <a:rPr sz="1200" spc="-10" dirty="0">
                <a:solidFill>
                  <a:srgbClr val="252423"/>
                </a:solidFill>
                <a:latin typeface="Trebuchet MS"/>
                <a:cs typeface="Trebuchet MS"/>
              </a:rPr>
              <a:t>st_name</a:t>
            </a:r>
            <a:r>
              <a:rPr sz="1200" dirty="0">
                <a:solidFill>
                  <a:srgbClr val="252423"/>
                </a:solidFill>
                <a:latin typeface="Trebuchet MS"/>
                <a:cs typeface="Trebuchet MS"/>
              </a:rPr>
              <a:t>	</a:t>
            </a:r>
            <a:r>
              <a:rPr sz="1200" spc="-10" dirty="0">
                <a:solidFill>
                  <a:srgbClr val="252423"/>
                </a:solidFill>
                <a:latin typeface="Trebuchet MS"/>
                <a:cs typeface="Trebuchet MS"/>
              </a:rPr>
              <a:t>partyname</a:t>
            </a:r>
            <a:endParaRPr sz="1200">
              <a:latin typeface="Trebuchet MS"/>
              <a:cs typeface="Trebuchet MS"/>
            </a:endParaRPr>
          </a:p>
          <a:p>
            <a:pPr marL="506095">
              <a:lnSpc>
                <a:spcPct val="100000"/>
              </a:lnSpc>
              <a:spcBef>
                <a:spcPts val="785"/>
              </a:spcBef>
            </a:pPr>
            <a:r>
              <a:rPr sz="1400" spc="-35" dirty="0">
                <a:solidFill>
                  <a:srgbClr val="252423"/>
                </a:solidFill>
                <a:latin typeface="Trebuchet MS"/>
                <a:cs typeface="Trebuchet MS"/>
              </a:rPr>
              <a:t>Sum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105" dirty="0">
                <a:solidFill>
                  <a:srgbClr val="252423"/>
                </a:solidFill>
                <a:latin typeface="Trebuchet MS"/>
                <a:cs typeface="Trebuchet MS"/>
              </a:rPr>
              <a:t>of</a:t>
            </a:r>
            <a:r>
              <a:rPr sz="1400" spc="-7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90" dirty="0">
                <a:solidFill>
                  <a:srgbClr val="252423"/>
                </a:solidFill>
                <a:latin typeface="Trebuchet MS"/>
                <a:cs typeface="Trebuchet MS"/>
              </a:rPr>
              <a:t>totvotpoll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90" dirty="0">
                <a:solidFill>
                  <a:srgbClr val="252423"/>
                </a:solidFill>
                <a:latin typeface="Trebuchet MS"/>
                <a:cs typeface="Trebuchet MS"/>
              </a:rPr>
              <a:t>and</a:t>
            </a:r>
            <a:r>
              <a:rPr sz="1400" spc="-7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252423"/>
                </a:solidFill>
                <a:latin typeface="Trebuchet MS"/>
                <a:cs typeface="Trebuchet MS"/>
              </a:rPr>
              <a:t>Sum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105" dirty="0">
                <a:solidFill>
                  <a:srgbClr val="252423"/>
                </a:solidFill>
                <a:latin typeface="Trebuchet MS"/>
                <a:cs typeface="Trebuchet MS"/>
              </a:rPr>
              <a:t>of</a:t>
            </a:r>
            <a:r>
              <a:rPr sz="1400" spc="-7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70" dirty="0">
                <a:solidFill>
                  <a:srgbClr val="252423"/>
                </a:solidFill>
                <a:latin typeface="Trebuchet MS"/>
                <a:cs typeface="Trebuchet MS"/>
              </a:rPr>
              <a:t>year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75" dirty="0">
                <a:solidFill>
                  <a:srgbClr val="252423"/>
                </a:solidFill>
                <a:latin typeface="Trebuchet MS"/>
                <a:cs typeface="Trebuchet MS"/>
              </a:rPr>
              <a:t>by </a:t>
            </a:r>
            <a:r>
              <a:rPr sz="1400" spc="-85" dirty="0">
                <a:solidFill>
                  <a:srgbClr val="252423"/>
                </a:solidFill>
                <a:latin typeface="Trebuchet MS"/>
                <a:cs typeface="Trebuchet MS"/>
              </a:rPr>
              <a:t>partyname</a:t>
            </a:r>
            <a:r>
              <a:rPr sz="1400" spc="-8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90" dirty="0">
                <a:solidFill>
                  <a:srgbClr val="252423"/>
                </a:solidFill>
                <a:latin typeface="Trebuchet MS"/>
                <a:cs typeface="Trebuchet MS"/>
              </a:rPr>
              <a:t>and</a:t>
            </a:r>
            <a:r>
              <a:rPr sz="1400" spc="-7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55" dirty="0">
                <a:solidFill>
                  <a:srgbClr val="252423"/>
                </a:solidFill>
                <a:latin typeface="Trebuchet MS"/>
                <a:cs typeface="Trebuchet MS"/>
              </a:rPr>
              <a:t>st_name</a:t>
            </a:r>
            <a:endParaRPr sz="1400">
              <a:latin typeface="Trebuchet MS"/>
              <a:cs typeface="Trebuchet MS"/>
            </a:endParaRPr>
          </a:p>
          <a:p>
            <a:pPr marL="506095">
              <a:lnSpc>
                <a:spcPct val="100000"/>
              </a:lnSpc>
              <a:spcBef>
                <a:spcPts val="819"/>
              </a:spcBef>
              <a:tabLst>
                <a:tab pos="1457325" algn="l"/>
                <a:tab pos="1993900" algn="l"/>
                <a:tab pos="2451735" algn="l"/>
                <a:tab pos="3250565" algn="l"/>
                <a:tab pos="3649979" algn="l"/>
                <a:tab pos="4229100" algn="l"/>
              </a:tabLst>
            </a:pPr>
            <a:r>
              <a:rPr sz="1000" b="1" spc="-10" dirty="0">
                <a:solidFill>
                  <a:srgbClr val="605D5C"/>
                </a:solidFill>
                <a:latin typeface="Segoe UI"/>
                <a:cs typeface="Segoe UI"/>
              </a:rPr>
              <a:t>st_name</a:t>
            </a:r>
            <a:r>
              <a:rPr sz="1000" b="1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1000" spc="-20" dirty="0">
                <a:solidFill>
                  <a:srgbClr val="605D5C"/>
                </a:solidFill>
                <a:latin typeface="Segoe UI"/>
                <a:cs typeface="Segoe UI"/>
              </a:rPr>
              <a:t>Assam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1000" spc="-20" dirty="0">
                <a:solidFill>
                  <a:srgbClr val="605D5C"/>
                </a:solidFill>
                <a:latin typeface="Segoe UI"/>
                <a:cs typeface="Segoe UI"/>
              </a:rPr>
              <a:t>Bihar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1000" spc="-10" dirty="0">
                <a:solidFill>
                  <a:srgbClr val="605D5C"/>
                </a:solidFill>
                <a:latin typeface="Segoe UI"/>
                <a:cs typeface="Segoe UI"/>
              </a:rPr>
              <a:t>Chhattisg…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1000" spc="-25" dirty="0">
                <a:solidFill>
                  <a:srgbClr val="605D5C"/>
                </a:solidFill>
                <a:latin typeface="Segoe UI"/>
                <a:cs typeface="Segoe UI"/>
              </a:rPr>
              <a:t>Goa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1000" spc="-10" dirty="0">
                <a:solidFill>
                  <a:srgbClr val="605D5C"/>
                </a:solidFill>
                <a:latin typeface="Segoe UI"/>
                <a:cs typeface="Segoe UI"/>
              </a:rPr>
              <a:t>Gujarat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1000" spc="-10" dirty="0">
                <a:solidFill>
                  <a:srgbClr val="605D5C"/>
                </a:solidFill>
                <a:latin typeface="Segoe UI"/>
                <a:cs typeface="Segoe UI"/>
              </a:rPr>
              <a:t>Haryana</a:t>
            </a:r>
            <a:endParaRPr sz="1000">
              <a:latin typeface="Segoe UI"/>
              <a:cs typeface="Segoe UI"/>
            </a:endParaRPr>
          </a:p>
          <a:p>
            <a:pPr marL="708660">
              <a:lnSpc>
                <a:spcPct val="100000"/>
              </a:lnSpc>
              <a:spcBef>
                <a:spcPts val="58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35M</a:t>
            </a:r>
            <a:endParaRPr sz="900">
              <a:latin typeface="Segoe UI"/>
              <a:cs typeface="Segoe UI"/>
            </a:endParaRPr>
          </a:p>
        </p:txBody>
      </p:sp>
      <p:pic>
        <p:nvPicPr>
          <p:cNvPr id="1313" name="object 13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994357" y="3362325"/>
            <a:ext cx="90487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316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3912" y="1310157"/>
            <a:ext cx="8437880" cy="553998"/>
          </a:xfrm>
        </p:spPr>
        <p:txBody>
          <a:bodyPr/>
          <a:lstStyle/>
          <a:p>
            <a:r>
              <a:rPr lang="en-US" dirty="0" smtClean="0"/>
              <a:t>Inferences from Indian Elections Dataset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3936" y="2464808"/>
            <a:ext cx="11514264" cy="3893374"/>
          </a:xfrm>
        </p:spPr>
        <p:txBody>
          <a:bodyPr/>
          <a:lstStyle/>
          <a:p>
            <a:r>
              <a:rPr lang="en-US" b="0" dirty="0" smtClean="0"/>
              <a:t>The maximum voter turnout is for Uttar Pradesh. West Bengal follows next</a:t>
            </a:r>
          </a:p>
          <a:p>
            <a:endParaRPr lang="en-US" b="0" dirty="0"/>
          </a:p>
          <a:p>
            <a:r>
              <a:rPr lang="en-US" b="0" dirty="0" smtClean="0"/>
              <a:t>The average number of electors is 1.12 M</a:t>
            </a:r>
          </a:p>
          <a:p>
            <a:endParaRPr lang="en-US" b="0" dirty="0"/>
          </a:p>
          <a:p>
            <a:r>
              <a:rPr lang="en-US" b="0" dirty="0" smtClean="0"/>
              <a:t>The total voter poll and electors is plotted against parliamentary constituency name</a:t>
            </a:r>
          </a:p>
          <a:p>
            <a:endParaRPr lang="en-US" b="0" dirty="0"/>
          </a:p>
          <a:p>
            <a:r>
              <a:rPr lang="en-US" b="0" dirty="0" smtClean="0"/>
              <a:t>Several Analysis is done similarly</a:t>
            </a:r>
          </a:p>
          <a:p>
            <a:endParaRPr lang="en-US" b="0" dirty="0"/>
          </a:p>
          <a:p>
            <a:endParaRPr lang="en-US" b="0" dirty="0"/>
          </a:p>
          <a:p>
            <a:endParaRPr lang="en-US" b="0" dirty="0" smtClean="0"/>
          </a:p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753097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753936" y="2464808"/>
            <a:ext cx="8448675" cy="4024179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660"/>
              </a:spcBef>
              <a:tabLst>
                <a:tab pos="200660" algn="l"/>
              </a:tabLst>
            </a:pPr>
            <a:r>
              <a:rPr dirty="0"/>
              <a:t>3.</a:t>
            </a:r>
            <a:r>
              <a:rPr spc="-35" dirty="0"/>
              <a:t> </a:t>
            </a:r>
            <a:r>
              <a:rPr dirty="0"/>
              <a:t>Data</a:t>
            </a:r>
            <a:r>
              <a:rPr spc="-25" dirty="0"/>
              <a:t> </a:t>
            </a:r>
            <a:r>
              <a:rPr spc="-10" dirty="0"/>
              <a:t>Analysis</a:t>
            </a:r>
          </a:p>
          <a:p>
            <a:pPr marL="12700" algn="l">
              <a:lnSpc>
                <a:spcPct val="100000"/>
              </a:lnSpc>
              <a:spcBef>
                <a:spcPts val="560"/>
              </a:spcBef>
              <a:tabLst>
                <a:tab pos="200660" algn="l"/>
              </a:tabLst>
            </a:pPr>
            <a:r>
              <a:rPr dirty="0" smtClean="0"/>
              <a:t>3.1</a:t>
            </a:r>
            <a:r>
              <a:rPr spc="-30" dirty="0" smtClean="0"/>
              <a:t> </a:t>
            </a:r>
            <a:r>
              <a:rPr dirty="0"/>
              <a:t>Election</a:t>
            </a:r>
            <a:r>
              <a:rPr spc="-25" dirty="0"/>
              <a:t> </a:t>
            </a:r>
            <a:r>
              <a:rPr spc="-10" dirty="0"/>
              <a:t>Trends</a:t>
            </a:r>
            <a:r>
              <a:rPr spc="-60" dirty="0"/>
              <a:t> </a:t>
            </a:r>
            <a:r>
              <a:rPr dirty="0"/>
              <a:t>Over</a:t>
            </a:r>
            <a:r>
              <a:rPr spc="-20" dirty="0"/>
              <a:t> Time</a:t>
            </a:r>
          </a:p>
          <a:p>
            <a:pPr algn="l"/>
            <a:r>
              <a:rPr lang="en-US" dirty="0" smtClean="0">
                <a:sym typeface="Wingdings" panose="05000000000000000000" pitchFamily="2" charset="2"/>
              </a:rPr>
              <a:t> </a:t>
            </a:r>
            <a:r>
              <a:rPr lang="en-US" dirty="0" smtClean="0"/>
              <a:t>Election </a:t>
            </a:r>
            <a:r>
              <a:rPr lang="en-US" dirty="0"/>
              <a:t>Frequency:</a:t>
            </a:r>
            <a:r>
              <a:rPr lang="en-US" b="0" dirty="0"/>
              <a:t> The dataset reveals a consistent increase in the </a:t>
            </a:r>
            <a:r>
              <a:rPr lang="en-US" b="0" dirty="0" smtClean="0"/>
              <a:t>number </a:t>
            </a:r>
            <a:r>
              <a:rPr lang="en-US" b="0" dirty="0"/>
              <a:t>of elections held over the years, indicating the evolving nature of India's democratic process</a:t>
            </a:r>
            <a:r>
              <a:rPr lang="en-US" b="0" dirty="0" smtClean="0"/>
              <a:t>. A pie chart is used to simply calculate number of times each year occur, this is frequency and plot it over years.</a:t>
            </a:r>
            <a:endParaRPr lang="en-US" b="0" dirty="0"/>
          </a:p>
          <a:p>
            <a:pPr marL="12065" marR="5080" algn="l">
              <a:lnSpc>
                <a:spcPts val="2500"/>
              </a:lnSpc>
              <a:spcBef>
                <a:spcPts val="815"/>
              </a:spcBef>
              <a:tabLst>
                <a:tab pos="201295" algn="l"/>
              </a:tabLst>
            </a:pPr>
            <a:r>
              <a:rPr lang="en-US" spc="-10" dirty="0" smtClean="0">
                <a:sym typeface="Wingdings" panose="05000000000000000000" pitchFamily="2" charset="2"/>
              </a:rPr>
              <a:t></a:t>
            </a:r>
            <a:r>
              <a:rPr spc="-10" dirty="0" smtClean="0"/>
              <a:t>Voter</a:t>
            </a:r>
            <a:r>
              <a:rPr spc="-60" dirty="0" smtClean="0"/>
              <a:t> </a:t>
            </a:r>
            <a:r>
              <a:rPr spc="-10" dirty="0"/>
              <a:t>Turnout:</a:t>
            </a:r>
            <a:r>
              <a:rPr spc="-90" dirty="0"/>
              <a:t> </a:t>
            </a:r>
            <a:r>
              <a:rPr b="0" dirty="0">
                <a:latin typeface="Calibri"/>
                <a:cs typeface="Calibri"/>
              </a:rPr>
              <a:t>Analyzing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voter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turnout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trends</a:t>
            </a:r>
            <a:r>
              <a:rPr b="0" spc="-5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reveals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fluctuations </a:t>
            </a:r>
            <a:r>
              <a:rPr b="0" dirty="0" smtClean="0">
                <a:latin typeface="Calibri"/>
                <a:cs typeface="Calibri"/>
              </a:rPr>
              <a:t>influenced</a:t>
            </a:r>
            <a:r>
              <a:rPr b="0" spc="-55" dirty="0" smtClean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by</a:t>
            </a:r>
            <a:r>
              <a:rPr b="0" spc="-2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factors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such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as</a:t>
            </a:r>
            <a:r>
              <a:rPr b="0" spc="-2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political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climate,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social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movements,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spc="-25" dirty="0">
                <a:latin typeface="Calibri"/>
                <a:cs typeface="Calibri"/>
              </a:rPr>
              <a:t>and </a:t>
            </a:r>
            <a:r>
              <a:rPr b="0" dirty="0" smtClean="0">
                <a:latin typeface="Calibri"/>
                <a:cs typeface="Calibri"/>
              </a:rPr>
              <a:t>voter</a:t>
            </a:r>
            <a:r>
              <a:rPr b="0" spc="-100" dirty="0" smtClean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awareness</a:t>
            </a:r>
            <a:r>
              <a:rPr b="0" spc="-7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campaigns</a:t>
            </a:r>
            <a:r>
              <a:rPr b="0" spc="-10" dirty="0" smtClean="0">
                <a:latin typeface="Calibri"/>
                <a:cs typeface="Calibri"/>
              </a:rPr>
              <a:t>.</a:t>
            </a:r>
            <a:r>
              <a:rPr lang="en-US" b="0" spc="-10" dirty="0" smtClean="0">
                <a:latin typeface="Calibri"/>
                <a:cs typeface="Calibri"/>
              </a:rPr>
              <a:t> </a:t>
            </a:r>
            <a:r>
              <a:rPr lang="en-US" b="0" spc="-10" dirty="0" smtClean="0"/>
              <a:t>Voter turnout is the percentage of voters registered who casted their votes.</a:t>
            </a:r>
            <a:endParaRPr b="0" spc="-1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 marR="5080">
              <a:lnSpc>
                <a:spcPts val="3920"/>
              </a:lnSpc>
              <a:spcBef>
                <a:spcPts val="600"/>
              </a:spcBef>
            </a:pPr>
            <a:r>
              <a:rPr spc="-114" dirty="0"/>
              <a:t>Analysis</a:t>
            </a:r>
            <a:r>
              <a:rPr spc="-90" dirty="0"/>
              <a:t> </a:t>
            </a:r>
            <a:r>
              <a:rPr dirty="0"/>
              <a:t>of</a:t>
            </a:r>
            <a:r>
              <a:rPr spc="-75" dirty="0"/>
              <a:t> </a:t>
            </a:r>
            <a:r>
              <a:rPr spc="-90" dirty="0"/>
              <a:t>Indian</a:t>
            </a:r>
            <a:r>
              <a:rPr spc="-105" dirty="0"/>
              <a:t> </a:t>
            </a:r>
            <a:r>
              <a:rPr spc="-60" dirty="0"/>
              <a:t>Election</a:t>
            </a:r>
            <a:r>
              <a:rPr spc="-140" dirty="0"/>
              <a:t> </a:t>
            </a:r>
            <a:r>
              <a:rPr spc="-90" dirty="0"/>
              <a:t>Dataset:</a:t>
            </a:r>
            <a:r>
              <a:rPr spc="-114" dirty="0"/>
              <a:t> </a:t>
            </a:r>
            <a:r>
              <a:rPr spc="-90" dirty="0"/>
              <a:t>State</a:t>
            </a:r>
            <a:r>
              <a:rPr spc="-85" dirty="0"/>
              <a:t> </a:t>
            </a:r>
            <a:r>
              <a:rPr spc="-25" dirty="0"/>
              <a:t>and </a:t>
            </a:r>
            <a:r>
              <a:rPr spc="-105" dirty="0"/>
              <a:t>National</a:t>
            </a:r>
            <a:r>
              <a:rPr spc="-100" dirty="0"/>
              <a:t> </a:t>
            </a:r>
            <a:r>
              <a:rPr spc="-65" dirty="0"/>
              <a:t>Level</a:t>
            </a:r>
            <a:r>
              <a:rPr spc="-100" dirty="0"/>
              <a:t> </a:t>
            </a:r>
            <a:r>
              <a:rPr spc="-60" dirty="0"/>
              <a:t>Election</a:t>
            </a:r>
            <a:r>
              <a:rPr spc="-100" dirty="0"/>
              <a:t> </a:t>
            </a:r>
            <a:r>
              <a:rPr spc="-110" dirty="0"/>
              <a:t>Data</a:t>
            </a:r>
            <a:r>
              <a:rPr spc="-95" dirty="0"/>
              <a:t> </a:t>
            </a:r>
            <a:r>
              <a:rPr spc="-80" dirty="0"/>
              <a:t>from</a:t>
            </a:r>
            <a:r>
              <a:rPr spc="-114" dirty="0"/>
              <a:t> </a:t>
            </a:r>
            <a:r>
              <a:rPr dirty="0"/>
              <a:t>1977</a:t>
            </a:r>
            <a:r>
              <a:rPr spc="-130" dirty="0"/>
              <a:t> </a:t>
            </a:r>
            <a:r>
              <a:rPr dirty="0"/>
              <a:t>–</a:t>
            </a:r>
            <a:r>
              <a:rPr spc="-65" dirty="0"/>
              <a:t> </a:t>
            </a:r>
            <a:r>
              <a:rPr spc="-20" dirty="0"/>
              <a:t>2015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81688" y="543408"/>
            <a:ext cx="885825" cy="15240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>
              <a:spcBef>
                <a:spcPts val="70"/>
              </a:spcBef>
            </a:pP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Power</a:t>
            </a:r>
            <a:r>
              <a:rPr sz="900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BI</a:t>
            </a:r>
            <a:r>
              <a:rPr sz="900" spc="-2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Segoe UI"/>
                <a:cs typeface="Segoe UI"/>
              </a:rPr>
              <a:t>Desktop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8601" y="457200"/>
            <a:ext cx="11858625" cy="6858000"/>
          </a:xfrm>
          <a:custGeom>
            <a:avLst/>
            <a:gdLst/>
            <a:ahLst/>
            <a:cxnLst/>
            <a:rect l="l" t="t" r="r" b="b"/>
            <a:pathLst>
              <a:path w="11858625" h="6858000">
                <a:moveTo>
                  <a:pt x="11858625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11858625" y="0"/>
                </a:lnTo>
                <a:lnTo>
                  <a:pt x="11858625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745122" y="911993"/>
            <a:ext cx="1499870" cy="22185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1350" spc="-75" dirty="0">
                <a:solidFill>
                  <a:srgbClr val="252423"/>
                </a:solidFill>
                <a:latin typeface="Tahoma"/>
                <a:cs typeface="Tahoma"/>
              </a:rPr>
              <a:t>Count</a:t>
            </a:r>
            <a:r>
              <a:rPr sz="1350" spc="-9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350" spc="-75" dirty="0">
                <a:solidFill>
                  <a:srgbClr val="252423"/>
                </a:solidFill>
                <a:latin typeface="Tahoma"/>
                <a:cs typeface="Tahoma"/>
              </a:rPr>
              <a:t>of</a:t>
            </a:r>
            <a:r>
              <a:rPr sz="1350" spc="-8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350" spc="-55" dirty="0">
                <a:solidFill>
                  <a:srgbClr val="252423"/>
                </a:solidFill>
                <a:latin typeface="Tahoma"/>
                <a:cs typeface="Tahoma"/>
              </a:rPr>
              <a:t>year</a:t>
            </a:r>
            <a:r>
              <a:rPr sz="1350" spc="-8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350" spc="-75" dirty="0">
                <a:solidFill>
                  <a:srgbClr val="252423"/>
                </a:solidFill>
                <a:latin typeface="Tahoma"/>
                <a:cs typeface="Tahoma"/>
              </a:rPr>
              <a:t>by</a:t>
            </a:r>
            <a:r>
              <a:rPr sz="1350" spc="-9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252423"/>
                </a:solidFill>
                <a:latin typeface="Tahoma"/>
                <a:cs typeface="Tahoma"/>
              </a:rPr>
              <a:t>year</a:t>
            </a:r>
            <a:endParaRPr sz="1350" dirty="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666206" y="1895416"/>
            <a:ext cx="4613275" cy="4380865"/>
            <a:chOff x="3666205" y="1666815"/>
            <a:chExt cx="4613275" cy="4380865"/>
          </a:xfrm>
        </p:grpSpPr>
        <p:sp>
          <p:nvSpPr>
            <p:cNvPr id="6" name="object 6"/>
            <p:cNvSpPr/>
            <p:nvPr/>
          </p:nvSpPr>
          <p:spPr>
            <a:xfrm>
              <a:off x="5963357" y="1916424"/>
              <a:ext cx="15240" cy="1958975"/>
            </a:xfrm>
            <a:custGeom>
              <a:avLst/>
              <a:gdLst/>
              <a:ahLst/>
              <a:cxnLst/>
              <a:rect l="l" t="t" r="r" b="b"/>
              <a:pathLst>
                <a:path w="15239" h="1958975">
                  <a:moveTo>
                    <a:pt x="0" y="1958893"/>
                  </a:moveTo>
                  <a:lnTo>
                    <a:pt x="0" y="0"/>
                  </a:lnTo>
                  <a:lnTo>
                    <a:pt x="14816" y="56"/>
                  </a:lnTo>
                  <a:lnTo>
                    <a:pt x="0" y="1958893"/>
                  </a:lnTo>
                  <a:close/>
                </a:path>
              </a:pathLst>
            </a:custGeom>
            <a:solidFill>
              <a:srgbClr val="3312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963357" y="1916480"/>
              <a:ext cx="36830" cy="1958975"/>
            </a:xfrm>
            <a:custGeom>
              <a:avLst/>
              <a:gdLst/>
              <a:ahLst/>
              <a:cxnLst/>
              <a:rect l="l" t="t" r="r" b="b"/>
              <a:pathLst>
                <a:path w="36829" h="1958975">
                  <a:moveTo>
                    <a:pt x="0" y="1958836"/>
                  </a:moveTo>
                  <a:lnTo>
                    <a:pt x="14816" y="0"/>
                  </a:lnTo>
                  <a:lnTo>
                    <a:pt x="36588" y="285"/>
                  </a:lnTo>
                  <a:lnTo>
                    <a:pt x="0" y="1958836"/>
                  </a:lnTo>
                  <a:close/>
                </a:path>
              </a:pathLst>
            </a:custGeom>
            <a:solidFill>
              <a:srgbClr val="B500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963357" y="1916765"/>
              <a:ext cx="62865" cy="1958975"/>
            </a:xfrm>
            <a:custGeom>
              <a:avLst/>
              <a:gdLst/>
              <a:ahLst/>
              <a:cxnLst/>
              <a:rect l="l" t="t" r="r" b="b"/>
              <a:pathLst>
                <a:path w="62864" h="1958975">
                  <a:moveTo>
                    <a:pt x="0" y="1958551"/>
                  </a:moveTo>
                  <a:lnTo>
                    <a:pt x="36588" y="0"/>
                  </a:lnTo>
                  <a:lnTo>
                    <a:pt x="62640" y="660"/>
                  </a:lnTo>
                  <a:lnTo>
                    <a:pt x="0" y="1958551"/>
                  </a:lnTo>
                  <a:close/>
                </a:path>
              </a:pathLst>
            </a:custGeom>
            <a:solidFill>
              <a:srgbClr val="450E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63357" y="1917426"/>
              <a:ext cx="90805" cy="1958339"/>
            </a:xfrm>
            <a:custGeom>
              <a:avLst/>
              <a:gdLst/>
              <a:ahLst/>
              <a:cxnLst/>
              <a:rect l="l" t="t" r="r" b="b"/>
              <a:pathLst>
                <a:path w="90804" h="1958339">
                  <a:moveTo>
                    <a:pt x="0" y="1957891"/>
                  </a:moveTo>
                  <a:lnTo>
                    <a:pt x="62640" y="0"/>
                  </a:lnTo>
                  <a:lnTo>
                    <a:pt x="90559" y="1092"/>
                  </a:lnTo>
                  <a:lnTo>
                    <a:pt x="0" y="1957891"/>
                  </a:lnTo>
                  <a:close/>
                </a:path>
              </a:pathLst>
            </a:custGeom>
            <a:solidFill>
              <a:srgbClr val="C84E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963357" y="1918518"/>
              <a:ext cx="156210" cy="1957070"/>
            </a:xfrm>
            <a:custGeom>
              <a:avLst/>
              <a:gdLst/>
              <a:ahLst/>
              <a:cxnLst/>
              <a:rect l="l" t="t" r="r" b="b"/>
              <a:pathLst>
                <a:path w="156210" h="1957070">
                  <a:moveTo>
                    <a:pt x="0" y="1956798"/>
                  </a:moveTo>
                  <a:lnTo>
                    <a:pt x="90559" y="0"/>
                  </a:lnTo>
                  <a:lnTo>
                    <a:pt x="123377" y="1794"/>
                  </a:lnTo>
                  <a:lnTo>
                    <a:pt x="156160" y="4140"/>
                  </a:lnTo>
                  <a:lnTo>
                    <a:pt x="0" y="1956798"/>
                  </a:lnTo>
                  <a:close/>
                </a:path>
              </a:pathLst>
            </a:custGeom>
            <a:solidFill>
              <a:srgbClr val="0020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963357" y="1922658"/>
              <a:ext cx="285115" cy="1953260"/>
            </a:xfrm>
            <a:custGeom>
              <a:avLst/>
              <a:gdLst/>
              <a:ahLst/>
              <a:cxnLst/>
              <a:rect l="l" t="t" r="r" b="b"/>
              <a:pathLst>
                <a:path w="285114" h="1953260">
                  <a:moveTo>
                    <a:pt x="0" y="1952658"/>
                  </a:moveTo>
                  <a:lnTo>
                    <a:pt x="156160" y="0"/>
                  </a:lnTo>
                  <a:lnTo>
                    <a:pt x="188380" y="2844"/>
                  </a:lnTo>
                  <a:lnTo>
                    <a:pt x="220539" y="6219"/>
                  </a:lnTo>
                  <a:lnTo>
                    <a:pt x="252638" y="10125"/>
                  </a:lnTo>
                  <a:lnTo>
                    <a:pt x="284678" y="14561"/>
                  </a:lnTo>
                  <a:lnTo>
                    <a:pt x="0" y="1952658"/>
                  </a:lnTo>
                  <a:close/>
                </a:path>
              </a:pathLst>
            </a:custGeom>
            <a:solidFill>
              <a:srgbClr val="0057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963357" y="1937220"/>
              <a:ext cx="415290" cy="1938655"/>
            </a:xfrm>
            <a:custGeom>
              <a:avLst/>
              <a:gdLst/>
              <a:ahLst/>
              <a:cxnLst/>
              <a:rect l="l" t="t" r="r" b="b"/>
              <a:pathLst>
                <a:path w="415289" h="1938654">
                  <a:moveTo>
                    <a:pt x="0" y="1938097"/>
                  </a:moveTo>
                  <a:lnTo>
                    <a:pt x="284678" y="0"/>
                  </a:lnTo>
                  <a:lnTo>
                    <a:pt x="317410" y="5090"/>
                  </a:lnTo>
                  <a:lnTo>
                    <a:pt x="350041" y="10732"/>
                  </a:lnTo>
                  <a:lnTo>
                    <a:pt x="382573" y="16925"/>
                  </a:lnTo>
                  <a:lnTo>
                    <a:pt x="415005" y="23669"/>
                  </a:lnTo>
                  <a:lnTo>
                    <a:pt x="0" y="1938097"/>
                  </a:lnTo>
                  <a:close/>
                </a:path>
              </a:pathLst>
            </a:custGeom>
            <a:solidFill>
              <a:srgbClr val="2589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963357" y="1960889"/>
              <a:ext cx="577850" cy="1914525"/>
            </a:xfrm>
            <a:custGeom>
              <a:avLst/>
              <a:gdLst/>
              <a:ahLst/>
              <a:cxnLst/>
              <a:rect l="l" t="t" r="r" b="b"/>
              <a:pathLst>
                <a:path w="577850" h="1914525">
                  <a:moveTo>
                    <a:pt x="0" y="1914427"/>
                  </a:moveTo>
                  <a:lnTo>
                    <a:pt x="415005" y="0"/>
                  </a:lnTo>
                  <a:lnTo>
                    <a:pt x="455977" y="9342"/>
                  </a:lnTo>
                  <a:lnTo>
                    <a:pt x="496720" y="19557"/>
                  </a:lnTo>
                  <a:lnTo>
                    <a:pt x="537235" y="30643"/>
                  </a:lnTo>
                  <a:lnTo>
                    <a:pt x="577522" y="42602"/>
                  </a:lnTo>
                  <a:lnTo>
                    <a:pt x="0" y="1914427"/>
                  </a:lnTo>
                  <a:close/>
                </a:path>
              </a:pathLst>
            </a:custGeom>
            <a:solidFill>
              <a:srgbClr val="1F99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63357" y="2003491"/>
              <a:ext cx="745490" cy="1871980"/>
            </a:xfrm>
            <a:custGeom>
              <a:avLst/>
              <a:gdLst/>
              <a:ahLst/>
              <a:cxnLst/>
              <a:rect l="l" t="t" r="r" b="b"/>
              <a:pathLst>
                <a:path w="745490" h="1871979">
                  <a:moveTo>
                    <a:pt x="0" y="1871825"/>
                  </a:moveTo>
                  <a:lnTo>
                    <a:pt x="577522" y="0"/>
                  </a:lnTo>
                  <a:lnTo>
                    <a:pt x="620006" y="13639"/>
                  </a:lnTo>
                  <a:lnTo>
                    <a:pt x="662147" y="28234"/>
                  </a:lnTo>
                  <a:lnTo>
                    <a:pt x="703945" y="43786"/>
                  </a:lnTo>
                  <a:lnTo>
                    <a:pt x="745399" y="60295"/>
                  </a:lnTo>
                  <a:lnTo>
                    <a:pt x="0" y="1871825"/>
                  </a:lnTo>
                  <a:close/>
                </a:path>
              </a:pathLst>
            </a:custGeom>
            <a:solidFill>
              <a:srgbClr val="FF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963357" y="2063787"/>
              <a:ext cx="920115" cy="1811655"/>
            </a:xfrm>
            <a:custGeom>
              <a:avLst/>
              <a:gdLst/>
              <a:ahLst/>
              <a:cxnLst/>
              <a:rect l="l" t="t" r="r" b="b"/>
              <a:pathLst>
                <a:path w="920115" h="1811654">
                  <a:moveTo>
                    <a:pt x="0" y="1811530"/>
                  </a:moveTo>
                  <a:lnTo>
                    <a:pt x="745399" y="0"/>
                  </a:lnTo>
                  <a:lnTo>
                    <a:pt x="789766" y="18896"/>
                  </a:lnTo>
                  <a:lnTo>
                    <a:pt x="833628" y="38868"/>
                  </a:lnTo>
                  <a:lnTo>
                    <a:pt x="876985" y="59913"/>
                  </a:lnTo>
                  <a:lnTo>
                    <a:pt x="919837" y="82032"/>
                  </a:lnTo>
                  <a:lnTo>
                    <a:pt x="0" y="1811530"/>
                  </a:lnTo>
                  <a:close/>
                </a:path>
              </a:pathLst>
            </a:custGeom>
            <a:solidFill>
              <a:srgbClr val="996F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963357" y="2145819"/>
              <a:ext cx="1103630" cy="1729739"/>
            </a:xfrm>
            <a:custGeom>
              <a:avLst/>
              <a:gdLst/>
              <a:ahLst/>
              <a:cxnLst/>
              <a:rect l="l" t="t" r="r" b="b"/>
              <a:pathLst>
                <a:path w="1103629" h="1729739">
                  <a:moveTo>
                    <a:pt x="0" y="1729497"/>
                  </a:moveTo>
                  <a:lnTo>
                    <a:pt x="919837" y="0"/>
                  </a:lnTo>
                  <a:lnTo>
                    <a:pt x="966817" y="25816"/>
                  </a:lnTo>
                  <a:lnTo>
                    <a:pt x="1013039" y="52887"/>
                  </a:lnTo>
                  <a:lnTo>
                    <a:pt x="1058503" y="81214"/>
                  </a:lnTo>
                  <a:lnTo>
                    <a:pt x="1103208" y="110796"/>
                  </a:lnTo>
                  <a:lnTo>
                    <a:pt x="0" y="1729497"/>
                  </a:lnTo>
                  <a:close/>
                </a:path>
              </a:pathLst>
            </a:custGeom>
            <a:solidFill>
              <a:srgbClr val="533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963357" y="2256616"/>
              <a:ext cx="1274445" cy="1619250"/>
            </a:xfrm>
            <a:custGeom>
              <a:avLst/>
              <a:gdLst/>
              <a:ahLst/>
              <a:cxnLst/>
              <a:rect l="l" t="t" r="r" b="b"/>
              <a:pathLst>
                <a:path w="1274445" h="1619250">
                  <a:moveTo>
                    <a:pt x="0" y="1618700"/>
                  </a:moveTo>
                  <a:lnTo>
                    <a:pt x="1103208" y="0"/>
                  </a:lnTo>
                  <a:lnTo>
                    <a:pt x="1147302" y="30946"/>
                  </a:lnTo>
                  <a:lnTo>
                    <a:pt x="1190496" y="63069"/>
                  </a:lnTo>
                  <a:lnTo>
                    <a:pt x="1232789" y="96368"/>
                  </a:lnTo>
                  <a:lnTo>
                    <a:pt x="1274183" y="130843"/>
                  </a:lnTo>
                  <a:lnTo>
                    <a:pt x="0" y="1618700"/>
                  </a:lnTo>
                  <a:close/>
                </a:path>
              </a:pathLst>
            </a:custGeom>
            <a:solidFill>
              <a:srgbClr val="EC0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963357" y="2387460"/>
              <a:ext cx="1431290" cy="1488440"/>
            </a:xfrm>
            <a:custGeom>
              <a:avLst/>
              <a:gdLst/>
              <a:ahLst/>
              <a:cxnLst/>
              <a:rect l="l" t="t" r="r" b="b"/>
              <a:pathLst>
                <a:path w="1431290" h="1488439">
                  <a:moveTo>
                    <a:pt x="0" y="1487857"/>
                  </a:moveTo>
                  <a:lnTo>
                    <a:pt x="1274183" y="0"/>
                  </a:lnTo>
                  <a:lnTo>
                    <a:pt x="1314935" y="35889"/>
                  </a:lnTo>
                  <a:lnTo>
                    <a:pt x="1354647" y="72865"/>
                  </a:lnTo>
                  <a:lnTo>
                    <a:pt x="1393318" y="110929"/>
                  </a:lnTo>
                  <a:lnTo>
                    <a:pt x="1430948" y="150079"/>
                  </a:lnTo>
                  <a:lnTo>
                    <a:pt x="0" y="1487857"/>
                  </a:lnTo>
                  <a:close/>
                </a:path>
              </a:pathLst>
            </a:custGeom>
            <a:solidFill>
              <a:srgbClr val="9900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963357" y="2537539"/>
              <a:ext cx="1573530" cy="1337945"/>
            </a:xfrm>
            <a:custGeom>
              <a:avLst/>
              <a:gdLst/>
              <a:ahLst/>
              <a:cxnLst/>
              <a:rect l="l" t="t" r="r" b="b"/>
              <a:pathLst>
                <a:path w="1573529" h="1337945">
                  <a:moveTo>
                    <a:pt x="0" y="1337777"/>
                  </a:moveTo>
                  <a:lnTo>
                    <a:pt x="1430948" y="0"/>
                  </a:lnTo>
                  <a:lnTo>
                    <a:pt x="1468278" y="41079"/>
                  </a:lnTo>
                  <a:lnTo>
                    <a:pt x="1504401" y="83166"/>
                  </a:lnTo>
                  <a:lnTo>
                    <a:pt x="1539316" y="126260"/>
                  </a:lnTo>
                  <a:lnTo>
                    <a:pt x="1573023" y="170361"/>
                  </a:lnTo>
                  <a:lnTo>
                    <a:pt x="0" y="1337777"/>
                  </a:lnTo>
                  <a:close/>
                </a:path>
              </a:pathLst>
            </a:custGeom>
            <a:solidFill>
              <a:srgbClr val="FF6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963357" y="2707901"/>
              <a:ext cx="1696085" cy="1167765"/>
            </a:xfrm>
            <a:custGeom>
              <a:avLst/>
              <a:gdLst/>
              <a:ahLst/>
              <a:cxnLst/>
              <a:rect l="l" t="t" r="r" b="b"/>
              <a:pathLst>
                <a:path w="1696084" h="1167764">
                  <a:moveTo>
                    <a:pt x="0" y="1167415"/>
                  </a:moveTo>
                  <a:lnTo>
                    <a:pt x="1573023" y="0"/>
                  </a:lnTo>
                  <a:lnTo>
                    <a:pt x="1605717" y="45391"/>
                  </a:lnTo>
                  <a:lnTo>
                    <a:pt x="1637077" y="91660"/>
                  </a:lnTo>
                  <a:lnTo>
                    <a:pt x="1667102" y="138806"/>
                  </a:lnTo>
                  <a:lnTo>
                    <a:pt x="1695792" y="186829"/>
                  </a:lnTo>
                  <a:lnTo>
                    <a:pt x="0" y="1167415"/>
                  </a:lnTo>
                  <a:close/>
                </a:path>
              </a:pathLst>
            </a:custGeom>
            <a:solidFill>
              <a:srgbClr val="4567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963357" y="2894731"/>
              <a:ext cx="1800225" cy="981075"/>
            </a:xfrm>
            <a:custGeom>
              <a:avLst/>
              <a:gdLst/>
              <a:ahLst/>
              <a:cxnLst/>
              <a:rect l="l" t="t" r="r" b="b"/>
              <a:pathLst>
                <a:path w="1800225" h="981075">
                  <a:moveTo>
                    <a:pt x="0" y="980586"/>
                  </a:moveTo>
                  <a:lnTo>
                    <a:pt x="1695792" y="0"/>
                  </a:lnTo>
                  <a:lnTo>
                    <a:pt x="1718550" y="40453"/>
                  </a:lnTo>
                  <a:lnTo>
                    <a:pt x="1740326" y="81399"/>
                  </a:lnTo>
                  <a:lnTo>
                    <a:pt x="1761119" y="122838"/>
                  </a:lnTo>
                  <a:lnTo>
                    <a:pt x="1780929" y="164770"/>
                  </a:lnTo>
                  <a:lnTo>
                    <a:pt x="1799757" y="207195"/>
                  </a:lnTo>
                  <a:lnTo>
                    <a:pt x="0" y="980586"/>
                  </a:lnTo>
                  <a:close/>
                </a:path>
              </a:pathLst>
            </a:custGeom>
            <a:solidFill>
              <a:srgbClr val="0090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963357" y="3101926"/>
              <a:ext cx="1882139" cy="773430"/>
            </a:xfrm>
            <a:custGeom>
              <a:avLst/>
              <a:gdLst/>
              <a:ahLst/>
              <a:cxnLst/>
              <a:rect l="l" t="t" r="r" b="b"/>
              <a:pathLst>
                <a:path w="1882140" h="773429">
                  <a:moveTo>
                    <a:pt x="0" y="773391"/>
                  </a:moveTo>
                  <a:lnTo>
                    <a:pt x="1799757" y="0"/>
                  </a:lnTo>
                  <a:lnTo>
                    <a:pt x="1818442" y="45011"/>
                  </a:lnTo>
                  <a:lnTo>
                    <a:pt x="1835985" y="90432"/>
                  </a:lnTo>
                  <a:lnTo>
                    <a:pt x="1852387" y="136260"/>
                  </a:lnTo>
                  <a:lnTo>
                    <a:pt x="1867649" y="182497"/>
                  </a:lnTo>
                  <a:lnTo>
                    <a:pt x="1881769" y="229143"/>
                  </a:lnTo>
                  <a:lnTo>
                    <a:pt x="0" y="773391"/>
                  </a:lnTo>
                  <a:close/>
                </a:path>
              </a:pathLst>
            </a:custGeom>
            <a:solidFill>
              <a:srgbClr val="5BD5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963357" y="3331069"/>
              <a:ext cx="1936114" cy="544830"/>
            </a:xfrm>
            <a:custGeom>
              <a:avLst/>
              <a:gdLst/>
              <a:ahLst/>
              <a:cxnLst/>
              <a:rect l="l" t="t" r="r" b="b"/>
              <a:pathLst>
                <a:path w="1936115" h="544829">
                  <a:moveTo>
                    <a:pt x="0" y="544248"/>
                  </a:moveTo>
                  <a:lnTo>
                    <a:pt x="1881769" y="0"/>
                  </a:lnTo>
                  <a:lnTo>
                    <a:pt x="1895115" y="48461"/>
                  </a:lnTo>
                  <a:lnTo>
                    <a:pt x="1907203" y="97200"/>
                  </a:lnTo>
                  <a:lnTo>
                    <a:pt x="1918032" y="146217"/>
                  </a:lnTo>
                  <a:lnTo>
                    <a:pt x="1927602" y="195512"/>
                  </a:lnTo>
                  <a:lnTo>
                    <a:pt x="1935914" y="245086"/>
                  </a:lnTo>
                  <a:lnTo>
                    <a:pt x="0" y="544248"/>
                  </a:lnTo>
                  <a:close/>
                </a:path>
              </a:pathLst>
            </a:custGeom>
            <a:solidFill>
              <a:srgbClr val="00DA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963357" y="3576155"/>
              <a:ext cx="1958975" cy="299720"/>
            </a:xfrm>
            <a:custGeom>
              <a:avLst/>
              <a:gdLst/>
              <a:ahLst/>
              <a:cxnLst/>
              <a:rect l="l" t="t" r="r" b="b"/>
              <a:pathLst>
                <a:path w="1958975" h="299720">
                  <a:moveTo>
                    <a:pt x="0" y="299161"/>
                  </a:moveTo>
                  <a:lnTo>
                    <a:pt x="1935914" y="0"/>
                  </a:lnTo>
                  <a:lnTo>
                    <a:pt x="1943592" y="54787"/>
                  </a:lnTo>
                  <a:lnTo>
                    <a:pt x="1949715" y="109703"/>
                  </a:lnTo>
                  <a:lnTo>
                    <a:pt x="1954281" y="164748"/>
                  </a:lnTo>
                  <a:lnTo>
                    <a:pt x="1957292" y="219923"/>
                  </a:lnTo>
                  <a:lnTo>
                    <a:pt x="1958746" y="275226"/>
                  </a:lnTo>
                  <a:lnTo>
                    <a:pt x="0" y="299161"/>
                  </a:lnTo>
                  <a:close/>
                </a:path>
              </a:pathLst>
            </a:custGeom>
            <a:solidFill>
              <a:srgbClr val="FF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963357" y="3851381"/>
              <a:ext cx="1958975" cy="288925"/>
            </a:xfrm>
            <a:custGeom>
              <a:avLst/>
              <a:gdLst/>
              <a:ahLst/>
              <a:cxnLst/>
              <a:rect l="l" t="t" r="r" b="b"/>
              <a:pathLst>
                <a:path w="1958975" h="288925">
                  <a:moveTo>
                    <a:pt x="1940905" y="288786"/>
                  </a:moveTo>
                  <a:lnTo>
                    <a:pt x="0" y="23935"/>
                  </a:lnTo>
                  <a:lnTo>
                    <a:pt x="1958746" y="0"/>
                  </a:lnTo>
                  <a:lnTo>
                    <a:pt x="1958743" y="48314"/>
                  </a:lnTo>
                  <a:lnTo>
                    <a:pt x="1957552" y="96555"/>
                  </a:lnTo>
                  <a:lnTo>
                    <a:pt x="1955172" y="144723"/>
                  </a:lnTo>
                  <a:lnTo>
                    <a:pt x="1951605" y="192817"/>
                  </a:lnTo>
                  <a:lnTo>
                    <a:pt x="1946849" y="240838"/>
                  </a:lnTo>
                  <a:lnTo>
                    <a:pt x="1940905" y="288786"/>
                  </a:lnTo>
                  <a:close/>
                </a:path>
              </a:pathLst>
            </a:custGeom>
            <a:solidFill>
              <a:srgbClr val="C3A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963357" y="3875317"/>
              <a:ext cx="1941195" cy="565150"/>
            </a:xfrm>
            <a:custGeom>
              <a:avLst/>
              <a:gdLst/>
              <a:ahLst/>
              <a:cxnLst/>
              <a:rect l="l" t="t" r="r" b="b"/>
              <a:pathLst>
                <a:path w="1941195" h="565150">
                  <a:moveTo>
                    <a:pt x="1875766" y="564590"/>
                  </a:moveTo>
                  <a:lnTo>
                    <a:pt x="0" y="0"/>
                  </a:lnTo>
                  <a:lnTo>
                    <a:pt x="1940905" y="264851"/>
                  </a:lnTo>
                  <a:lnTo>
                    <a:pt x="1933318" y="315518"/>
                  </a:lnTo>
                  <a:lnTo>
                    <a:pt x="1924423" y="365900"/>
                  </a:lnTo>
                  <a:lnTo>
                    <a:pt x="1914221" y="415999"/>
                  </a:lnTo>
                  <a:lnTo>
                    <a:pt x="1902710" y="465814"/>
                  </a:lnTo>
                  <a:lnTo>
                    <a:pt x="1889892" y="515344"/>
                  </a:lnTo>
                  <a:lnTo>
                    <a:pt x="1875766" y="564590"/>
                  </a:lnTo>
                  <a:close/>
                </a:path>
              </a:pathLst>
            </a:custGeom>
            <a:solidFill>
              <a:srgbClr val="B4A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963357" y="3875317"/>
              <a:ext cx="1875789" cy="913765"/>
            </a:xfrm>
            <a:custGeom>
              <a:avLst/>
              <a:gdLst/>
              <a:ahLst/>
              <a:cxnLst/>
              <a:rect l="l" t="t" r="r" b="b"/>
              <a:pathLst>
                <a:path w="1875790" h="913764">
                  <a:moveTo>
                    <a:pt x="1732884" y="913439"/>
                  </a:moveTo>
                  <a:lnTo>
                    <a:pt x="0" y="0"/>
                  </a:lnTo>
                  <a:lnTo>
                    <a:pt x="1875766" y="564590"/>
                  </a:lnTo>
                  <a:lnTo>
                    <a:pt x="1859484" y="616117"/>
                  </a:lnTo>
                  <a:lnTo>
                    <a:pt x="1841825" y="667080"/>
                  </a:lnTo>
                  <a:lnTo>
                    <a:pt x="1822790" y="717479"/>
                  </a:lnTo>
                  <a:lnTo>
                    <a:pt x="1802378" y="767315"/>
                  </a:lnTo>
                  <a:lnTo>
                    <a:pt x="1780590" y="816587"/>
                  </a:lnTo>
                  <a:lnTo>
                    <a:pt x="1757425" y="865295"/>
                  </a:lnTo>
                  <a:lnTo>
                    <a:pt x="1732884" y="913439"/>
                  </a:lnTo>
                  <a:close/>
                </a:path>
              </a:pathLst>
            </a:custGeom>
            <a:solidFill>
              <a:srgbClr val="F472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963357" y="3875317"/>
              <a:ext cx="1732914" cy="1256030"/>
            </a:xfrm>
            <a:custGeom>
              <a:avLst/>
              <a:gdLst/>
              <a:ahLst/>
              <a:cxnLst/>
              <a:rect l="l" t="t" r="r" b="b"/>
              <a:pathLst>
                <a:path w="1732915" h="1256029">
                  <a:moveTo>
                    <a:pt x="1503507" y="1255677"/>
                  </a:moveTo>
                  <a:lnTo>
                    <a:pt x="0" y="0"/>
                  </a:lnTo>
                  <a:lnTo>
                    <a:pt x="1732884" y="913439"/>
                  </a:lnTo>
                  <a:lnTo>
                    <a:pt x="1708171" y="958872"/>
                  </a:lnTo>
                  <a:lnTo>
                    <a:pt x="1682326" y="1003546"/>
                  </a:lnTo>
                  <a:lnTo>
                    <a:pt x="1655350" y="1047463"/>
                  </a:lnTo>
                  <a:lnTo>
                    <a:pt x="1627244" y="1090622"/>
                  </a:lnTo>
                  <a:lnTo>
                    <a:pt x="1598006" y="1133023"/>
                  </a:lnTo>
                  <a:lnTo>
                    <a:pt x="1567637" y="1174665"/>
                  </a:lnTo>
                  <a:lnTo>
                    <a:pt x="1536138" y="1215550"/>
                  </a:lnTo>
                  <a:lnTo>
                    <a:pt x="1503507" y="1255677"/>
                  </a:lnTo>
                  <a:close/>
                </a:path>
              </a:pathLst>
            </a:custGeom>
            <a:solidFill>
              <a:srgbClr val="BE5C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963357" y="3875317"/>
              <a:ext cx="1503680" cy="1550670"/>
            </a:xfrm>
            <a:custGeom>
              <a:avLst/>
              <a:gdLst/>
              <a:ahLst/>
              <a:cxnLst/>
              <a:rect l="l" t="t" r="r" b="b"/>
              <a:pathLst>
                <a:path w="1503679" h="1550670">
                  <a:moveTo>
                    <a:pt x="1197292" y="1550403"/>
                  </a:moveTo>
                  <a:lnTo>
                    <a:pt x="0" y="0"/>
                  </a:lnTo>
                  <a:lnTo>
                    <a:pt x="1503507" y="1255677"/>
                  </a:lnTo>
                  <a:lnTo>
                    <a:pt x="1468748" y="1296173"/>
                  </a:lnTo>
                  <a:lnTo>
                    <a:pt x="1432984" y="1335624"/>
                  </a:lnTo>
                  <a:lnTo>
                    <a:pt x="1396215" y="1374031"/>
                  </a:lnTo>
                  <a:lnTo>
                    <a:pt x="1358440" y="1411394"/>
                  </a:lnTo>
                  <a:lnTo>
                    <a:pt x="1319661" y="1447713"/>
                  </a:lnTo>
                  <a:lnTo>
                    <a:pt x="1279876" y="1482987"/>
                  </a:lnTo>
                  <a:lnTo>
                    <a:pt x="1239087" y="1517217"/>
                  </a:lnTo>
                  <a:lnTo>
                    <a:pt x="1197292" y="1550403"/>
                  </a:lnTo>
                  <a:close/>
                </a:path>
              </a:pathLst>
            </a:custGeom>
            <a:solidFill>
              <a:srgbClr val="FFA0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963357" y="3875317"/>
              <a:ext cx="1197610" cy="1776095"/>
            </a:xfrm>
            <a:custGeom>
              <a:avLst/>
              <a:gdLst/>
              <a:ahLst/>
              <a:cxnLst/>
              <a:rect l="l" t="t" r="r" b="b"/>
              <a:pathLst>
                <a:path w="1197609" h="1776095">
                  <a:moveTo>
                    <a:pt x="827395" y="1775578"/>
                  </a:moveTo>
                  <a:lnTo>
                    <a:pt x="0" y="0"/>
                  </a:lnTo>
                  <a:lnTo>
                    <a:pt x="1197292" y="1550403"/>
                  </a:lnTo>
                  <a:lnTo>
                    <a:pt x="1158666" y="1579486"/>
                  </a:lnTo>
                  <a:lnTo>
                    <a:pt x="1119421" y="1607552"/>
                  </a:lnTo>
                  <a:lnTo>
                    <a:pt x="1079558" y="1634603"/>
                  </a:lnTo>
                  <a:lnTo>
                    <a:pt x="1039077" y="1660639"/>
                  </a:lnTo>
                  <a:lnTo>
                    <a:pt x="997977" y="1685658"/>
                  </a:lnTo>
                  <a:lnTo>
                    <a:pt x="956259" y="1709662"/>
                  </a:lnTo>
                  <a:lnTo>
                    <a:pt x="913923" y="1732649"/>
                  </a:lnTo>
                  <a:lnTo>
                    <a:pt x="870968" y="1754622"/>
                  </a:lnTo>
                  <a:lnTo>
                    <a:pt x="827395" y="1775578"/>
                  </a:lnTo>
                  <a:close/>
                </a:path>
              </a:pathLst>
            </a:custGeom>
            <a:solidFill>
              <a:srgbClr val="409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963357" y="3875317"/>
              <a:ext cx="827405" cy="1917700"/>
            </a:xfrm>
            <a:custGeom>
              <a:avLst/>
              <a:gdLst/>
              <a:ahLst/>
              <a:cxnLst/>
              <a:rect l="l" t="t" r="r" b="b"/>
              <a:pathLst>
                <a:path w="827404" h="1917700">
                  <a:moveTo>
                    <a:pt x="401359" y="1917334"/>
                  </a:moveTo>
                  <a:lnTo>
                    <a:pt x="0" y="0"/>
                  </a:lnTo>
                  <a:lnTo>
                    <a:pt x="827395" y="1775578"/>
                  </a:lnTo>
                  <a:lnTo>
                    <a:pt x="781673" y="1796183"/>
                  </a:lnTo>
                  <a:lnTo>
                    <a:pt x="735547" y="1815574"/>
                  </a:lnTo>
                  <a:lnTo>
                    <a:pt x="689017" y="1833752"/>
                  </a:lnTo>
                  <a:lnTo>
                    <a:pt x="642084" y="1850717"/>
                  </a:lnTo>
                  <a:lnTo>
                    <a:pt x="594747" y="1866467"/>
                  </a:lnTo>
                  <a:lnTo>
                    <a:pt x="547005" y="1881004"/>
                  </a:lnTo>
                  <a:lnTo>
                    <a:pt x="498861" y="1894328"/>
                  </a:lnTo>
                  <a:lnTo>
                    <a:pt x="450312" y="1906438"/>
                  </a:lnTo>
                  <a:lnTo>
                    <a:pt x="401359" y="1917334"/>
                  </a:lnTo>
                  <a:close/>
                </a:path>
              </a:pathLst>
            </a:custGeom>
            <a:solidFill>
              <a:srgbClr val="15C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872159" y="3875317"/>
              <a:ext cx="492759" cy="1958975"/>
            </a:xfrm>
            <a:custGeom>
              <a:avLst/>
              <a:gdLst/>
              <a:ahLst/>
              <a:cxnLst/>
              <a:rect l="l" t="t" r="r" b="b"/>
              <a:pathLst>
                <a:path w="492760" h="1958975">
                  <a:moveTo>
                    <a:pt x="99313" y="1958901"/>
                  </a:moveTo>
                  <a:lnTo>
                    <a:pt x="49707" y="1958461"/>
                  </a:lnTo>
                  <a:lnTo>
                    <a:pt x="0" y="1956768"/>
                  </a:lnTo>
                  <a:lnTo>
                    <a:pt x="91198" y="0"/>
                  </a:lnTo>
                  <a:lnTo>
                    <a:pt x="492558" y="1917334"/>
                  </a:lnTo>
                  <a:lnTo>
                    <a:pt x="443753" y="1926914"/>
                  </a:lnTo>
                  <a:lnTo>
                    <a:pt x="394848" y="1935241"/>
                  </a:lnTo>
                  <a:lnTo>
                    <a:pt x="345843" y="1942316"/>
                  </a:lnTo>
                  <a:lnTo>
                    <a:pt x="296738" y="1948138"/>
                  </a:lnTo>
                  <a:lnTo>
                    <a:pt x="247532" y="1952707"/>
                  </a:lnTo>
                  <a:lnTo>
                    <a:pt x="198226" y="1956025"/>
                  </a:lnTo>
                  <a:lnTo>
                    <a:pt x="148820" y="1958089"/>
                  </a:lnTo>
                  <a:lnTo>
                    <a:pt x="99313" y="1958901"/>
                  </a:lnTo>
                  <a:close/>
                </a:path>
              </a:pathLst>
            </a:custGeom>
            <a:solidFill>
              <a:srgbClr val="1A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351474" y="3875317"/>
              <a:ext cx="612140" cy="1957070"/>
            </a:xfrm>
            <a:custGeom>
              <a:avLst/>
              <a:gdLst/>
              <a:ahLst/>
              <a:cxnLst/>
              <a:rect l="l" t="t" r="r" b="b"/>
              <a:pathLst>
                <a:path w="612139" h="1957070">
                  <a:moveTo>
                    <a:pt x="520684" y="1956768"/>
                  </a:moveTo>
                  <a:lnTo>
                    <a:pt x="467439" y="1953571"/>
                  </a:lnTo>
                  <a:lnTo>
                    <a:pt x="414455" y="1948952"/>
                  </a:lnTo>
                  <a:lnTo>
                    <a:pt x="361732" y="1942914"/>
                  </a:lnTo>
                  <a:lnTo>
                    <a:pt x="309272" y="1935455"/>
                  </a:lnTo>
                  <a:lnTo>
                    <a:pt x="257072" y="1926576"/>
                  </a:lnTo>
                  <a:lnTo>
                    <a:pt x="205135" y="1916277"/>
                  </a:lnTo>
                  <a:lnTo>
                    <a:pt x="153458" y="1904557"/>
                  </a:lnTo>
                  <a:lnTo>
                    <a:pt x="102044" y="1891417"/>
                  </a:lnTo>
                  <a:lnTo>
                    <a:pt x="50891" y="1876857"/>
                  </a:lnTo>
                  <a:lnTo>
                    <a:pt x="0" y="1860876"/>
                  </a:lnTo>
                  <a:lnTo>
                    <a:pt x="611883" y="0"/>
                  </a:lnTo>
                  <a:lnTo>
                    <a:pt x="520684" y="1956768"/>
                  </a:lnTo>
                  <a:close/>
                </a:path>
              </a:pathLst>
            </a:custGeom>
            <a:solidFill>
              <a:srgbClr val="1872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828911" y="3875317"/>
              <a:ext cx="1134745" cy="1861185"/>
            </a:xfrm>
            <a:custGeom>
              <a:avLst/>
              <a:gdLst/>
              <a:ahLst/>
              <a:cxnLst/>
              <a:rect l="l" t="t" r="r" b="b"/>
              <a:pathLst>
                <a:path w="1134745" h="1861185">
                  <a:moveTo>
                    <a:pt x="522562" y="1860876"/>
                  </a:moveTo>
                  <a:lnTo>
                    <a:pt x="475969" y="1844916"/>
                  </a:lnTo>
                  <a:lnTo>
                    <a:pt x="429929" y="1827859"/>
                  </a:lnTo>
                  <a:lnTo>
                    <a:pt x="384443" y="1809705"/>
                  </a:lnTo>
                  <a:lnTo>
                    <a:pt x="339512" y="1790454"/>
                  </a:lnTo>
                  <a:lnTo>
                    <a:pt x="295134" y="1770107"/>
                  </a:lnTo>
                  <a:lnTo>
                    <a:pt x="251310" y="1748663"/>
                  </a:lnTo>
                  <a:lnTo>
                    <a:pt x="208040" y="1726121"/>
                  </a:lnTo>
                  <a:lnTo>
                    <a:pt x="165324" y="1702484"/>
                  </a:lnTo>
                  <a:lnTo>
                    <a:pt x="123162" y="1677749"/>
                  </a:lnTo>
                  <a:lnTo>
                    <a:pt x="81554" y="1651917"/>
                  </a:lnTo>
                  <a:lnTo>
                    <a:pt x="40500" y="1624989"/>
                  </a:lnTo>
                  <a:lnTo>
                    <a:pt x="0" y="1596964"/>
                  </a:lnTo>
                  <a:lnTo>
                    <a:pt x="1134446" y="0"/>
                  </a:lnTo>
                  <a:lnTo>
                    <a:pt x="522562" y="1860876"/>
                  </a:lnTo>
                  <a:close/>
                </a:path>
              </a:pathLst>
            </a:custGeom>
            <a:solidFill>
              <a:srgbClr val="D545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382969" y="3875317"/>
              <a:ext cx="1580515" cy="1597025"/>
            </a:xfrm>
            <a:custGeom>
              <a:avLst/>
              <a:gdLst/>
              <a:ahLst/>
              <a:cxnLst/>
              <a:rect l="l" t="t" r="r" b="b"/>
              <a:pathLst>
                <a:path w="1580514" h="1597025">
                  <a:moveTo>
                    <a:pt x="445941" y="1596964"/>
                  </a:moveTo>
                  <a:lnTo>
                    <a:pt x="403343" y="1565851"/>
                  </a:lnTo>
                  <a:lnTo>
                    <a:pt x="361734" y="1533735"/>
                  </a:lnTo>
                  <a:lnTo>
                    <a:pt x="321113" y="1500617"/>
                  </a:lnTo>
                  <a:lnTo>
                    <a:pt x="281480" y="1466495"/>
                  </a:lnTo>
                  <a:lnTo>
                    <a:pt x="242836" y="1431371"/>
                  </a:lnTo>
                  <a:lnTo>
                    <a:pt x="205180" y="1395245"/>
                  </a:lnTo>
                  <a:lnTo>
                    <a:pt x="168512" y="1358115"/>
                  </a:lnTo>
                  <a:lnTo>
                    <a:pt x="132833" y="1319983"/>
                  </a:lnTo>
                  <a:lnTo>
                    <a:pt x="98142" y="1280848"/>
                  </a:lnTo>
                  <a:lnTo>
                    <a:pt x="64439" y="1240710"/>
                  </a:lnTo>
                  <a:lnTo>
                    <a:pt x="31725" y="1199570"/>
                  </a:lnTo>
                  <a:lnTo>
                    <a:pt x="0" y="1157426"/>
                  </a:lnTo>
                  <a:lnTo>
                    <a:pt x="1580387" y="0"/>
                  </a:lnTo>
                  <a:lnTo>
                    <a:pt x="445941" y="1596964"/>
                  </a:lnTo>
                  <a:close/>
                </a:path>
              </a:pathLst>
            </a:custGeom>
            <a:solidFill>
              <a:srgbClr val="D9B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096016" y="3875317"/>
              <a:ext cx="1867535" cy="1157605"/>
            </a:xfrm>
            <a:custGeom>
              <a:avLst/>
              <a:gdLst/>
              <a:ahLst/>
              <a:cxnLst/>
              <a:rect l="l" t="t" r="r" b="b"/>
              <a:pathLst>
                <a:path w="1867535" h="1157604">
                  <a:moveTo>
                    <a:pt x="286953" y="1157426"/>
                  </a:moveTo>
                  <a:lnTo>
                    <a:pt x="258292" y="1117264"/>
                  </a:lnTo>
                  <a:lnTo>
                    <a:pt x="230729" y="1076544"/>
                  </a:lnTo>
                  <a:lnTo>
                    <a:pt x="204264" y="1035267"/>
                  </a:lnTo>
                  <a:lnTo>
                    <a:pt x="178897" y="993433"/>
                  </a:lnTo>
                  <a:lnTo>
                    <a:pt x="154628" y="951042"/>
                  </a:lnTo>
                  <a:lnTo>
                    <a:pt x="131456" y="908094"/>
                  </a:lnTo>
                  <a:lnTo>
                    <a:pt x="109383" y="864589"/>
                  </a:lnTo>
                  <a:lnTo>
                    <a:pt x="88408" y="820527"/>
                  </a:lnTo>
                  <a:lnTo>
                    <a:pt x="68530" y="775908"/>
                  </a:lnTo>
                  <a:lnTo>
                    <a:pt x="49751" y="730731"/>
                  </a:lnTo>
                  <a:lnTo>
                    <a:pt x="32069" y="684998"/>
                  </a:lnTo>
                  <a:lnTo>
                    <a:pt x="15485" y="638708"/>
                  </a:lnTo>
                  <a:lnTo>
                    <a:pt x="0" y="591860"/>
                  </a:lnTo>
                  <a:lnTo>
                    <a:pt x="1867341" y="0"/>
                  </a:lnTo>
                  <a:lnTo>
                    <a:pt x="286953" y="1157426"/>
                  </a:lnTo>
                  <a:close/>
                </a:path>
              </a:pathLst>
            </a:custGeom>
            <a:solidFill>
              <a:srgbClr val="734E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004472" y="3834875"/>
              <a:ext cx="1958975" cy="632460"/>
            </a:xfrm>
            <a:custGeom>
              <a:avLst/>
              <a:gdLst/>
              <a:ahLst/>
              <a:cxnLst/>
              <a:rect l="l" t="t" r="r" b="b"/>
              <a:pathLst>
                <a:path w="1958975" h="632460">
                  <a:moveTo>
                    <a:pt x="91544" y="632302"/>
                  </a:moveTo>
                  <a:lnTo>
                    <a:pt x="77113" y="584733"/>
                  </a:lnTo>
                  <a:lnTo>
                    <a:pt x="63919" y="536986"/>
                  </a:lnTo>
                  <a:lnTo>
                    <a:pt x="51962" y="489060"/>
                  </a:lnTo>
                  <a:lnTo>
                    <a:pt x="41242" y="440956"/>
                  </a:lnTo>
                  <a:lnTo>
                    <a:pt x="31758" y="392674"/>
                  </a:lnTo>
                  <a:lnTo>
                    <a:pt x="23511" y="344213"/>
                  </a:lnTo>
                  <a:lnTo>
                    <a:pt x="16501" y="295575"/>
                  </a:lnTo>
                  <a:lnTo>
                    <a:pt x="10727" y="246758"/>
                  </a:lnTo>
                  <a:lnTo>
                    <a:pt x="6190" y="197763"/>
                  </a:lnTo>
                  <a:lnTo>
                    <a:pt x="2890" y="148589"/>
                  </a:lnTo>
                  <a:lnTo>
                    <a:pt x="826" y="99238"/>
                  </a:lnTo>
                  <a:lnTo>
                    <a:pt x="0" y="49708"/>
                  </a:lnTo>
                  <a:lnTo>
                    <a:pt x="409" y="0"/>
                  </a:lnTo>
                  <a:lnTo>
                    <a:pt x="1958885" y="40441"/>
                  </a:lnTo>
                  <a:lnTo>
                    <a:pt x="91544" y="632302"/>
                  </a:lnTo>
                  <a:close/>
                </a:path>
              </a:pathLst>
            </a:custGeom>
            <a:solidFill>
              <a:srgbClr val="DF44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004881" y="3199667"/>
              <a:ext cx="1958975" cy="676275"/>
            </a:xfrm>
            <a:custGeom>
              <a:avLst/>
              <a:gdLst/>
              <a:ahLst/>
              <a:cxnLst/>
              <a:rect l="l" t="t" r="r" b="b"/>
              <a:pathLst>
                <a:path w="1958975" h="676275">
                  <a:moveTo>
                    <a:pt x="1958475" y="675649"/>
                  </a:moveTo>
                  <a:lnTo>
                    <a:pt x="0" y="635207"/>
                  </a:lnTo>
                  <a:lnTo>
                    <a:pt x="1669" y="584922"/>
                  </a:lnTo>
                  <a:lnTo>
                    <a:pt x="4596" y="534874"/>
                  </a:lnTo>
                  <a:lnTo>
                    <a:pt x="8781" y="485063"/>
                  </a:lnTo>
                  <a:lnTo>
                    <a:pt x="14223" y="435490"/>
                  </a:lnTo>
                  <a:lnTo>
                    <a:pt x="20923" y="386153"/>
                  </a:lnTo>
                  <a:lnTo>
                    <a:pt x="28880" y="337054"/>
                  </a:lnTo>
                  <a:lnTo>
                    <a:pt x="38095" y="288192"/>
                  </a:lnTo>
                  <a:lnTo>
                    <a:pt x="48567" y="239567"/>
                  </a:lnTo>
                  <a:lnTo>
                    <a:pt x="60297" y="191179"/>
                  </a:lnTo>
                  <a:lnTo>
                    <a:pt x="73284" y="143029"/>
                  </a:lnTo>
                  <a:lnTo>
                    <a:pt x="87529" y="95115"/>
                  </a:lnTo>
                  <a:lnTo>
                    <a:pt x="103031" y="47439"/>
                  </a:lnTo>
                  <a:lnTo>
                    <a:pt x="119791" y="0"/>
                  </a:lnTo>
                  <a:lnTo>
                    <a:pt x="1958475" y="675649"/>
                  </a:lnTo>
                  <a:close/>
                </a:path>
              </a:pathLst>
            </a:custGeom>
            <a:solidFill>
              <a:srgbClr val="6A00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124673" y="2624466"/>
              <a:ext cx="1838960" cy="1250950"/>
            </a:xfrm>
            <a:custGeom>
              <a:avLst/>
              <a:gdLst/>
              <a:ahLst/>
              <a:cxnLst/>
              <a:rect l="l" t="t" r="r" b="b"/>
              <a:pathLst>
                <a:path w="1838960" h="1250950">
                  <a:moveTo>
                    <a:pt x="1838684" y="1250850"/>
                  </a:moveTo>
                  <a:lnTo>
                    <a:pt x="0" y="575201"/>
                  </a:lnTo>
                  <a:lnTo>
                    <a:pt x="16996" y="530623"/>
                  </a:lnTo>
                  <a:lnTo>
                    <a:pt x="35043" y="486537"/>
                  </a:lnTo>
                  <a:lnTo>
                    <a:pt x="54141" y="442942"/>
                  </a:lnTo>
                  <a:lnTo>
                    <a:pt x="74289" y="399838"/>
                  </a:lnTo>
                  <a:lnTo>
                    <a:pt x="95489" y="357225"/>
                  </a:lnTo>
                  <a:lnTo>
                    <a:pt x="117739" y="315103"/>
                  </a:lnTo>
                  <a:lnTo>
                    <a:pt x="141040" y="273473"/>
                  </a:lnTo>
                  <a:lnTo>
                    <a:pt x="165343" y="232419"/>
                  </a:lnTo>
                  <a:lnTo>
                    <a:pt x="190598" y="192027"/>
                  </a:lnTo>
                  <a:lnTo>
                    <a:pt x="216805" y="152297"/>
                  </a:lnTo>
                  <a:lnTo>
                    <a:pt x="243965" y="113230"/>
                  </a:lnTo>
                  <a:lnTo>
                    <a:pt x="272077" y="74824"/>
                  </a:lnTo>
                  <a:lnTo>
                    <a:pt x="301141" y="37081"/>
                  </a:lnTo>
                  <a:lnTo>
                    <a:pt x="331158" y="0"/>
                  </a:lnTo>
                  <a:lnTo>
                    <a:pt x="1838684" y="1250850"/>
                  </a:lnTo>
                  <a:close/>
                </a:path>
              </a:pathLst>
            </a:custGeom>
            <a:solidFill>
              <a:srgbClr val="E66B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55831" y="2131212"/>
              <a:ext cx="1508125" cy="1744345"/>
            </a:xfrm>
            <a:custGeom>
              <a:avLst/>
              <a:gdLst/>
              <a:ahLst/>
              <a:cxnLst/>
              <a:rect l="l" t="t" r="r" b="b"/>
              <a:pathLst>
                <a:path w="1508125" h="1744345">
                  <a:moveTo>
                    <a:pt x="1507525" y="1744105"/>
                  </a:moveTo>
                  <a:lnTo>
                    <a:pt x="0" y="493254"/>
                  </a:lnTo>
                  <a:lnTo>
                    <a:pt x="32252" y="455365"/>
                  </a:lnTo>
                  <a:lnTo>
                    <a:pt x="65388" y="418375"/>
                  </a:lnTo>
                  <a:lnTo>
                    <a:pt x="99408" y="382284"/>
                  </a:lnTo>
                  <a:lnTo>
                    <a:pt x="134311" y="347091"/>
                  </a:lnTo>
                  <a:lnTo>
                    <a:pt x="170098" y="312798"/>
                  </a:lnTo>
                  <a:lnTo>
                    <a:pt x="206768" y="279403"/>
                  </a:lnTo>
                  <a:lnTo>
                    <a:pt x="244322" y="246907"/>
                  </a:lnTo>
                  <a:lnTo>
                    <a:pt x="282759" y="215311"/>
                  </a:lnTo>
                  <a:lnTo>
                    <a:pt x="321981" y="184692"/>
                  </a:lnTo>
                  <a:lnTo>
                    <a:pt x="361887" y="155133"/>
                  </a:lnTo>
                  <a:lnTo>
                    <a:pt x="402477" y="126631"/>
                  </a:lnTo>
                  <a:lnTo>
                    <a:pt x="443752" y="99188"/>
                  </a:lnTo>
                  <a:lnTo>
                    <a:pt x="485711" y="72803"/>
                  </a:lnTo>
                  <a:lnTo>
                    <a:pt x="528355" y="47477"/>
                  </a:lnTo>
                  <a:lnTo>
                    <a:pt x="571683" y="23209"/>
                  </a:lnTo>
                  <a:lnTo>
                    <a:pt x="615696" y="0"/>
                  </a:lnTo>
                  <a:lnTo>
                    <a:pt x="1507525" y="1744105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071528" y="1916424"/>
              <a:ext cx="892175" cy="1958975"/>
            </a:xfrm>
            <a:custGeom>
              <a:avLst/>
              <a:gdLst/>
              <a:ahLst/>
              <a:cxnLst/>
              <a:rect l="l" t="t" r="r" b="b"/>
              <a:pathLst>
                <a:path w="892175" h="1958975">
                  <a:moveTo>
                    <a:pt x="891829" y="1958893"/>
                  </a:moveTo>
                  <a:lnTo>
                    <a:pt x="0" y="214787"/>
                  </a:lnTo>
                  <a:lnTo>
                    <a:pt x="41488" y="194187"/>
                  </a:lnTo>
                  <a:lnTo>
                    <a:pt x="83416" y="174588"/>
                  </a:lnTo>
                  <a:lnTo>
                    <a:pt x="125784" y="155993"/>
                  </a:lnTo>
                  <a:lnTo>
                    <a:pt x="168592" y="138399"/>
                  </a:lnTo>
                  <a:lnTo>
                    <a:pt x="211840" y="121809"/>
                  </a:lnTo>
                  <a:lnTo>
                    <a:pt x="255467" y="106243"/>
                  </a:lnTo>
                  <a:lnTo>
                    <a:pt x="299413" y="91725"/>
                  </a:lnTo>
                  <a:lnTo>
                    <a:pt x="343678" y="78254"/>
                  </a:lnTo>
                  <a:lnTo>
                    <a:pt x="388262" y="65830"/>
                  </a:lnTo>
                  <a:lnTo>
                    <a:pt x="433164" y="54453"/>
                  </a:lnTo>
                  <a:lnTo>
                    <a:pt x="478322" y="44140"/>
                  </a:lnTo>
                  <a:lnTo>
                    <a:pt x="523674" y="34903"/>
                  </a:lnTo>
                  <a:lnTo>
                    <a:pt x="569218" y="26745"/>
                  </a:lnTo>
                  <a:lnTo>
                    <a:pt x="614955" y="19664"/>
                  </a:lnTo>
                  <a:lnTo>
                    <a:pt x="660886" y="13661"/>
                  </a:lnTo>
                  <a:lnTo>
                    <a:pt x="706945" y="8743"/>
                  </a:lnTo>
                  <a:lnTo>
                    <a:pt x="753069" y="4918"/>
                  </a:lnTo>
                  <a:lnTo>
                    <a:pt x="799258" y="2185"/>
                  </a:lnTo>
                  <a:lnTo>
                    <a:pt x="845511" y="546"/>
                  </a:lnTo>
                  <a:lnTo>
                    <a:pt x="891829" y="0"/>
                  </a:lnTo>
                  <a:lnTo>
                    <a:pt x="891829" y="1958893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970951" y="1671578"/>
              <a:ext cx="112395" cy="196215"/>
            </a:xfrm>
            <a:custGeom>
              <a:avLst/>
              <a:gdLst/>
              <a:ahLst/>
              <a:cxnLst/>
              <a:rect l="l" t="t" r="r" b="b"/>
              <a:pathLst>
                <a:path w="112395" h="196214">
                  <a:moveTo>
                    <a:pt x="0" y="195887"/>
                  </a:moveTo>
                  <a:lnTo>
                    <a:pt x="740" y="0"/>
                  </a:lnTo>
                  <a:lnTo>
                    <a:pt x="111915" y="0"/>
                  </a:lnTo>
                </a:path>
              </a:pathLst>
            </a:custGeom>
            <a:ln w="9264">
              <a:solidFill>
                <a:srgbClr val="605D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817826" y="1881073"/>
              <a:ext cx="194945" cy="177800"/>
            </a:xfrm>
            <a:custGeom>
              <a:avLst/>
              <a:gdLst/>
              <a:ahLst/>
              <a:cxnLst/>
              <a:rect l="l" t="t" r="r" b="b"/>
              <a:pathLst>
                <a:path w="194945" h="177800">
                  <a:moveTo>
                    <a:pt x="0" y="177265"/>
                  </a:moveTo>
                  <a:lnTo>
                    <a:pt x="83362" y="0"/>
                  </a:lnTo>
                  <a:lnTo>
                    <a:pt x="194537" y="0"/>
                  </a:lnTo>
                </a:path>
              </a:pathLst>
            </a:custGeom>
            <a:ln w="9264">
              <a:solidFill>
                <a:srgbClr val="605D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183614" y="2125233"/>
              <a:ext cx="230504" cy="155575"/>
            </a:xfrm>
            <a:custGeom>
              <a:avLst/>
              <a:gdLst/>
              <a:ahLst/>
              <a:cxnLst/>
              <a:rect l="l" t="t" r="r" b="b"/>
              <a:pathLst>
                <a:path w="230504" h="155575">
                  <a:moveTo>
                    <a:pt x="0" y="155563"/>
                  </a:moveTo>
                  <a:lnTo>
                    <a:pt x="119049" y="0"/>
                  </a:lnTo>
                  <a:lnTo>
                    <a:pt x="230224" y="0"/>
                  </a:lnTo>
                </a:path>
              </a:pathLst>
            </a:custGeom>
            <a:ln w="9264">
              <a:solidFill>
                <a:srgbClr val="605D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351869" y="2283453"/>
              <a:ext cx="247015" cy="141605"/>
            </a:xfrm>
            <a:custGeom>
              <a:avLst/>
              <a:gdLst/>
              <a:ahLst/>
              <a:cxnLst/>
              <a:rect l="l" t="t" r="r" b="b"/>
              <a:pathLst>
                <a:path w="247015" h="141605">
                  <a:moveTo>
                    <a:pt x="0" y="141498"/>
                  </a:moveTo>
                  <a:lnTo>
                    <a:pt x="135464" y="0"/>
                  </a:lnTo>
                  <a:lnTo>
                    <a:pt x="246639" y="0"/>
                  </a:lnTo>
                </a:path>
              </a:pathLst>
            </a:custGeom>
            <a:ln w="9264">
              <a:solidFill>
                <a:srgbClr val="605D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505366" y="2463881"/>
              <a:ext cx="261620" cy="125730"/>
            </a:xfrm>
            <a:custGeom>
              <a:avLst/>
              <a:gdLst/>
              <a:ahLst/>
              <a:cxnLst/>
              <a:rect l="l" t="t" r="r" b="b"/>
              <a:pathLst>
                <a:path w="261620" h="125730">
                  <a:moveTo>
                    <a:pt x="0" y="125460"/>
                  </a:moveTo>
                  <a:lnTo>
                    <a:pt x="150439" y="0"/>
                  </a:lnTo>
                  <a:lnTo>
                    <a:pt x="261614" y="0"/>
                  </a:lnTo>
                </a:path>
              </a:pathLst>
            </a:custGeom>
            <a:ln w="9264">
              <a:solidFill>
                <a:srgbClr val="605D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641359" y="2665094"/>
              <a:ext cx="274955" cy="107950"/>
            </a:xfrm>
            <a:custGeom>
              <a:avLst/>
              <a:gdLst/>
              <a:ahLst/>
              <a:cxnLst/>
              <a:rect l="l" t="t" r="r" b="b"/>
              <a:pathLst>
                <a:path w="274954" h="107950">
                  <a:moveTo>
                    <a:pt x="0" y="107575"/>
                  </a:moveTo>
                  <a:lnTo>
                    <a:pt x="163707" y="0"/>
                  </a:lnTo>
                  <a:lnTo>
                    <a:pt x="274882" y="0"/>
                  </a:lnTo>
                </a:path>
              </a:pathLst>
            </a:custGeom>
            <a:ln w="9264">
              <a:solidFill>
                <a:srgbClr val="605D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757971" y="2886973"/>
              <a:ext cx="286385" cy="88265"/>
            </a:xfrm>
            <a:custGeom>
              <a:avLst/>
              <a:gdLst/>
              <a:ahLst/>
              <a:cxnLst/>
              <a:rect l="l" t="t" r="r" b="b"/>
              <a:pathLst>
                <a:path w="286384" h="88264">
                  <a:moveTo>
                    <a:pt x="0" y="87852"/>
                  </a:moveTo>
                  <a:lnTo>
                    <a:pt x="175084" y="0"/>
                  </a:lnTo>
                  <a:lnTo>
                    <a:pt x="286258" y="0"/>
                  </a:lnTo>
                </a:path>
              </a:pathLst>
            </a:custGeom>
            <a:ln w="9264">
              <a:solidFill>
                <a:srgbClr val="605D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853791" y="3132711"/>
              <a:ext cx="295910" cy="66040"/>
            </a:xfrm>
            <a:custGeom>
              <a:avLst/>
              <a:gdLst/>
              <a:ahLst/>
              <a:cxnLst/>
              <a:rect l="l" t="t" r="r" b="b"/>
              <a:pathLst>
                <a:path w="295909" h="66039">
                  <a:moveTo>
                    <a:pt x="0" y="66009"/>
                  </a:moveTo>
                  <a:lnTo>
                    <a:pt x="184432" y="0"/>
                  </a:lnTo>
                  <a:lnTo>
                    <a:pt x="295607" y="0"/>
                  </a:lnTo>
                </a:path>
              </a:pathLst>
            </a:custGeom>
            <a:ln w="9264">
              <a:solidFill>
                <a:srgbClr val="605D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923948" y="3399922"/>
              <a:ext cx="302895" cy="42545"/>
            </a:xfrm>
            <a:custGeom>
              <a:avLst/>
              <a:gdLst/>
              <a:ahLst/>
              <a:cxnLst/>
              <a:rect l="l" t="t" r="r" b="b"/>
              <a:pathLst>
                <a:path w="302895" h="42545">
                  <a:moveTo>
                    <a:pt x="0" y="42257"/>
                  </a:moveTo>
                  <a:lnTo>
                    <a:pt x="191277" y="0"/>
                  </a:lnTo>
                  <a:lnTo>
                    <a:pt x="302451" y="0"/>
                  </a:lnTo>
                </a:path>
              </a:pathLst>
            </a:custGeom>
            <a:ln w="9264">
              <a:solidFill>
                <a:srgbClr val="605D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964349" y="3693121"/>
              <a:ext cx="306705" cy="16510"/>
            </a:xfrm>
            <a:custGeom>
              <a:avLst/>
              <a:gdLst/>
              <a:ahLst/>
              <a:cxnLst/>
              <a:rect l="l" t="t" r="r" b="b"/>
              <a:pathLst>
                <a:path w="306704" h="16510">
                  <a:moveTo>
                    <a:pt x="0" y="16195"/>
                  </a:moveTo>
                  <a:lnTo>
                    <a:pt x="195218" y="0"/>
                  </a:lnTo>
                  <a:lnTo>
                    <a:pt x="306393" y="0"/>
                  </a:lnTo>
                </a:path>
              </a:pathLst>
            </a:custGeom>
            <a:ln w="9264">
              <a:solidFill>
                <a:srgbClr val="605D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967402" y="3999124"/>
              <a:ext cx="306705" cy="12700"/>
            </a:xfrm>
            <a:custGeom>
              <a:avLst/>
              <a:gdLst/>
              <a:ahLst/>
              <a:cxnLst/>
              <a:rect l="l" t="t" r="r" b="b"/>
              <a:pathLst>
                <a:path w="306704" h="12700">
                  <a:moveTo>
                    <a:pt x="0" y="0"/>
                  </a:moveTo>
                  <a:lnTo>
                    <a:pt x="195516" y="12078"/>
                  </a:lnTo>
                  <a:lnTo>
                    <a:pt x="306691" y="12078"/>
                  </a:lnTo>
                </a:path>
              </a:pathLst>
            </a:custGeom>
            <a:ln w="9264">
              <a:solidFill>
                <a:srgbClr val="605D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925424" y="4301714"/>
              <a:ext cx="302895" cy="41910"/>
            </a:xfrm>
            <a:custGeom>
              <a:avLst/>
              <a:gdLst/>
              <a:ahLst/>
              <a:cxnLst/>
              <a:rect l="l" t="t" r="r" b="b"/>
              <a:pathLst>
                <a:path w="302895" h="41910">
                  <a:moveTo>
                    <a:pt x="0" y="0"/>
                  </a:moveTo>
                  <a:lnTo>
                    <a:pt x="191421" y="41599"/>
                  </a:lnTo>
                  <a:lnTo>
                    <a:pt x="302595" y="41599"/>
                  </a:lnTo>
                </a:path>
              </a:pathLst>
            </a:custGeom>
            <a:ln w="9264">
              <a:solidFill>
                <a:srgbClr val="605D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821412" y="4636338"/>
              <a:ext cx="292735" cy="74295"/>
            </a:xfrm>
            <a:custGeom>
              <a:avLst/>
              <a:gdLst/>
              <a:ahLst/>
              <a:cxnLst/>
              <a:rect l="l" t="t" r="r" b="b"/>
              <a:pathLst>
                <a:path w="292734" h="74295">
                  <a:moveTo>
                    <a:pt x="0" y="0"/>
                  </a:moveTo>
                  <a:lnTo>
                    <a:pt x="181273" y="74245"/>
                  </a:lnTo>
                  <a:lnTo>
                    <a:pt x="292448" y="74245"/>
                  </a:lnTo>
                </a:path>
              </a:pathLst>
            </a:custGeom>
            <a:ln w="9264">
              <a:solidFill>
                <a:srgbClr val="605D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631256" y="4993188"/>
              <a:ext cx="274320" cy="109220"/>
            </a:xfrm>
            <a:custGeom>
              <a:avLst/>
              <a:gdLst/>
              <a:ahLst/>
              <a:cxnLst/>
              <a:rect l="l" t="t" r="r" b="b"/>
              <a:pathLst>
                <a:path w="274320" h="109220">
                  <a:moveTo>
                    <a:pt x="0" y="0"/>
                  </a:moveTo>
                  <a:lnTo>
                    <a:pt x="162722" y="109060"/>
                  </a:lnTo>
                  <a:lnTo>
                    <a:pt x="273896" y="109060"/>
                  </a:lnTo>
                </a:path>
              </a:pathLst>
            </a:custGeom>
            <a:ln w="9264">
              <a:solidFill>
                <a:srgbClr val="605D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355734" y="5321971"/>
              <a:ext cx="247015" cy="141605"/>
            </a:xfrm>
            <a:custGeom>
              <a:avLst/>
              <a:gdLst/>
              <a:ahLst/>
              <a:cxnLst/>
              <a:rect l="l" t="t" r="r" b="b"/>
              <a:pathLst>
                <a:path w="247015" h="141604">
                  <a:moveTo>
                    <a:pt x="0" y="0"/>
                  </a:moveTo>
                  <a:lnTo>
                    <a:pt x="135841" y="141136"/>
                  </a:lnTo>
                  <a:lnTo>
                    <a:pt x="247016" y="141136"/>
                  </a:lnTo>
                </a:path>
              </a:pathLst>
            </a:custGeom>
            <a:ln w="9264">
              <a:solidFill>
                <a:srgbClr val="605D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007407" y="5590392"/>
              <a:ext cx="213360" cy="167640"/>
            </a:xfrm>
            <a:custGeom>
              <a:avLst/>
              <a:gdLst/>
              <a:ahLst/>
              <a:cxnLst/>
              <a:rect l="l" t="t" r="r" b="b"/>
              <a:pathLst>
                <a:path w="213359" h="167639">
                  <a:moveTo>
                    <a:pt x="0" y="0"/>
                  </a:moveTo>
                  <a:lnTo>
                    <a:pt x="101858" y="167324"/>
                  </a:lnTo>
                  <a:lnTo>
                    <a:pt x="213033" y="167324"/>
                  </a:lnTo>
                </a:path>
              </a:pathLst>
            </a:custGeom>
            <a:ln w="9264">
              <a:solidFill>
                <a:srgbClr val="605D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597271" y="5780488"/>
              <a:ext cx="173355" cy="186055"/>
            </a:xfrm>
            <a:custGeom>
              <a:avLst/>
              <a:gdLst/>
              <a:ahLst/>
              <a:cxnLst/>
              <a:rect l="l" t="t" r="r" b="b"/>
              <a:pathLst>
                <a:path w="173354" h="186054">
                  <a:moveTo>
                    <a:pt x="0" y="0"/>
                  </a:moveTo>
                  <a:lnTo>
                    <a:pt x="61845" y="185870"/>
                  </a:lnTo>
                  <a:lnTo>
                    <a:pt x="173019" y="185870"/>
                  </a:lnTo>
                </a:path>
              </a:pathLst>
            </a:custGeom>
            <a:ln w="9264">
              <a:solidFill>
                <a:srgbClr val="605D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453038" y="5849974"/>
              <a:ext cx="146685" cy="193040"/>
            </a:xfrm>
            <a:custGeom>
              <a:avLst/>
              <a:gdLst/>
              <a:ahLst/>
              <a:cxnLst/>
              <a:rect l="l" t="t" r="r" b="b"/>
              <a:pathLst>
                <a:path w="146685" h="193039">
                  <a:moveTo>
                    <a:pt x="146654" y="0"/>
                  </a:moveTo>
                  <a:lnTo>
                    <a:pt x="111174" y="192649"/>
                  </a:lnTo>
                  <a:lnTo>
                    <a:pt x="0" y="192649"/>
                  </a:lnTo>
                </a:path>
              </a:pathLst>
            </a:custGeom>
            <a:ln w="9264">
              <a:solidFill>
                <a:srgbClr val="605D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858718" y="5667582"/>
              <a:ext cx="200025" cy="175260"/>
            </a:xfrm>
            <a:custGeom>
              <a:avLst/>
              <a:gdLst/>
              <a:ahLst/>
              <a:cxnLst/>
              <a:rect l="l" t="t" r="r" b="b"/>
              <a:pathLst>
                <a:path w="200025" h="175260">
                  <a:moveTo>
                    <a:pt x="199482" y="0"/>
                  </a:moveTo>
                  <a:lnTo>
                    <a:pt x="111174" y="174855"/>
                  </a:lnTo>
                  <a:lnTo>
                    <a:pt x="0" y="174855"/>
                  </a:lnTo>
                </a:path>
              </a:pathLst>
            </a:custGeom>
            <a:ln w="9264">
              <a:solidFill>
                <a:srgbClr val="605D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305204" y="5305324"/>
              <a:ext cx="248920" cy="139700"/>
            </a:xfrm>
            <a:custGeom>
              <a:avLst/>
              <a:gdLst/>
              <a:ahLst/>
              <a:cxnLst/>
              <a:rect l="l" t="t" r="r" b="b"/>
              <a:pathLst>
                <a:path w="248920" h="139700">
                  <a:moveTo>
                    <a:pt x="248683" y="0"/>
                  </a:moveTo>
                  <a:lnTo>
                    <a:pt x="111174" y="139512"/>
                  </a:lnTo>
                  <a:lnTo>
                    <a:pt x="0" y="139512"/>
                  </a:lnTo>
                </a:path>
              </a:pathLst>
            </a:custGeom>
            <a:ln w="9264">
              <a:solidFill>
                <a:srgbClr val="605D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886915" y="4783809"/>
              <a:ext cx="286385" cy="88900"/>
            </a:xfrm>
            <a:custGeom>
              <a:avLst/>
              <a:gdLst/>
              <a:ahLst/>
              <a:cxnLst/>
              <a:rect l="l" t="t" r="r" b="b"/>
              <a:pathLst>
                <a:path w="286385" h="88900">
                  <a:moveTo>
                    <a:pt x="285865" y="0"/>
                  </a:moveTo>
                  <a:lnTo>
                    <a:pt x="111174" y="88633"/>
                  </a:lnTo>
                  <a:lnTo>
                    <a:pt x="0" y="88633"/>
                  </a:lnTo>
                </a:path>
              </a:pathLst>
            </a:custGeom>
            <a:ln w="9264">
              <a:solidFill>
                <a:srgbClr val="605D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670967" y="4161752"/>
              <a:ext cx="305435" cy="27940"/>
            </a:xfrm>
            <a:custGeom>
              <a:avLst/>
              <a:gdLst/>
              <a:ahLst/>
              <a:cxnLst/>
              <a:rect l="l" t="t" r="r" b="b"/>
              <a:pathLst>
                <a:path w="305435" h="27939">
                  <a:moveTo>
                    <a:pt x="305060" y="0"/>
                  </a:moveTo>
                  <a:lnTo>
                    <a:pt x="111174" y="27944"/>
                  </a:lnTo>
                  <a:lnTo>
                    <a:pt x="0" y="27944"/>
                  </a:lnTo>
                </a:path>
              </a:pathLst>
            </a:custGeom>
            <a:ln w="9264">
              <a:solidFill>
                <a:srgbClr val="605D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3686600" y="3466918"/>
              <a:ext cx="304165" cy="36830"/>
            </a:xfrm>
            <a:custGeom>
              <a:avLst/>
              <a:gdLst/>
              <a:ahLst/>
              <a:cxnLst/>
              <a:rect l="l" t="t" r="r" b="b"/>
              <a:pathLst>
                <a:path w="304164" h="36829">
                  <a:moveTo>
                    <a:pt x="303670" y="36302"/>
                  </a:moveTo>
                  <a:lnTo>
                    <a:pt x="111174" y="0"/>
                  </a:lnTo>
                  <a:lnTo>
                    <a:pt x="0" y="0"/>
                  </a:lnTo>
                </a:path>
              </a:pathLst>
            </a:custGeom>
            <a:ln w="9264">
              <a:solidFill>
                <a:srgbClr val="605D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3942333" y="2775767"/>
              <a:ext cx="281305" cy="97790"/>
            </a:xfrm>
            <a:custGeom>
              <a:avLst/>
              <a:gdLst/>
              <a:ahLst/>
              <a:cxnLst/>
              <a:rect l="l" t="t" r="r" b="b"/>
              <a:pathLst>
                <a:path w="281304" h="97789">
                  <a:moveTo>
                    <a:pt x="280938" y="97737"/>
                  </a:moveTo>
                  <a:lnTo>
                    <a:pt x="111174" y="0"/>
                  </a:lnTo>
                  <a:lnTo>
                    <a:pt x="0" y="0"/>
                  </a:lnTo>
                </a:path>
              </a:pathLst>
            </a:custGeom>
            <a:ln w="9264">
              <a:solidFill>
                <a:srgbClr val="605D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474321" y="2155424"/>
              <a:ext cx="233679" cy="153035"/>
            </a:xfrm>
            <a:custGeom>
              <a:avLst/>
              <a:gdLst/>
              <a:ahLst/>
              <a:cxnLst/>
              <a:rect l="l" t="t" r="r" b="b"/>
              <a:pathLst>
                <a:path w="233679" h="153035">
                  <a:moveTo>
                    <a:pt x="233651" y="152879"/>
                  </a:moveTo>
                  <a:lnTo>
                    <a:pt x="111174" y="0"/>
                  </a:lnTo>
                  <a:lnTo>
                    <a:pt x="0" y="0"/>
                  </a:lnTo>
                </a:path>
              </a:pathLst>
            </a:custGeom>
            <a:ln w="9264">
              <a:solidFill>
                <a:srgbClr val="605D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336185" y="1732823"/>
              <a:ext cx="157480" cy="190500"/>
            </a:xfrm>
            <a:custGeom>
              <a:avLst/>
              <a:gdLst/>
              <a:ahLst/>
              <a:cxnLst/>
              <a:rect l="l" t="t" r="r" b="b"/>
              <a:pathLst>
                <a:path w="157479" h="190500">
                  <a:moveTo>
                    <a:pt x="157041" y="190443"/>
                  </a:moveTo>
                  <a:lnTo>
                    <a:pt x="111174" y="0"/>
                  </a:lnTo>
                  <a:lnTo>
                    <a:pt x="0" y="0"/>
                  </a:lnTo>
                </a:path>
              </a:pathLst>
            </a:custGeom>
            <a:ln w="9264">
              <a:solidFill>
                <a:srgbClr val="605D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6107225" y="1822756"/>
            <a:ext cx="686435" cy="1468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850" dirty="0">
                <a:solidFill>
                  <a:srgbClr val="605D5C"/>
                </a:solidFill>
                <a:latin typeface="Segoe UI"/>
                <a:cs typeface="Segoe UI"/>
              </a:rPr>
              <a:t>0.39K</a:t>
            </a:r>
            <a:r>
              <a:rPr sz="850" spc="5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850" spc="-10" dirty="0">
                <a:solidFill>
                  <a:srgbClr val="605D5C"/>
                </a:solidFill>
                <a:latin typeface="Segoe UI"/>
                <a:cs typeface="Segoe UI"/>
              </a:rPr>
              <a:t>(0.12%)</a:t>
            </a:r>
            <a:endParaRPr sz="850">
              <a:latin typeface="Segoe UI"/>
              <a:cs typeface="Segoe U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7036722" y="2032251"/>
            <a:ext cx="1900555" cy="16776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850" dirty="0">
                <a:solidFill>
                  <a:srgbClr val="605D5C"/>
                </a:solidFill>
                <a:latin typeface="Segoe UI"/>
                <a:cs typeface="Segoe UI"/>
              </a:rPr>
              <a:t>5.13K</a:t>
            </a:r>
            <a:r>
              <a:rPr sz="850" spc="5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850" spc="-10" dirty="0">
                <a:solidFill>
                  <a:srgbClr val="605D5C"/>
                </a:solidFill>
                <a:latin typeface="Segoe UI"/>
                <a:cs typeface="Segoe UI"/>
              </a:rPr>
              <a:t>(1.57%)</a:t>
            </a:r>
            <a:endParaRPr sz="850">
              <a:latin typeface="Segoe UI"/>
              <a:cs typeface="Segoe UI"/>
            </a:endParaRPr>
          </a:p>
          <a:p>
            <a:pPr marL="414020">
              <a:spcBef>
                <a:spcPts val="900"/>
              </a:spcBef>
            </a:pPr>
            <a:r>
              <a:rPr sz="850" dirty="0">
                <a:solidFill>
                  <a:srgbClr val="605D5C"/>
                </a:solidFill>
                <a:latin typeface="Segoe UI"/>
                <a:cs typeface="Segoe UI"/>
              </a:rPr>
              <a:t>5.73K</a:t>
            </a:r>
            <a:r>
              <a:rPr sz="850" spc="5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850" spc="-10" dirty="0">
                <a:solidFill>
                  <a:srgbClr val="605D5C"/>
                </a:solidFill>
                <a:latin typeface="Segoe UI"/>
                <a:cs typeface="Segoe UI"/>
              </a:rPr>
              <a:t>(1.75%)</a:t>
            </a:r>
            <a:endParaRPr sz="850">
              <a:latin typeface="Segoe UI"/>
              <a:cs typeface="Segoe UI"/>
            </a:endParaRPr>
          </a:p>
          <a:p>
            <a:pPr marR="632460" algn="r">
              <a:spcBef>
                <a:spcPts val="225"/>
              </a:spcBef>
            </a:pPr>
            <a:r>
              <a:rPr sz="850" dirty="0">
                <a:solidFill>
                  <a:srgbClr val="605D5C"/>
                </a:solidFill>
                <a:latin typeface="Segoe UI"/>
                <a:cs typeface="Segoe UI"/>
              </a:rPr>
              <a:t>5.77K</a:t>
            </a:r>
            <a:r>
              <a:rPr sz="850" spc="5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850" spc="-10" dirty="0">
                <a:solidFill>
                  <a:srgbClr val="605D5C"/>
                </a:solidFill>
                <a:latin typeface="Segoe UI"/>
                <a:cs typeface="Segoe UI"/>
              </a:rPr>
              <a:t>(1.76%)</a:t>
            </a:r>
            <a:endParaRPr sz="850">
              <a:latin typeface="Segoe UI"/>
              <a:cs typeface="Segoe UI"/>
            </a:endParaRPr>
          </a:p>
          <a:p>
            <a:pPr marR="584200" algn="r">
              <a:spcBef>
                <a:spcPts val="405"/>
              </a:spcBef>
            </a:pPr>
            <a:r>
              <a:rPr sz="850" dirty="0">
                <a:solidFill>
                  <a:srgbClr val="605D5C"/>
                </a:solidFill>
                <a:latin typeface="Segoe UI"/>
                <a:cs typeface="Segoe UI"/>
              </a:rPr>
              <a:t>5.9K</a:t>
            </a:r>
            <a:r>
              <a:rPr sz="850" spc="4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850" spc="-10" dirty="0">
                <a:solidFill>
                  <a:srgbClr val="605D5C"/>
                </a:solidFill>
                <a:latin typeface="Segoe UI"/>
                <a:cs typeface="Segoe UI"/>
              </a:rPr>
              <a:t>(1.8%)</a:t>
            </a:r>
            <a:endParaRPr sz="850">
              <a:latin typeface="Segoe UI"/>
              <a:cs typeface="Segoe UI"/>
            </a:endParaRPr>
          </a:p>
          <a:p>
            <a:pPr marL="916305">
              <a:spcBef>
                <a:spcPts val="560"/>
              </a:spcBef>
            </a:pPr>
            <a:r>
              <a:rPr sz="850" dirty="0">
                <a:solidFill>
                  <a:srgbClr val="605D5C"/>
                </a:solidFill>
                <a:latin typeface="Segoe UI"/>
                <a:cs typeface="Segoe UI"/>
              </a:rPr>
              <a:t>5.95K</a:t>
            </a:r>
            <a:r>
              <a:rPr sz="850" spc="5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850" spc="-10" dirty="0">
                <a:solidFill>
                  <a:srgbClr val="605D5C"/>
                </a:solidFill>
                <a:latin typeface="Segoe UI"/>
                <a:cs typeface="Segoe UI"/>
              </a:rPr>
              <a:t>(1.82%)</a:t>
            </a:r>
            <a:endParaRPr sz="850">
              <a:latin typeface="Segoe UI"/>
              <a:cs typeface="Segoe UI"/>
            </a:endParaRPr>
          </a:p>
          <a:p>
            <a:pPr marL="1043940">
              <a:spcBef>
                <a:spcPts val="730"/>
              </a:spcBef>
            </a:pPr>
            <a:r>
              <a:rPr sz="850" dirty="0">
                <a:solidFill>
                  <a:srgbClr val="605D5C"/>
                </a:solidFill>
                <a:latin typeface="Segoe UI"/>
                <a:cs typeface="Segoe UI"/>
              </a:rPr>
              <a:t>6.17K</a:t>
            </a:r>
            <a:r>
              <a:rPr sz="850" spc="5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850" spc="-10" dirty="0">
                <a:solidFill>
                  <a:srgbClr val="605D5C"/>
                </a:solidFill>
                <a:latin typeface="Segoe UI"/>
                <a:cs typeface="Segoe UI"/>
              </a:rPr>
              <a:t>(1.88%)</a:t>
            </a:r>
            <a:endParaRPr sz="850">
              <a:latin typeface="Segoe UI"/>
              <a:cs typeface="Segoe UI"/>
            </a:endParaRPr>
          </a:p>
          <a:p>
            <a:pPr marL="1149350">
              <a:spcBef>
                <a:spcPts val="915"/>
              </a:spcBef>
            </a:pPr>
            <a:r>
              <a:rPr sz="850" dirty="0">
                <a:solidFill>
                  <a:srgbClr val="605D5C"/>
                </a:solidFill>
                <a:latin typeface="Segoe UI"/>
                <a:cs typeface="Segoe UI"/>
              </a:rPr>
              <a:t>6.48K</a:t>
            </a:r>
            <a:r>
              <a:rPr sz="850" spc="5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850" spc="-10" dirty="0">
                <a:solidFill>
                  <a:srgbClr val="605D5C"/>
                </a:solidFill>
                <a:latin typeface="Segoe UI"/>
                <a:cs typeface="Segoe UI"/>
              </a:rPr>
              <a:t>(1.98%)</a:t>
            </a:r>
            <a:endParaRPr sz="850">
              <a:latin typeface="Segoe UI"/>
              <a:cs typeface="Segoe UI"/>
            </a:endParaRPr>
          </a:p>
          <a:p>
            <a:pPr marL="1226185">
              <a:spcBef>
                <a:spcPts val="1085"/>
              </a:spcBef>
            </a:pPr>
            <a:r>
              <a:rPr sz="850" dirty="0">
                <a:solidFill>
                  <a:srgbClr val="605D5C"/>
                </a:solidFill>
                <a:latin typeface="Segoe UI"/>
                <a:cs typeface="Segoe UI"/>
              </a:rPr>
              <a:t>6.68K</a:t>
            </a:r>
            <a:r>
              <a:rPr sz="850" spc="5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850" spc="-10" dirty="0">
                <a:solidFill>
                  <a:srgbClr val="605D5C"/>
                </a:solidFill>
                <a:latin typeface="Segoe UI"/>
                <a:cs typeface="Segoe UI"/>
              </a:rPr>
              <a:t>(2.04%)</a:t>
            </a:r>
            <a:endParaRPr sz="850">
              <a:latin typeface="Segoe UI"/>
              <a:cs typeface="Segoe UI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8295101" y="3844300"/>
            <a:ext cx="686435" cy="1468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850" dirty="0">
                <a:solidFill>
                  <a:srgbClr val="605D5C"/>
                </a:solidFill>
                <a:latin typeface="Segoe UI"/>
                <a:cs typeface="Segoe UI"/>
              </a:rPr>
              <a:t>7.35K</a:t>
            </a:r>
            <a:r>
              <a:rPr sz="850" spc="5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850" spc="-10" dirty="0">
                <a:solidFill>
                  <a:srgbClr val="605D5C"/>
                </a:solidFill>
                <a:latin typeface="Segoe UI"/>
                <a:cs typeface="Segoe UI"/>
              </a:rPr>
              <a:t>(2.25%)</a:t>
            </a:r>
            <a:endParaRPr sz="850">
              <a:latin typeface="Segoe UI"/>
              <a:cs typeface="Segoe U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8298452" y="4162381"/>
            <a:ext cx="626745" cy="1468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850" dirty="0">
                <a:solidFill>
                  <a:srgbClr val="605D5C"/>
                </a:solidFill>
                <a:latin typeface="Segoe UI"/>
                <a:cs typeface="Segoe UI"/>
              </a:rPr>
              <a:t>7.7K</a:t>
            </a:r>
            <a:r>
              <a:rPr sz="850" spc="4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850" spc="-10" dirty="0">
                <a:solidFill>
                  <a:srgbClr val="605D5C"/>
                </a:solidFill>
                <a:latin typeface="Segoe UI"/>
                <a:cs typeface="Segoe UI"/>
              </a:rPr>
              <a:t>(2.35%)</a:t>
            </a:r>
            <a:endParaRPr sz="850">
              <a:latin typeface="Segoe UI"/>
              <a:cs typeface="Segoe U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8252379" y="4494492"/>
            <a:ext cx="686435" cy="1468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850" dirty="0">
                <a:solidFill>
                  <a:srgbClr val="605D5C"/>
                </a:solidFill>
                <a:latin typeface="Segoe UI"/>
                <a:cs typeface="Segoe UI"/>
              </a:rPr>
              <a:t>8.17K</a:t>
            </a:r>
            <a:r>
              <a:rPr sz="850" spc="5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850" spc="-10" dirty="0">
                <a:solidFill>
                  <a:srgbClr val="605D5C"/>
                </a:solidFill>
                <a:latin typeface="Segoe UI"/>
                <a:cs typeface="Segoe UI"/>
              </a:rPr>
              <a:t>(2.49%)</a:t>
            </a:r>
            <a:endParaRPr sz="850">
              <a:latin typeface="Segoe UI"/>
              <a:cs typeface="Segoe U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8138219" y="4861763"/>
            <a:ext cx="746125" cy="1468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850" dirty="0">
                <a:solidFill>
                  <a:srgbClr val="605D5C"/>
                </a:solidFill>
                <a:latin typeface="Segoe UI"/>
                <a:cs typeface="Segoe UI"/>
              </a:rPr>
              <a:t>10.04K</a:t>
            </a:r>
            <a:r>
              <a:rPr sz="850" spc="6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850" spc="-10" dirty="0">
                <a:solidFill>
                  <a:srgbClr val="605D5C"/>
                </a:solidFill>
                <a:latin typeface="Segoe UI"/>
                <a:cs typeface="Segoe UI"/>
              </a:rPr>
              <a:t>(3.07%)</a:t>
            </a:r>
            <a:endParaRPr sz="850">
              <a:latin typeface="Segoe UI"/>
              <a:cs typeface="Segoe U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7929512" y="5253427"/>
            <a:ext cx="746125" cy="1468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850" dirty="0">
                <a:solidFill>
                  <a:srgbClr val="605D5C"/>
                </a:solidFill>
                <a:latin typeface="Segoe UI"/>
                <a:cs typeface="Segoe UI"/>
              </a:rPr>
              <a:t>10.98K</a:t>
            </a:r>
            <a:r>
              <a:rPr sz="850" spc="6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850" spc="-10" dirty="0">
                <a:solidFill>
                  <a:srgbClr val="605D5C"/>
                </a:solidFill>
                <a:latin typeface="Segoe UI"/>
                <a:cs typeface="Segoe UI"/>
              </a:rPr>
              <a:t>(3.35%)</a:t>
            </a:r>
            <a:endParaRPr sz="850">
              <a:latin typeface="Segoe UI"/>
              <a:cs typeface="Segoe UI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7627109" y="5614286"/>
            <a:ext cx="746125" cy="1468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850" dirty="0">
                <a:solidFill>
                  <a:srgbClr val="605D5C"/>
                </a:solidFill>
                <a:latin typeface="Segoe UI"/>
                <a:cs typeface="Segoe UI"/>
              </a:rPr>
              <a:t>11.32K</a:t>
            </a:r>
            <a:r>
              <a:rPr sz="850" spc="6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850" spc="-10" dirty="0">
                <a:solidFill>
                  <a:srgbClr val="605D5C"/>
                </a:solidFill>
                <a:latin typeface="Segoe UI"/>
                <a:cs typeface="Segoe UI"/>
              </a:rPr>
              <a:t>(3.46%)</a:t>
            </a:r>
            <a:endParaRPr sz="850">
              <a:latin typeface="Segoe UI"/>
              <a:cs typeface="Segoe UI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6794648" y="5833640"/>
            <a:ext cx="1196340" cy="443230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462280">
              <a:spcBef>
                <a:spcPts val="715"/>
              </a:spcBef>
            </a:pPr>
            <a:r>
              <a:rPr sz="850" dirty="0">
                <a:solidFill>
                  <a:srgbClr val="605D5C"/>
                </a:solidFill>
                <a:latin typeface="Segoe UI"/>
                <a:cs typeface="Segoe UI"/>
              </a:rPr>
              <a:t>11.54K</a:t>
            </a:r>
            <a:r>
              <a:rPr sz="850" spc="6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850" spc="-10" dirty="0">
                <a:solidFill>
                  <a:srgbClr val="605D5C"/>
                </a:solidFill>
                <a:latin typeface="Segoe UI"/>
                <a:cs typeface="Segoe UI"/>
              </a:rPr>
              <a:t>(3.53%)</a:t>
            </a:r>
            <a:endParaRPr sz="850">
              <a:latin typeface="Segoe UI"/>
              <a:cs typeface="Segoe UI"/>
            </a:endParaRPr>
          </a:p>
          <a:p>
            <a:pPr marL="12700">
              <a:spcBef>
                <a:spcPts val="625"/>
              </a:spcBef>
            </a:pPr>
            <a:r>
              <a:rPr sz="850" dirty="0">
                <a:solidFill>
                  <a:srgbClr val="605D5C"/>
                </a:solidFill>
                <a:latin typeface="Segoe UI"/>
                <a:cs typeface="Segoe UI"/>
              </a:rPr>
              <a:t>11.97K</a:t>
            </a:r>
            <a:r>
              <a:rPr sz="850" spc="6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850" spc="-10" dirty="0">
                <a:solidFill>
                  <a:srgbClr val="605D5C"/>
                </a:solidFill>
                <a:latin typeface="Segoe UI"/>
                <a:cs typeface="Segoe UI"/>
              </a:rPr>
              <a:t>(3.66%)</a:t>
            </a:r>
            <a:endParaRPr sz="850">
              <a:latin typeface="Segoe UI"/>
              <a:cs typeface="Segoe UI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4088335" y="5926817"/>
            <a:ext cx="1340485" cy="426084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2700">
              <a:spcBef>
                <a:spcPts val="650"/>
              </a:spcBef>
            </a:pPr>
            <a:r>
              <a:rPr sz="850" dirty="0">
                <a:solidFill>
                  <a:srgbClr val="605D5C"/>
                </a:solidFill>
                <a:latin typeface="Segoe UI"/>
                <a:cs typeface="Segoe UI"/>
              </a:rPr>
              <a:t>15.63K</a:t>
            </a:r>
            <a:r>
              <a:rPr sz="850" spc="6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850" spc="-10" dirty="0">
                <a:solidFill>
                  <a:srgbClr val="605D5C"/>
                </a:solidFill>
                <a:latin typeface="Segoe UI"/>
                <a:cs typeface="Segoe UI"/>
              </a:rPr>
              <a:t>(4.77%)</a:t>
            </a:r>
            <a:endParaRPr sz="850">
              <a:latin typeface="Segoe UI"/>
              <a:cs typeface="Segoe UI"/>
            </a:endParaRPr>
          </a:p>
          <a:p>
            <a:pPr marL="606425">
              <a:spcBef>
                <a:spcPts val="555"/>
              </a:spcBef>
            </a:pPr>
            <a:r>
              <a:rPr sz="850" dirty="0">
                <a:solidFill>
                  <a:srgbClr val="605D5C"/>
                </a:solidFill>
                <a:latin typeface="Segoe UI"/>
                <a:cs typeface="Segoe UI"/>
              </a:rPr>
              <a:t>14.12K</a:t>
            </a:r>
            <a:r>
              <a:rPr sz="850" spc="6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850" spc="-10" dirty="0">
                <a:solidFill>
                  <a:srgbClr val="605D5C"/>
                </a:solidFill>
                <a:latin typeface="Segoe UI"/>
                <a:cs typeface="Segoe UI"/>
              </a:rPr>
              <a:t>(4.31%)</a:t>
            </a:r>
            <a:endParaRPr sz="850">
              <a:latin typeface="Segoe UI"/>
              <a:cs typeface="Segoe UI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3534820" y="5596014"/>
            <a:ext cx="746125" cy="1468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850" dirty="0">
                <a:solidFill>
                  <a:srgbClr val="605D5C"/>
                </a:solidFill>
                <a:latin typeface="Segoe UI"/>
                <a:cs typeface="Segoe UI"/>
              </a:rPr>
              <a:t>16.72K</a:t>
            </a:r>
            <a:r>
              <a:rPr sz="850" spc="6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850" spc="-10" dirty="0">
                <a:solidFill>
                  <a:srgbClr val="605D5C"/>
                </a:solidFill>
                <a:latin typeface="Segoe UI"/>
                <a:cs typeface="Segoe UI"/>
              </a:rPr>
              <a:t>(5.11%)</a:t>
            </a:r>
            <a:endParaRPr sz="850">
              <a:latin typeface="Segoe UI"/>
              <a:cs typeface="Segoe UI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3116532" y="5023621"/>
            <a:ext cx="746125" cy="1468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850" dirty="0">
                <a:solidFill>
                  <a:srgbClr val="605D5C"/>
                </a:solidFill>
                <a:latin typeface="Segoe UI"/>
                <a:cs typeface="Segoe UI"/>
              </a:rPr>
              <a:t>16.94K</a:t>
            </a:r>
            <a:r>
              <a:rPr sz="850" spc="6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850" spc="-10" dirty="0">
                <a:solidFill>
                  <a:srgbClr val="605D5C"/>
                </a:solidFill>
                <a:latin typeface="Segoe UI"/>
                <a:cs typeface="Segoe UI"/>
              </a:rPr>
              <a:t>(5.18%)</a:t>
            </a:r>
            <a:endParaRPr sz="850">
              <a:latin typeface="Segoe UI"/>
              <a:cs typeface="Segoe UI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2900584" y="4340876"/>
            <a:ext cx="746125" cy="1468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850" dirty="0">
                <a:solidFill>
                  <a:srgbClr val="605D5C"/>
                </a:solidFill>
                <a:latin typeface="Segoe UI"/>
                <a:cs typeface="Segoe UI"/>
              </a:rPr>
              <a:t>17.06K</a:t>
            </a:r>
            <a:r>
              <a:rPr sz="850" spc="6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850" spc="-10" dirty="0">
                <a:solidFill>
                  <a:srgbClr val="605D5C"/>
                </a:solidFill>
                <a:latin typeface="Segoe UI"/>
                <a:cs typeface="Segoe UI"/>
              </a:rPr>
              <a:t>(5.21%)</a:t>
            </a:r>
            <a:endParaRPr sz="850">
              <a:latin typeface="Segoe UI"/>
              <a:cs typeface="Segoe UI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2916217" y="3618097"/>
            <a:ext cx="746125" cy="1468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850" dirty="0">
                <a:solidFill>
                  <a:srgbClr val="605D5C"/>
                </a:solidFill>
                <a:latin typeface="Segoe UI"/>
                <a:cs typeface="Segoe UI"/>
              </a:rPr>
              <a:t>17.27K</a:t>
            </a:r>
            <a:r>
              <a:rPr sz="850" spc="6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850" spc="-10" dirty="0">
                <a:solidFill>
                  <a:srgbClr val="605D5C"/>
                </a:solidFill>
                <a:latin typeface="Segoe UI"/>
                <a:cs typeface="Segoe UI"/>
              </a:rPr>
              <a:t>(5.28%)</a:t>
            </a:r>
            <a:endParaRPr sz="850">
              <a:latin typeface="Segoe UI"/>
              <a:cs typeface="Segoe UI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3171950" y="2926945"/>
            <a:ext cx="746125" cy="1468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850" dirty="0">
                <a:solidFill>
                  <a:srgbClr val="605D5C"/>
                </a:solidFill>
                <a:latin typeface="Segoe UI"/>
                <a:cs typeface="Segoe UI"/>
              </a:rPr>
              <a:t>17.74K</a:t>
            </a:r>
            <a:r>
              <a:rPr sz="850" spc="6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850" spc="-10" dirty="0">
                <a:solidFill>
                  <a:srgbClr val="605D5C"/>
                </a:solidFill>
                <a:latin typeface="Segoe UI"/>
                <a:cs typeface="Segoe UI"/>
              </a:rPr>
              <a:t>(5.42%)</a:t>
            </a:r>
            <a:endParaRPr sz="850">
              <a:latin typeface="Segoe UI"/>
              <a:cs typeface="Segoe UI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3703938" y="2306602"/>
            <a:ext cx="746125" cy="1468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850" dirty="0">
                <a:solidFill>
                  <a:srgbClr val="605D5C"/>
                </a:solidFill>
                <a:latin typeface="Segoe UI"/>
                <a:cs typeface="Segoe UI"/>
              </a:rPr>
              <a:t>21.12K</a:t>
            </a:r>
            <a:r>
              <a:rPr sz="850" spc="6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850" spc="-10" dirty="0">
                <a:solidFill>
                  <a:srgbClr val="605D5C"/>
                </a:solidFill>
                <a:latin typeface="Segoe UI"/>
                <a:cs typeface="Segoe UI"/>
              </a:rPr>
              <a:t>(6.45%)</a:t>
            </a:r>
            <a:endParaRPr sz="850">
              <a:latin typeface="Segoe UI"/>
              <a:cs typeface="Segoe UI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4565801" y="1884001"/>
            <a:ext cx="746125" cy="1468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850" dirty="0">
                <a:solidFill>
                  <a:srgbClr val="605D5C"/>
                </a:solidFill>
                <a:latin typeface="Segoe UI"/>
                <a:cs typeface="Segoe UI"/>
              </a:rPr>
              <a:t>24.62K</a:t>
            </a:r>
            <a:r>
              <a:rPr sz="850" spc="6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850" spc="-10" dirty="0">
                <a:solidFill>
                  <a:srgbClr val="605D5C"/>
                </a:solidFill>
                <a:latin typeface="Segoe UI"/>
                <a:cs typeface="Segoe UI"/>
              </a:rPr>
              <a:t>(7.52%)</a:t>
            </a:r>
            <a:endParaRPr sz="850">
              <a:latin typeface="Segoe UI"/>
              <a:cs typeface="Segoe UI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9178773" y="1404907"/>
            <a:ext cx="92710" cy="5253355"/>
            <a:chOff x="9178773" y="1176306"/>
            <a:chExt cx="92710" cy="5253355"/>
          </a:xfrm>
        </p:grpSpPr>
        <p:pic>
          <p:nvPicPr>
            <p:cNvPr id="86" name="object 8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78773" y="1176306"/>
              <a:ext cx="92645" cy="92645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78773" y="1407920"/>
              <a:ext cx="92645" cy="92645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78773" y="1648798"/>
              <a:ext cx="92645" cy="92645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78773" y="1880412"/>
              <a:ext cx="92645" cy="92645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78773" y="2112026"/>
              <a:ext cx="92645" cy="92645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178773" y="2352904"/>
              <a:ext cx="92645" cy="92645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178773" y="2584518"/>
              <a:ext cx="92645" cy="92645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178773" y="2816131"/>
              <a:ext cx="92645" cy="92645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178773" y="3057010"/>
              <a:ext cx="92645" cy="92645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178773" y="3288624"/>
              <a:ext cx="92645" cy="92645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178773" y="3520237"/>
              <a:ext cx="92645" cy="92645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178773" y="3761116"/>
              <a:ext cx="92645" cy="92645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178773" y="3992729"/>
              <a:ext cx="92645" cy="92645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178773" y="4224343"/>
              <a:ext cx="92645" cy="92645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178773" y="4465221"/>
              <a:ext cx="92645" cy="92645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178773" y="4696835"/>
              <a:ext cx="92645" cy="92645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178773" y="4928449"/>
              <a:ext cx="92645" cy="92645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178773" y="5169327"/>
              <a:ext cx="92645" cy="92645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178773" y="5400941"/>
              <a:ext cx="92645" cy="92645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178773" y="5632555"/>
              <a:ext cx="92645" cy="92645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9178773" y="5873433"/>
              <a:ext cx="92645" cy="92645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9178773" y="6105047"/>
              <a:ext cx="92645" cy="92645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9178773" y="6336661"/>
              <a:ext cx="92645" cy="92645"/>
            </a:xfrm>
            <a:prstGeom prst="rect">
              <a:avLst/>
            </a:prstGeom>
          </p:spPr>
        </p:pic>
      </p:grpSp>
      <p:sp>
        <p:nvSpPr>
          <p:cNvPr id="109" name="object 109"/>
          <p:cNvSpPr txBox="1"/>
          <p:nvPr/>
        </p:nvSpPr>
        <p:spPr>
          <a:xfrm>
            <a:off x="9156191" y="1118834"/>
            <a:ext cx="413384" cy="5686812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spcBef>
                <a:spcPts val="484"/>
              </a:spcBef>
            </a:pPr>
            <a:r>
              <a:rPr sz="950" b="1" spc="-20" dirty="0">
                <a:solidFill>
                  <a:srgbClr val="605D5C"/>
                </a:solidFill>
                <a:latin typeface="Segoe UI"/>
                <a:cs typeface="Segoe UI"/>
              </a:rPr>
              <a:t>year</a:t>
            </a:r>
            <a:endParaRPr sz="950">
              <a:latin typeface="Segoe UI"/>
              <a:cs typeface="Segoe UI"/>
            </a:endParaRPr>
          </a:p>
          <a:p>
            <a:pPr marL="133985">
              <a:spcBef>
                <a:spcPts val="395"/>
              </a:spcBef>
            </a:pPr>
            <a:r>
              <a:rPr sz="950" spc="-20" dirty="0">
                <a:solidFill>
                  <a:srgbClr val="605D5C"/>
                </a:solidFill>
                <a:latin typeface="Segoe UI"/>
                <a:cs typeface="Segoe UI"/>
              </a:rPr>
              <a:t>1979</a:t>
            </a:r>
            <a:endParaRPr sz="950">
              <a:latin typeface="Segoe UI"/>
              <a:cs typeface="Segoe UI"/>
            </a:endParaRPr>
          </a:p>
          <a:p>
            <a:pPr marL="133985">
              <a:spcBef>
                <a:spcPts val="680"/>
              </a:spcBef>
            </a:pPr>
            <a:r>
              <a:rPr sz="950" spc="-20" dirty="0">
                <a:solidFill>
                  <a:srgbClr val="605D5C"/>
                </a:solidFill>
                <a:latin typeface="Segoe UI"/>
                <a:cs typeface="Segoe UI"/>
              </a:rPr>
              <a:t>1992</a:t>
            </a:r>
            <a:endParaRPr sz="950">
              <a:latin typeface="Segoe UI"/>
              <a:cs typeface="Segoe UI"/>
            </a:endParaRPr>
          </a:p>
          <a:p>
            <a:pPr marL="133985">
              <a:spcBef>
                <a:spcPts val="760"/>
              </a:spcBef>
            </a:pPr>
            <a:r>
              <a:rPr sz="950" spc="-20" dirty="0">
                <a:solidFill>
                  <a:srgbClr val="605D5C"/>
                </a:solidFill>
                <a:latin typeface="Segoe UI"/>
                <a:cs typeface="Segoe UI"/>
              </a:rPr>
              <a:t>1997</a:t>
            </a:r>
            <a:endParaRPr sz="950">
              <a:latin typeface="Segoe UI"/>
              <a:cs typeface="Segoe UI"/>
            </a:endParaRPr>
          </a:p>
          <a:p>
            <a:pPr marL="133985">
              <a:spcBef>
                <a:spcPts val="680"/>
              </a:spcBef>
            </a:pPr>
            <a:r>
              <a:rPr sz="950" spc="-20" dirty="0">
                <a:solidFill>
                  <a:srgbClr val="605D5C"/>
                </a:solidFill>
                <a:latin typeface="Segoe UI"/>
                <a:cs typeface="Segoe UI"/>
              </a:rPr>
              <a:t>2015</a:t>
            </a:r>
            <a:endParaRPr sz="950">
              <a:latin typeface="Segoe UI"/>
              <a:cs typeface="Segoe UI"/>
            </a:endParaRPr>
          </a:p>
          <a:p>
            <a:pPr marL="133985">
              <a:spcBef>
                <a:spcPts val="685"/>
              </a:spcBef>
            </a:pPr>
            <a:r>
              <a:rPr sz="950" spc="-20" dirty="0">
                <a:solidFill>
                  <a:srgbClr val="605D5C"/>
                </a:solidFill>
                <a:latin typeface="Segoe UI"/>
                <a:cs typeface="Segoe UI"/>
              </a:rPr>
              <a:t>1984</a:t>
            </a:r>
            <a:endParaRPr sz="950">
              <a:latin typeface="Segoe UI"/>
              <a:cs typeface="Segoe UI"/>
            </a:endParaRPr>
          </a:p>
          <a:p>
            <a:pPr marL="133985">
              <a:spcBef>
                <a:spcPts val="755"/>
              </a:spcBef>
            </a:pPr>
            <a:r>
              <a:rPr sz="950" spc="-20" dirty="0">
                <a:solidFill>
                  <a:srgbClr val="605D5C"/>
                </a:solidFill>
                <a:latin typeface="Segoe UI"/>
                <a:cs typeface="Segoe UI"/>
              </a:rPr>
              <a:t>1982</a:t>
            </a:r>
            <a:endParaRPr sz="950">
              <a:latin typeface="Segoe UI"/>
              <a:cs typeface="Segoe UI"/>
            </a:endParaRPr>
          </a:p>
          <a:p>
            <a:pPr marL="133985">
              <a:spcBef>
                <a:spcPts val="685"/>
              </a:spcBef>
            </a:pPr>
            <a:r>
              <a:rPr sz="950" spc="-20" dirty="0">
                <a:solidFill>
                  <a:srgbClr val="605D5C"/>
                </a:solidFill>
                <a:latin typeface="Segoe UI"/>
                <a:cs typeface="Segoe UI"/>
              </a:rPr>
              <a:t>2010</a:t>
            </a:r>
            <a:endParaRPr sz="950">
              <a:latin typeface="Segoe UI"/>
              <a:cs typeface="Segoe UI"/>
            </a:endParaRPr>
          </a:p>
          <a:p>
            <a:pPr marL="133985">
              <a:spcBef>
                <a:spcPts val="685"/>
              </a:spcBef>
            </a:pPr>
            <a:r>
              <a:rPr sz="950" spc="-20" dirty="0">
                <a:solidFill>
                  <a:srgbClr val="605D5C"/>
                </a:solidFill>
                <a:latin typeface="Segoe UI"/>
                <a:cs typeface="Segoe UI"/>
              </a:rPr>
              <a:t>1983</a:t>
            </a:r>
            <a:endParaRPr sz="950">
              <a:latin typeface="Segoe UI"/>
              <a:cs typeface="Segoe UI"/>
            </a:endParaRPr>
          </a:p>
          <a:p>
            <a:pPr marL="133985">
              <a:spcBef>
                <a:spcPts val="755"/>
              </a:spcBef>
            </a:pPr>
            <a:r>
              <a:rPr sz="950" spc="-20" dirty="0">
                <a:solidFill>
                  <a:srgbClr val="605D5C"/>
                </a:solidFill>
                <a:latin typeface="Segoe UI"/>
                <a:cs typeface="Segoe UI"/>
              </a:rPr>
              <a:t>1987</a:t>
            </a:r>
            <a:endParaRPr sz="950">
              <a:latin typeface="Segoe UI"/>
              <a:cs typeface="Segoe UI"/>
            </a:endParaRPr>
          </a:p>
          <a:p>
            <a:pPr marL="133985">
              <a:spcBef>
                <a:spcPts val="685"/>
              </a:spcBef>
            </a:pPr>
            <a:r>
              <a:rPr sz="950" spc="-20" dirty="0">
                <a:solidFill>
                  <a:srgbClr val="605D5C"/>
                </a:solidFill>
                <a:latin typeface="Segoe UI"/>
                <a:cs typeface="Segoe UI"/>
              </a:rPr>
              <a:t>2001</a:t>
            </a:r>
            <a:endParaRPr sz="950">
              <a:latin typeface="Segoe UI"/>
              <a:cs typeface="Segoe UI"/>
            </a:endParaRPr>
          </a:p>
          <a:p>
            <a:pPr marL="133985">
              <a:spcBef>
                <a:spcPts val="685"/>
              </a:spcBef>
            </a:pPr>
            <a:r>
              <a:rPr sz="950" spc="-20" dirty="0">
                <a:solidFill>
                  <a:srgbClr val="605D5C"/>
                </a:solidFill>
                <a:latin typeface="Segoe UI"/>
                <a:cs typeface="Segoe UI"/>
              </a:rPr>
              <a:t>1978</a:t>
            </a:r>
            <a:endParaRPr sz="950">
              <a:latin typeface="Segoe UI"/>
              <a:cs typeface="Segoe UI"/>
            </a:endParaRPr>
          </a:p>
          <a:p>
            <a:pPr marL="133985">
              <a:spcBef>
                <a:spcPts val="755"/>
              </a:spcBef>
            </a:pPr>
            <a:r>
              <a:rPr sz="950" spc="-20" dirty="0">
                <a:solidFill>
                  <a:srgbClr val="605D5C"/>
                </a:solidFill>
                <a:latin typeface="Segoe UI"/>
                <a:cs typeface="Segoe UI"/>
              </a:rPr>
              <a:t>1999</a:t>
            </a:r>
            <a:endParaRPr sz="950">
              <a:latin typeface="Segoe UI"/>
              <a:cs typeface="Segoe UI"/>
            </a:endParaRPr>
          </a:p>
          <a:p>
            <a:pPr marL="133985">
              <a:spcBef>
                <a:spcPts val="685"/>
              </a:spcBef>
            </a:pPr>
            <a:r>
              <a:rPr sz="950" spc="-20" dirty="0">
                <a:solidFill>
                  <a:srgbClr val="605D5C"/>
                </a:solidFill>
                <a:latin typeface="Segoe UI"/>
                <a:cs typeface="Segoe UI"/>
              </a:rPr>
              <a:t>2000</a:t>
            </a:r>
            <a:endParaRPr sz="950">
              <a:latin typeface="Segoe UI"/>
              <a:cs typeface="Segoe UI"/>
            </a:endParaRPr>
          </a:p>
          <a:p>
            <a:pPr marL="133985">
              <a:spcBef>
                <a:spcPts val="685"/>
              </a:spcBef>
            </a:pPr>
            <a:r>
              <a:rPr sz="950" spc="-20" dirty="0">
                <a:solidFill>
                  <a:srgbClr val="605D5C"/>
                </a:solidFill>
                <a:latin typeface="Segoe UI"/>
                <a:cs typeface="Segoe UI"/>
              </a:rPr>
              <a:t>1994</a:t>
            </a:r>
            <a:endParaRPr sz="950">
              <a:latin typeface="Segoe UI"/>
              <a:cs typeface="Segoe UI"/>
            </a:endParaRPr>
          </a:p>
          <a:p>
            <a:pPr marL="133985">
              <a:spcBef>
                <a:spcPts val="755"/>
              </a:spcBef>
            </a:pPr>
            <a:r>
              <a:rPr sz="950" spc="-20" dirty="0">
                <a:solidFill>
                  <a:srgbClr val="605D5C"/>
                </a:solidFill>
                <a:latin typeface="Segoe UI"/>
                <a:cs typeface="Segoe UI"/>
              </a:rPr>
              <a:t>2003</a:t>
            </a:r>
            <a:endParaRPr sz="950">
              <a:latin typeface="Segoe UI"/>
              <a:cs typeface="Segoe UI"/>
            </a:endParaRPr>
          </a:p>
          <a:p>
            <a:pPr marL="133985">
              <a:spcBef>
                <a:spcPts val="685"/>
              </a:spcBef>
            </a:pPr>
            <a:r>
              <a:rPr sz="950" spc="-20" dirty="0">
                <a:solidFill>
                  <a:srgbClr val="605D5C"/>
                </a:solidFill>
                <a:latin typeface="Segoe UI"/>
                <a:cs typeface="Segoe UI"/>
              </a:rPr>
              <a:t>2006</a:t>
            </a:r>
            <a:endParaRPr sz="950">
              <a:latin typeface="Segoe UI"/>
              <a:cs typeface="Segoe UI"/>
            </a:endParaRPr>
          </a:p>
          <a:p>
            <a:pPr marL="133985">
              <a:spcBef>
                <a:spcPts val="680"/>
              </a:spcBef>
            </a:pPr>
            <a:r>
              <a:rPr sz="950" spc="-20" dirty="0">
                <a:solidFill>
                  <a:srgbClr val="605D5C"/>
                </a:solidFill>
                <a:latin typeface="Segoe UI"/>
                <a:cs typeface="Segoe UI"/>
              </a:rPr>
              <a:t>1998</a:t>
            </a:r>
            <a:endParaRPr sz="950">
              <a:latin typeface="Segoe UI"/>
              <a:cs typeface="Segoe UI"/>
            </a:endParaRPr>
          </a:p>
          <a:p>
            <a:pPr marL="133985">
              <a:spcBef>
                <a:spcPts val="760"/>
              </a:spcBef>
            </a:pPr>
            <a:r>
              <a:rPr sz="950" spc="-20" dirty="0">
                <a:solidFill>
                  <a:srgbClr val="605D5C"/>
                </a:solidFill>
                <a:latin typeface="Segoe UI"/>
                <a:cs typeface="Segoe UI"/>
              </a:rPr>
              <a:t>2011</a:t>
            </a:r>
            <a:endParaRPr sz="950">
              <a:latin typeface="Segoe UI"/>
              <a:cs typeface="Segoe UI"/>
            </a:endParaRPr>
          </a:p>
          <a:p>
            <a:pPr marL="133985">
              <a:spcBef>
                <a:spcPts val="685"/>
              </a:spcBef>
            </a:pPr>
            <a:r>
              <a:rPr sz="950" spc="-20" dirty="0">
                <a:solidFill>
                  <a:srgbClr val="605D5C"/>
                </a:solidFill>
                <a:latin typeface="Segoe UI"/>
                <a:cs typeface="Segoe UI"/>
              </a:rPr>
              <a:t>2004</a:t>
            </a:r>
            <a:endParaRPr sz="950">
              <a:latin typeface="Segoe UI"/>
              <a:cs typeface="Segoe UI"/>
            </a:endParaRPr>
          </a:p>
          <a:p>
            <a:pPr marL="133985">
              <a:spcBef>
                <a:spcPts val="680"/>
              </a:spcBef>
            </a:pPr>
            <a:r>
              <a:rPr sz="950" spc="-20" dirty="0">
                <a:solidFill>
                  <a:srgbClr val="605D5C"/>
                </a:solidFill>
                <a:latin typeface="Segoe UI"/>
                <a:cs typeface="Segoe UI"/>
              </a:rPr>
              <a:t>2005</a:t>
            </a:r>
            <a:endParaRPr sz="950">
              <a:latin typeface="Segoe UI"/>
              <a:cs typeface="Segoe UI"/>
            </a:endParaRPr>
          </a:p>
          <a:p>
            <a:pPr marL="133985">
              <a:spcBef>
                <a:spcPts val="760"/>
              </a:spcBef>
            </a:pPr>
            <a:r>
              <a:rPr sz="950" spc="-20" dirty="0">
                <a:solidFill>
                  <a:srgbClr val="605D5C"/>
                </a:solidFill>
                <a:latin typeface="Segoe UI"/>
                <a:cs typeface="Segoe UI"/>
              </a:rPr>
              <a:t>2002</a:t>
            </a:r>
            <a:endParaRPr sz="950">
              <a:latin typeface="Segoe UI"/>
              <a:cs typeface="Segoe UI"/>
            </a:endParaRPr>
          </a:p>
          <a:p>
            <a:pPr marL="133985">
              <a:spcBef>
                <a:spcPts val="680"/>
              </a:spcBef>
            </a:pPr>
            <a:r>
              <a:rPr sz="950" spc="-20" dirty="0">
                <a:solidFill>
                  <a:srgbClr val="605D5C"/>
                </a:solidFill>
                <a:latin typeface="Segoe UI"/>
                <a:cs typeface="Segoe UI"/>
              </a:rPr>
              <a:t>2007</a:t>
            </a:r>
            <a:endParaRPr sz="950">
              <a:latin typeface="Segoe UI"/>
              <a:cs typeface="Segoe UI"/>
            </a:endParaRPr>
          </a:p>
          <a:p>
            <a:pPr marL="133985">
              <a:spcBef>
                <a:spcPts val="685"/>
              </a:spcBef>
            </a:pPr>
            <a:r>
              <a:rPr sz="950" spc="-20" dirty="0">
                <a:solidFill>
                  <a:srgbClr val="605D5C"/>
                </a:solidFill>
                <a:latin typeface="Segoe UI"/>
                <a:cs typeface="Segoe UI"/>
              </a:rPr>
              <a:t>2013</a:t>
            </a:r>
            <a:endParaRPr sz="950">
              <a:latin typeface="Segoe UI"/>
              <a:cs typeface="Segoe UI"/>
            </a:endParaRPr>
          </a:p>
        </p:txBody>
      </p:sp>
      <p:grpSp>
        <p:nvGrpSpPr>
          <p:cNvPr id="110" name="object 110"/>
          <p:cNvGrpSpPr/>
          <p:nvPr/>
        </p:nvGrpSpPr>
        <p:grpSpPr>
          <a:xfrm>
            <a:off x="9335655" y="457200"/>
            <a:ext cx="3085465" cy="6858000"/>
            <a:chOff x="9335654" y="228600"/>
            <a:chExt cx="3085465" cy="6858000"/>
          </a:xfrm>
        </p:grpSpPr>
        <p:pic>
          <p:nvPicPr>
            <p:cNvPr id="111" name="object 11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9335654" y="6694056"/>
              <a:ext cx="157497" cy="88013"/>
            </a:xfrm>
            <a:prstGeom prst="rect">
              <a:avLst/>
            </a:prstGeom>
          </p:spPr>
        </p:pic>
        <p:sp>
          <p:nvSpPr>
            <p:cNvPr id="112" name="object 112"/>
            <p:cNvSpPr/>
            <p:nvPr/>
          </p:nvSpPr>
          <p:spPr>
            <a:xfrm>
              <a:off x="12087225" y="228600"/>
              <a:ext cx="333375" cy="6858000"/>
            </a:xfrm>
            <a:custGeom>
              <a:avLst/>
              <a:gdLst/>
              <a:ahLst/>
              <a:cxnLst/>
              <a:rect l="l" t="t" r="r" b="b"/>
              <a:pathLst>
                <a:path w="333375" h="6858000">
                  <a:moveTo>
                    <a:pt x="333375" y="6858000"/>
                  </a:moveTo>
                  <a:lnTo>
                    <a:pt x="0" y="6858000"/>
                  </a:lnTo>
                  <a:lnTo>
                    <a:pt x="0" y="0"/>
                  </a:lnTo>
                  <a:lnTo>
                    <a:pt x="333375" y="0"/>
                  </a:lnTo>
                  <a:lnTo>
                    <a:pt x="333375" y="6858000"/>
                  </a:lnTo>
                  <a:close/>
                </a:path>
              </a:pathLst>
            </a:custGeom>
            <a:solidFill>
              <a:srgbClr val="F2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12087225" y="22860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9525" y="6858000"/>
                  </a:moveTo>
                  <a:lnTo>
                    <a:pt x="0" y="6858000"/>
                  </a:lnTo>
                  <a:lnTo>
                    <a:pt x="0" y="0"/>
                  </a:lnTo>
                  <a:lnTo>
                    <a:pt x="9525" y="0"/>
                  </a:lnTo>
                  <a:lnTo>
                    <a:pt x="9525" y="6858000"/>
                  </a:lnTo>
                  <a:close/>
                </a:path>
              </a:pathLst>
            </a:custGeom>
            <a:solidFill>
              <a:srgbClr val="E1DE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4" name="object 11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2201065" y="349899"/>
              <a:ext cx="117285" cy="119351"/>
            </a:xfrm>
            <a:prstGeom prst="rect">
              <a:avLst/>
            </a:prstGeom>
          </p:spPr>
        </p:pic>
      </p:grpSp>
      <p:sp>
        <p:nvSpPr>
          <p:cNvPr id="115" name="object 115"/>
          <p:cNvSpPr txBox="1"/>
          <p:nvPr/>
        </p:nvSpPr>
        <p:spPr>
          <a:xfrm>
            <a:off x="12002551" y="820738"/>
            <a:ext cx="369332" cy="1049655"/>
          </a:xfrm>
          <a:prstGeom prst="rect">
            <a:avLst/>
          </a:prstGeom>
        </p:spPr>
        <p:txBody>
          <a:bodyPr vert="vert" wrap="square" lIns="0" tIns="24765" rIns="0" bIns="0" rtlCol="0">
            <a:spAutoFit/>
          </a:bodyPr>
          <a:lstStyle/>
          <a:p>
            <a:pPr marL="12700">
              <a:spcBef>
                <a:spcPts val="195"/>
              </a:spcBef>
            </a:pPr>
            <a:r>
              <a:rPr sz="1200" dirty="0">
                <a:solidFill>
                  <a:srgbClr val="252423"/>
                </a:solidFill>
                <a:latin typeface="Segoe UI Semibold"/>
                <a:cs typeface="Segoe UI Semibold"/>
              </a:rPr>
              <a:t>Quick </a:t>
            </a:r>
            <a:r>
              <a:rPr sz="1200" spc="-10" dirty="0">
                <a:solidFill>
                  <a:srgbClr val="252423"/>
                </a:solidFill>
                <a:latin typeface="Segoe UI Semibold"/>
                <a:cs typeface="Segoe UI Semibold"/>
              </a:rPr>
              <a:t>measure</a:t>
            </a:r>
            <a:endParaRPr sz="1200">
              <a:latin typeface="Segoe UI Semibold"/>
              <a:cs typeface="Segoe UI Semibold"/>
            </a:endParaRPr>
          </a:p>
        </p:txBody>
      </p:sp>
      <p:sp>
        <p:nvSpPr>
          <p:cNvPr id="116" name="Rectangle 115"/>
          <p:cNvSpPr/>
          <p:nvPr/>
        </p:nvSpPr>
        <p:spPr>
          <a:xfrm>
            <a:off x="4086129" y="67456"/>
            <a:ext cx="30899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560"/>
              </a:spcBef>
              <a:tabLst>
                <a:tab pos="200660" algn="l"/>
              </a:tabLst>
            </a:pPr>
            <a:r>
              <a:rPr lang="en-US" b="1" dirty="0" smtClean="0"/>
              <a:t>Election</a:t>
            </a:r>
            <a:r>
              <a:rPr lang="en-US" b="1" spc="-25" dirty="0" smtClean="0"/>
              <a:t> </a:t>
            </a:r>
            <a:r>
              <a:rPr lang="en-US" b="1" spc="-10" dirty="0" smtClean="0"/>
              <a:t>Trends</a:t>
            </a:r>
            <a:r>
              <a:rPr lang="en-US" b="1" spc="-60" dirty="0" smtClean="0"/>
              <a:t> </a:t>
            </a:r>
            <a:r>
              <a:rPr lang="en-US" b="1" dirty="0" smtClean="0"/>
              <a:t>Over</a:t>
            </a:r>
            <a:r>
              <a:rPr lang="en-US" b="1" spc="-20" dirty="0" smtClean="0"/>
              <a:t> Time</a:t>
            </a:r>
            <a:endParaRPr lang="en-US" b="1" spc="-20" dirty="0"/>
          </a:p>
        </p:txBody>
      </p:sp>
    </p:spTree>
    <p:extLst>
      <p:ext uri="{BB962C8B-B14F-4D97-AF65-F5344CB8AC3E}">
        <p14:creationId xmlns:p14="http://schemas.microsoft.com/office/powerpoint/2010/main" val="3948005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0" y="152400"/>
            <a:ext cx="30899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560"/>
              </a:spcBef>
              <a:tabLst>
                <a:tab pos="200660" algn="l"/>
              </a:tabLst>
            </a:pPr>
            <a:r>
              <a:rPr lang="en-US" b="1" dirty="0" smtClean="0"/>
              <a:t>Election</a:t>
            </a:r>
            <a:r>
              <a:rPr lang="en-US" b="1" spc="-25" dirty="0" smtClean="0"/>
              <a:t> </a:t>
            </a:r>
            <a:r>
              <a:rPr lang="en-US" b="1" spc="-10" dirty="0" smtClean="0"/>
              <a:t>Trends</a:t>
            </a:r>
            <a:r>
              <a:rPr lang="en-US" b="1" spc="-60" dirty="0" smtClean="0"/>
              <a:t> </a:t>
            </a:r>
            <a:r>
              <a:rPr lang="en-US" b="1" dirty="0" smtClean="0"/>
              <a:t>Over</a:t>
            </a:r>
            <a:r>
              <a:rPr lang="en-US" b="1" spc="-20" dirty="0" smtClean="0"/>
              <a:t> Time</a:t>
            </a:r>
            <a:endParaRPr lang="en-US" b="1" spc="-2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8311" y="1188714"/>
            <a:ext cx="9052578" cy="539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539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3936" y="2464808"/>
            <a:ext cx="8204834" cy="2580194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660"/>
              </a:spcBef>
              <a:tabLst>
                <a:tab pos="200660" algn="l"/>
              </a:tabLst>
            </a:pPr>
            <a:r>
              <a:rPr sz="2300" b="1" dirty="0">
                <a:latin typeface="+mj-lt"/>
                <a:cs typeface="Calibri"/>
              </a:rPr>
              <a:t>3.2</a:t>
            </a:r>
            <a:r>
              <a:rPr sz="2300" b="1" spc="-25" dirty="0">
                <a:latin typeface="+mj-lt"/>
                <a:cs typeface="Calibri"/>
              </a:rPr>
              <a:t> </a:t>
            </a:r>
            <a:r>
              <a:rPr sz="2300" b="1" dirty="0">
                <a:latin typeface="+mj-lt"/>
                <a:cs typeface="Calibri"/>
              </a:rPr>
              <a:t>Party</a:t>
            </a:r>
            <a:r>
              <a:rPr sz="2300" b="1" spc="-15" dirty="0">
                <a:latin typeface="+mj-lt"/>
                <a:cs typeface="Calibri"/>
              </a:rPr>
              <a:t> </a:t>
            </a:r>
            <a:r>
              <a:rPr sz="2300" b="1" spc="-10" dirty="0" smtClean="0">
                <a:latin typeface="+mj-lt"/>
                <a:cs typeface="Calibri"/>
              </a:rPr>
              <a:t>Performance</a:t>
            </a:r>
            <a:endParaRPr sz="2300" dirty="0" smtClean="0">
              <a:latin typeface="+mj-lt"/>
              <a:cs typeface="Calibri"/>
            </a:endParaRPr>
          </a:p>
          <a:p>
            <a:pPr marL="12065" marR="280670" algn="just">
              <a:lnSpc>
                <a:spcPts val="2500"/>
              </a:lnSpc>
              <a:spcBef>
                <a:spcPts val="860"/>
              </a:spcBef>
              <a:tabLst>
                <a:tab pos="201295" algn="l"/>
              </a:tabLst>
            </a:pPr>
            <a:r>
              <a:rPr lang="en-US" sz="2300" b="1" dirty="0" smtClean="0">
                <a:latin typeface="+mj-lt"/>
                <a:sym typeface="Wingdings" panose="05000000000000000000" pitchFamily="2" charset="2"/>
              </a:rPr>
              <a:t></a:t>
            </a:r>
            <a:r>
              <a:rPr lang="en-US" sz="2300" b="1" dirty="0" smtClean="0">
                <a:latin typeface="+mj-lt"/>
              </a:rPr>
              <a:t>Key Party Players</a:t>
            </a:r>
            <a:r>
              <a:rPr sz="2300" b="1" dirty="0" smtClean="0">
                <a:latin typeface="+mj-lt"/>
                <a:cs typeface="Calibri"/>
              </a:rPr>
              <a:t>:</a:t>
            </a:r>
            <a:r>
              <a:rPr sz="2300" b="1" spc="-35" dirty="0" smtClean="0">
                <a:latin typeface="+mj-lt"/>
                <a:cs typeface="Calibri"/>
              </a:rPr>
              <a:t> </a:t>
            </a:r>
            <a:r>
              <a:rPr sz="2300" dirty="0" smtClean="0">
                <a:latin typeface="+mj-lt"/>
                <a:cs typeface="Calibri"/>
              </a:rPr>
              <a:t>Identification</a:t>
            </a:r>
            <a:r>
              <a:rPr sz="2300" spc="-55" dirty="0" smtClean="0">
                <a:latin typeface="+mj-lt"/>
                <a:cs typeface="Calibri"/>
              </a:rPr>
              <a:t> </a:t>
            </a:r>
            <a:r>
              <a:rPr sz="2300" dirty="0" smtClean="0">
                <a:latin typeface="+mj-lt"/>
                <a:cs typeface="Calibri"/>
              </a:rPr>
              <a:t>of</a:t>
            </a:r>
            <a:r>
              <a:rPr sz="2300" spc="-55" dirty="0" smtClean="0">
                <a:latin typeface="+mj-lt"/>
                <a:cs typeface="Calibri"/>
              </a:rPr>
              <a:t> </a:t>
            </a:r>
            <a:r>
              <a:rPr sz="2300" dirty="0" smtClean="0">
                <a:latin typeface="+mj-lt"/>
                <a:cs typeface="Calibri"/>
              </a:rPr>
              <a:t>dominant</a:t>
            </a:r>
            <a:r>
              <a:rPr sz="2300" spc="-15" dirty="0" smtClean="0">
                <a:latin typeface="+mj-lt"/>
                <a:cs typeface="Calibri"/>
              </a:rPr>
              <a:t> </a:t>
            </a:r>
            <a:r>
              <a:rPr sz="2300" dirty="0" smtClean="0">
                <a:latin typeface="+mj-lt"/>
                <a:cs typeface="Calibri"/>
              </a:rPr>
              <a:t>parties</a:t>
            </a:r>
            <a:r>
              <a:rPr sz="2300" spc="-45" dirty="0" smtClean="0">
                <a:latin typeface="+mj-lt"/>
                <a:cs typeface="Calibri"/>
              </a:rPr>
              <a:t> </a:t>
            </a:r>
            <a:r>
              <a:rPr sz="2300" dirty="0" smtClean="0">
                <a:latin typeface="+mj-lt"/>
                <a:cs typeface="Calibri"/>
              </a:rPr>
              <a:t>in</a:t>
            </a:r>
            <a:r>
              <a:rPr sz="2300" spc="-30" dirty="0" smtClean="0">
                <a:latin typeface="+mj-lt"/>
                <a:cs typeface="Calibri"/>
              </a:rPr>
              <a:t> </a:t>
            </a:r>
            <a:r>
              <a:rPr sz="2300" spc="-10" dirty="0" smtClean="0">
                <a:latin typeface="+mj-lt"/>
                <a:cs typeface="Calibri"/>
              </a:rPr>
              <a:t>different 	</a:t>
            </a:r>
            <a:r>
              <a:rPr sz="2300" dirty="0" smtClean="0">
                <a:latin typeface="+mj-lt"/>
                <a:cs typeface="Calibri"/>
              </a:rPr>
              <a:t>states</a:t>
            </a:r>
            <a:r>
              <a:rPr sz="2300" spc="-60" dirty="0" smtClean="0">
                <a:latin typeface="+mj-lt"/>
                <a:cs typeface="Calibri"/>
              </a:rPr>
              <a:t> </a:t>
            </a:r>
            <a:r>
              <a:rPr sz="2300" dirty="0" smtClean="0">
                <a:latin typeface="+mj-lt"/>
                <a:cs typeface="Calibri"/>
              </a:rPr>
              <a:t>and</a:t>
            </a:r>
            <a:r>
              <a:rPr sz="2300" spc="-50" dirty="0" smtClean="0">
                <a:latin typeface="+mj-lt"/>
                <a:cs typeface="Calibri"/>
              </a:rPr>
              <a:t> </a:t>
            </a:r>
            <a:r>
              <a:rPr sz="2300" dirty="0" smtClean="0">
                <a:latin typeface="+mj-lt"/>
                <a:cs typeface="Calibri"/>
              </a:rPr>
              <a:t>regions</a:t>
            </a:r>
            <a:r>
              <a:rPr sz="2300" spc="-55" dirty="0" smtClean="0">
                <a:latin typeface="+mj-lt"/>
                <a:cs typeface="Calibri"/>
              </a:rPr>
              <a:t> </a:t>
            </a:r>
            <a:r>
              <a:rPr sz="2300" dirty="0" smtClean="0">
                <a:latin typeface="+mj-lt"/>
                <a:cs typeface="Calibri"/>
              </a:rPr>
              <a:t>based</a:t>
            </a:r>
            <a:r>
              <a:rPr sz="2300" spc="-50" dirty="0" smtClean="0">
                <a:latin typeface="+mj-lt"/>
                <a:cs typeface="Calibri"/>
              </a:rPr>
              <a:t> </a:t>
            </a:r>
            <a:r>
              <a:rPr sz="2300" dirty="0" smtClean="0">
                <a:latin typeface="+mj-lt"/>
                <a:cs typeface="Calibri"/>
              </a:rPr>
              <a:t>on</a:t>
            </a:r>
            <a:r>
              <a:rPr sz="2300" spc="-45" dirty="0" smtClean="0">
                <a:latin typeface="+mj-lt"/>
                <a:cs typeface="Calibri"/>
              </a:rPr>
              <a:t> </a:t>
            </a:r>
            <a:r>
              <a:rPr sz="2300" dirty="0" smtClean="0">
                <a:latin typeface="+mj-lt"/>
                <a:cs typeface="Calibri"/>
              </a:rPr>
              <a:t>their</a:t>
            </a:r>
            <a:r>
              <a:rPr sz="2300" spc="-55" dirty="0" smtClean="0">
                <a:latin typeface="+mj-lt"/>
                <a:cs typeface="Calibri"/>
              </a:rPr>
              <a:t> </a:t>
            </a:r>
            <a:r>
              <a:rPr sz="2300" dirty="0" smtClean="0">
                <a:latin typeface="+mj-lt"/>
                <a:cs typeface="Calibri"/>
              </a:rPr>
              <a:t>electoral</a:t>
            </a:r>
            <a:r>
              <a:rPr sz="2300" spc="-75" dirty="0" smtClean="0">
                <a:latin typeface="+mj-lt"/>
                <a:cs typeface="Calibri"/>
              </a:rPr>
              <a:t> </a:t>
            </a:r>
            <a:r>
              <a:rPr sz="2300" dirty="0" smtClean="0">
                <a:latin typeface="+mj-lt"/>
                <a:cs typeface="Calibri"/>
              </a:rPr>
              <a:t>performance</a:t>
            </a:r>
            <a:r>
              <a:rPr sz="2300" spc="-50" dirty="0" smtClean="0">
                <a:latin typeface="+mj-lt"/>
                <a:cs typeface="Calibri"/>
              </a:rPr>
              <a:t> </a:t>
            </a:r>
            <a:r>
              <a:rPr sz="2300" dirty="0" smtClean="0">
                <a:latin typeface="+mj-lt"/>
                <a:cs typeface="Calibri"/>
              </a:rPr>
              <a:t>over</a:t>
            </a:r>
            <a:r>
              <a:rPr sz="2300" spc="-55" dirty="0" smtClean="0">
                <a:latin typeface="+mj-lt"/>
                <a:cs typeface="Calibri"/>
              </a:rPr>
              <a:t> </a:t>
            </a:r>
            <a:r>
              <a:rPr sz="2300" spc="-25" dirty="0" smtClean="0">
                <a:latin typeface="+mj-lt"/>
                <a:cs typeface="Calibri"/>
              </a:rPr>
              <a:t>the 	</a:t>
            </a:r>
            <a:r>
              <a:rPr sz="2300" spc="-10" dirty="0" smtClean="0">
                <a:latin typeface="+mj-lt"/>
                <a:cs typeface="Calibri"/>
              </a:rPr>
              <a:t>years.</a:t>
            </a:r>
            <a:endParaRPr sz="2300" dirty="0" smtClean="0">
              <a:latin typeface="+mj-lt"/>
              <a:cs typeface="Calibri"/>
            </a:endParaRPr>
          </a:p>
          <a:p>
            <a:pPr marL="12065" marR="5080" algn="l">
              <a:lnSpc>
                <a:spcPts val="2500"/>
              </a:lnSpc>
              <a:spcBef>
                <a:spcPts val="805"/>
              </a:spcBef>
              <a:tabLst>
                <a:tab pos="201295" algn="l"/>
              </a:tabLst>
            </a:pPr>
            <a:r>
              <a:rPr lang="en-US" sz="2300" b="1" dirty="0" smtClean="0">
                <a:latin typeface="+mj-lt"/>
                <a:sym typeface="Wingdings" panose="05000000000000000000" pitchFamily="2" charset="2"/>
              </a:rPr>
              <a:t></a:t>
            </a:r>
            <a:r>
              <a:rPr lang="en-US" sz="2300" b="1" dirty="0" smtClean="0">
                <a:latin typeface="+mj-lt"/>
              </a:rPr>
              <a:t>Party </a:t>
            </a:r>
            <a:r>
              <a:rPr lang="en-US" sz="2300" b="1" dirty="0">
                <a:latin typeface="+mj-lt"/>
              </a:rPr>
              <a:t>Collaborations</a:t>
            </a:r>
            <a:r>
              <a:rPr sz="2300" b="1" dirty="0" smtClean="0">
                <a:latin typeface="+mj-lt"/>
                <a:cs typeface="Calibri"/>
              </a:rPr>
              <a:t>:</a:t>
            </a:r>
            <a:r>
              <a:rPr sz="2300" b="1" spc="-20" dirty="0" smtClean="0">
                <a:latin typeface="+mj-lt"/>
                <a:cs typeface="Calibri"/>
              </a:rPr>
              <a:t> </a:t>
            </a:r>
            <a:r>
              <a:rPr lang="en-US" sz="2300" dirty="0">
                <a:latin typeface="+mj-lt"/>
              </a:rPr>
              <a:t>Examination of party alliances and their </a:t>
            </a:r>
            <a:r>
              <a:rPr lang="en-US" sz="2300" dirty="0" smtClean="0">
                <a:latin typeface="+mj-lt"/>
              </a:rPr>
              <a:t>	impact </a:t>
            </a:r>
            <a:r>
              <a:rPr lang="en-US" sz="2300" dirty="0">
                <a:latin typeface="+mj-lt"/>
              </a:rPr>
              <a:t>on election results, shedding light on the dynamics of </a:t>
            </a:r>
            <a:r>
              <a:rPr lang="en-US" sz="2300" dirty="0" smtClean="0">
                <a:latin typeface="+mj-lt"/>
              </a:rPr>
              <a:t>	coalition </a:t>
            </a:r>
            <a:r>
              <a:rPr lang="en-US" sz="2300" dirty="0">
                <a:latin typeface="+mj-lt"/>
              </a:rPr>
              <a:t>politics</a:t>
            </a:r>
            <a:endParaRPr sz="2300" dirty="0">
              <a:latin typeface="+mj-lt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 marR="5080">
              <a:lnSpc>
                <a:spcPts val="3920"/>
              </a:lnSpc>
              <a:spcBef>
                <a:spcPts val="600"/>
              </a:spcBef>
            </a:pPr>
            <a:r>
              <a:rPr spc="-114" dirty="0"/>
              <a:t>Analysis</a:t>
            </a:r>
            <a:r>
              <a:rPr spc="-90" dirty="0"/>
              <a:t> </a:t>
            </a:r>
            <a:r>
              <a:rPr dirty="0"/>
              <a:t>of</a:t>
            </a:r>
            <a:r>
              <a:rPr spc="-75" dirty="0"/>
              <a:t> </a:t>
            </a:r>
            <a:r>
              <a:rPr spc="-90" dirty="0"/>
              <a:t>Indian</a:t>
            </a:r>
            <a:r>
              <a:rPr spc="-105" dirty="0"/>
              <a:t> </a:t>
            </a:r>
            <a:r>
              <a:rPr spc="-60" dirty="0"/>
              <a:t>Election</a:t>
            </a:r>
            <a:r>
              <a:rPr spc="-140" dirty="0"/>
              <a:t> </a:t>
            </a:r>
            <a:r>
              <a:rPr spc="-90" dirty="0"/>
              <a:t>Dataset:</a:t>
            </a:r>
            <a:r>
              <a:rPr spc="-114" dirty="0"/>
              <a:t> </a:t>
            </a:r>
            <a:r>
              <a:rPr spc="-90" dirty="0"/>
              <a:t>State</a:t>
            </a:r>
            <a:r>
              <a:rPr spc="-85" dirty="0"/>
              <a:t> </a:t>
            </a:r>
            <a:r>
              <a:rPr spc="-25" dirty="0"/>
              <a:t>and </a:t>
            </a:r>
            <a:r>
              <a:rPr spc="-105" dirty="0"/>
              <a:t>National</a:t>
            </a:r>
            <a:r>
              <a:rPr spc="-100" dirty="0"/>
              <a:t> </a:t>
            </a:r>
            <a:r>
              <a:rPr spc="-65" dirty="0"/>
              <a:t>Level</a:t>
            </a:r>
            <a:r>
              <a:rPr spc="-100" dirty="0"/>
              <a:t> </a:t>
            </a:r>
            <a:r>
              <a:rPr spc="-60" dirty="0"/>
              <a:t>Election</a:t>
            </a:r>
            <a:r>
              <a:rPr spc="-100" dirty="0"/>
              <a:t> </a:t>
            </a:r>
            <a:r>
              <a:rPr spc="-110" dirty="0"/>
              <a:t>Data</a:t>
            </a:r>
            <a:r>
              <a:rPr spc="-95" dirty="0"/>
              <a:t> </a:t>
            </a:r>
            <a:r>
              <a:rPr spc="-80" dirty="0"/>
              <a:t>from</a:t>
            </a:r>
            <a:r>
              <a:rPr spc="-114" dirty="0"/>
              <a:t> </a:t>
            </a:r>
            <a:r>
              <a:rPr dirty="0"/>
              <a:t>1977</a:t>
            </a:r>
            <a:r>
              <a:rPr spc="-130" dirty="0"/>
              <a:t> </a:t>
            </a:r>
            <a:r>
              <a:rPr dirty="0"/>
              <a:t>–</a:t>
            </a:r>
            <a:r>
              <a:rPr spc="-65" dirty="0"/>
              <a:t> </a:t>
            </a:r>
            <a:r>
              <a:rPr spc="-20" dirty="0"/>
              <a:t>2015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8600" y="457200"/>
            <a:ext cx="12192000" cy="323850"/>
            <a:chOff x="228600" y="228600"/>
            <a:chExt cx="12192000" cy="323850"/>
          </a:xfrm>
        </p:grpSpPr>
        <p:sp>
          <p:nvSpPr>
            <p:cNvPr id="3" name="object 3"/>
            <p:cNvSpPr/>
            <p:nvPr/>
          </p:nvSpPr>
          <p:spPr>
            <a:xfrm>
              <a:off x="228600" y="228600"/>
              <a:ext cx="12192000" cy="323850"/>
            </a:xfrm>
            <a:custGeom>
              <a:avLst/>
              <a:gdLst/>
              <a:ahLst/>
              <a:cxnLst/>
              <a:rect l="l" t="t" r="r" b="b"/>
              <a:pathLst>
                <a:path w="12192000" h="323850">
                  <a:moveTo>
                    <a:pt x="12192000" y="323850"/>
                  </a:moveTo>
                  <a:lnTo>
                    <a:pt x="0" y="323850"/>
                  </a:lnTo>
                  <a:lnTo>
                    <a:pt x="0" y="0"/>
                  </a:lnTo>
                  <a:lnTo>
                    <a:pt x="12192000" y="0"/>
                  </a:lnTo>
                  <a:lnTo>
                    <a:pt x="12192000" y="323850"/>
                  </a:lnTo>
                  <a:close/>
                </a:path>
              </a:pathLst>
            </a:custGeom>
            <a:solidFill>
              <a:srgbClr val="3B3A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28600" y="548640"/>
              <a:ext cx="12192000" cy="3810"/>
            </a:xfrm>
            <a:custGeom>
              <a:avLst/>
              <a:gdLst/>
              <a:ahLst/>
              <a:cxnLst/>
              <a:rect l="l" t="t" r="r" b="b"/>
              <a:pathLst>
                <a:path w="12192000" h="3809">
                  <a:moveTo>
                    <a:pt x="0" y="3810"/>
                  </a:moveTo>
                  <a:lnTo>
                    <a:pt x="12192000" y="3810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000000">
                <a:alpha val="1097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228600" y="781050"/>
            <a:ext cx="12192000" cy="1273810"/>
            <a:chOff x="228600" y="552450"/>
            <a:chExt cx="12192000" cy="1273810"/>
          </a:xfrm>
        </p:grpSpPr>
        <p:sp>
          <p:nvSpPr>
            <p:cNvPr id="6" name="object 6"/>
            <p:cNvSpPr/>
            <p:nvPr/>
          </p:nvSpPr>
          <p:spPr>
            <a:xfrm>
              <a:off x="228600" y="1762125"/>
              <a:ext cx="12192000" cy="8255"/>
            </a:xfrm>
            <a:custGeom>
              <a:avLst/>
              <a:gdLst/>
              <a:ahLst/>
              <a:cxnLst/>
              <a:rect l="l" t="t" r="r" b="b"/>
              <a:pathLst>
                <a:path w="12192000" h="8255">
                  <a:moveTo>
                    <a:pt x="0" y="8254"/>
                  </a:moveTo>
                  <a:lnTo>
                    <a:pt x="12192000" y="8254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8254"/>
                  </a:lnTo>
                  <a:close/>
                </a:path>
              </a:pathLst>
            </a:custGeom>
            <a:solidFill>
              <a:srgbClr val="000000">
                <a:alpha val="1097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8600" y="1762125"/>
              <a:ext cx="12192000" cy="64135"/>
            </a:xfrm>
            <a:custGeom>
              <a:avLst/>
              <a:gdLst/>
              <a:ahLst/>
              <a:cxnLst/>
              <a:rect l="l" t="t" r="r" b="b"/>
              <a:pathLst>
                <a:path w="12192000" h="64135">
                  <a:moveTo>
                    <a:pt x="0" y="64134"/>
                  </a:moveTo>
                  <a:lnTo>
                    <a:pt x="12192000" y="64134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4134"/>
                  </a:lnTo>
                  <a:close/>
                </a:path>
              </a:pathLst>
            </a:custGeom>
            <a:solidFill>
              <a:srgbClr val="000000">
                <a:alpha val="129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8600" y="552450"/>
              <a:ext cx="12192000" cy="1209675"/>
            </a:xfrm>
            <a:custGeom>
              <a:avLst/>
              <a:gdLst/>
              <a:ahLst/>
              <a:cxnLst/>
              <a:rect l="l" t="t" r="r" b="b"/>
              <a:pathLst>
                <a:path w="12192000" h="1209675">
                  <a:moveTo>
                    <a:pt x="12192000" y="1209675"/>
                  </a:moveTo>
                  <a:lnTo>
                    <a:pt x="0" y="1209675"/>
                  </a:lnTo>
                  <a:lnTo>
                    <a:pt x="0" y="0"/>
                  </a:lnTo>
                  <a:lnTo>
                    <a:pt x="12192000" y="0"/>
                  </a:lnTo>
                  <a:lnTo>
                    <a:pt x="12192000" y="1209675"/>
                  </a:lnTo>
                  <a:close/>
                </a:path>
              </a:pathLst>
            </a:custGeom>
            <a:solidFill>
              <a:srgbClr val="F2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881688" y="543408"/>
            <a:ext cx="885825" cy="15240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>
              <a:spcBef>
                <a:spcPts val="70"/>
              </a:spcBef>
            </a:pPr>
            <a:r>
              <a:rPr sz="900" spc="-10" dirty="0">
                <a:solidFill>
                  <a:srgbClr val="FFFFFF"/>
                </a:solidFill>
                <a:latin typeface="Segoe UI"/>
                <a:cs typeface="Segoe UI"/>
              </a:rPr>
              <a:t>Power</a:t>
            </a:r>
            <a:r>
              <a:rPr sz="900" spc="-4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BI</a:t>
            </a:r>
            <a:r>
              <a:rPr sz="900" spc="-4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Desktop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28600" y="457200"/>
            <a:ext cx="12192000" cy="6858000"/>
            <a:chOff x="228600" y="228600"/>
            <a:chExt cx="12192000" cy="6858000"/>
          </a:xfrm>
        </p:grpSpPr>
        <p:sp>
          <p:nvSpPr>
            <p:cNvPr id="11" name="object 11"/>
            <p:cNvSpPr/>
            <p:nvPr/>
          </p:nvSpPr>
          <p:spPr>
            <a:xfrm>
              <a:off x="228600" y="22860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12192000" y="6858000"/>
                  </a:moveTo>
                  <a:lnTo>
                    <a:pt x="0" y="6858000"/>
                  </a:lnTo>
                  <a:lnTo>
                    <a:pt x="0" y="0"/>
                  </a:lnTo>
                  <a:lnTo>
                    <a:pt x="12192000" y="0"/>
                  </a:lnTo>
                  <a:lnTo>
                    <a:pt x="12192000" y="6858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857625" y="5597525"/>
              <a:ext cx="4010025" cy="9525"/>
            </a:xfrm>
            <a:custGeom>
              <a:avLst/>
              <a:gdLst/>
              <a:ahLst/>
              <a:cxnLst/>
              <a:rect l="l" t="t" r="r" b="b"/>
              <a:pathLst>
                <a:path w="4010025" h="9525">
                  <a:moveTo>
                    <a:pt x="95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  <a:path w="4010025" h="9525">
                  <a:moveTo>
                    <a:pt x="66675" y="0"/>
                  </a:moveTo>
                  <a:lnTo>
                    <a:pt x="57150" y="0"/>
                  </a:lnTo>
                  <a:lnTo>
                    <a:pt x="57150" y="9525"/>
                  </a:lnTo>
                  <a:lnTo>
                    <a:pt x="66675" y="9525"/>
                  </a:lnTo>
                  <a:lnTo>
                    <a:pt x="66675" y="0"/>
                  </a:lnTo>
                  <a:close/>
                </a:path>
                <a:path w="4010025" h="9525">
                  <a:moveTo>
                    <a:pt x="123825" y="0"/>
                  </a:moveTo>
                  <a:lnTo>
                    <a:pt x="114300" y="0"/>
                  </a:lnTo>
                  <a:lnTo>
                    <a:pt x="114300" y="9525"/>
                  </a:lnTo>
                  <a:lnTo>
                    <a:pt x="123825" y="9525"/>
                  </a:lnTo>
                  <a:lnTo>
                    <a:pt x="123825" y="0"/>
                  </a:lnTo>
                  <a:close/>
                </a:path>
                <a:path w="4010025" h="9525">
                  <a:moveTo>
                    <a:pt x="180975" y="0"/>
                  </a:moveTo>
                  <a:lnTo>
                    <a:pt x="171450" y="0"/>
                  </a:lnTo>
                  <a:lnTo>
                    <a:pt x="171450" y="9525"/>
                  </a:lnTo>
                  <a:lnTo>
                    <a:pt x="180975" y="9525"/>
                  </a:lnTo>
                  <a:lnTo>
                    <a:pt x="180975" y="0"/>
                  </a:lnTo>
                  <a:close/>
                </a:path>
                <a:path w="4010025" h="9525">
                  <a:moveTo>
                    <a:pt x="238125" y="0"/>
                  </a:moveTo>
                  <a:lnTo>
                    <a:pt x="228600" y="0"/>
                  </a:lnTo>
                  <a:lnTo>
                    <a:pt x="228600" y="9525"/>
                  </a:lnTo>
                  <a:lnTo>
                    <a:pt x="238125" y="9525"/>
                  </a:lnTo>
                  <a:lnTo>
                    <a:pt x="238125" y="0"/>
                  </a:lnTo>
                  <a:close/>
                </a:path>
                <a:path w="4010025" h="9525">
                  <a:moveTo>
                    <a:pt x="295275" y="0"/>
                  </a:moveTo>
                  <a:lnTo>
                    <a:pt x="285750" y="0"/>
                  </a:lnTo>
                  <a:lnTo>
                    <a:pt x="285750" y="9525"/>
                  </a:lnTo>
                  <a:lnTo>
                    <a:pt x="295275" y="9525"/>
                  </a:lnTo>
                  <a:lnTo>
                    <a:pt x="295275" y="0"/>
                  </a:lnTo>
                  <a:close/>
                </a:path>
                <a:path w="4010025" h="9525">
                  <a:moveTo>
                    <a:pt x="352425" y="0"/>
                  </a:moveTo>
                  <a:lnTo>
                    <a:pt x="342900" y="0"/>
                  </a:lnTo>
                  <a:lnTo>
                    <a:pt x="342900" y="9525"/>
                  </a:lnTo>
                  <a:lnTo>
                    <a:pt x="352425" y="9525"/>
                  </a:lnTo>
                  <a:lnTo>
                    <a:pt x="352425" y="0"/>
                  </a:lnTo>
                  <a:close/>
                </a:path>
                <a:path w="4010025" h="9525">
                  <a:moveTo>
                    <a:pt x="409575" y="0"/>
                  </a:moveTo>
                  <a:lnTo>
                    <a:pt x="400050" y="0"/>
                  </a:lnTo>
                  <a:lnTo>
                    <a:pt x="400050" y="9525"/>
                  </a:lnTo>
                  <a:lnTo>
                    <a:pt x="409575" y="9525"/>
                  </a:lnTo>
                  <a:lnTo>
                    <a:pt x="409575" y="0"/>
                  </a:lnTo>
                  <a:close/>
                </a:path>
                <a:path w="4010025" h="9525">
                  <a:moveTo>
                    <a:pt x="466725" y="0"/>
                  </a:moveTo>
                  <a:lnTo>
                    <a:pt x="457200" y="0"/>
                  </a:lnTo>
                  <a:lnTo>
                    <a:pt x="457200" y="9525"/>
                  </a:lnTo>
                  <a:lnTo>
                    <a:pt x="466725" y="9525"/>
                  </a:lnTo>
                  <a:lnTo>
                    <a:pt x="466725" y="0"/>
                  </a:lnTo>
                  <a:close/>
                </a:path>
                <a:path w="4010025" h="9525">
                  <a:moveTo>
                    <a:pt x="523875" y="0"/>
                  </a:moveTo>
                  <a:lnTo>
                    <a:pt x="514350" y="0"/>
                  </a:lnTo>
                  <a:lnTo>
                    <a:pt x="514350" y="9525"/>
                  </a:lnTo>
                  <a:lnTo>
                    <a:pt x="523875" y="9525"/>
                  </a:lnTo>
                  <a:lnTo>
                    <a:pt x="523875" y="0"/>
                  </a:lnTo>
                  <a:close/>
                </a:path>
                <a:path w="4010025" h="9525">
                  <a:moveTo>
                    <a:pt x="581025" y="0"/>
                  </a:moveTo>
                  <a:lnTo>
                    <a:pt x="571500" y="0"/>
                  </a:lnTo>
                  <a:lnTo>
                    <a:pt x="571500" y="9525"/>
                  </a:lnTo>
                  <a:lnTo>
                    <a:pt x="581025" y="9525"/>
                  </a:lnTo>
                  <a:lnTo>
                    <a:pt x="581025" y="0"/>
                  </a:lnTo>
                  <a:close/>
                </a:path>
                <a:path w="4010025" h="9525">
                  <a:moveTo>
                    <a:pt x="638175" y="0"/>
                  </a:moveTo>
                  <a:lnTo>
                    <a:pt x="628650" y="0"/>
                  </a:lnTo>
                  <a:lnTo>
                    <a:pt x="628650" y="9525"/>
                  </a:lnTo>
                  <a:lnTo>
                    <a:pt x="638175" y="9525"/>
                  </a:lnTo>
                  <a:lnTo>
                    <a:pt x="638175" y="0"/>
                  </a:lnTo>
                  <a:close/>
                </a:path>
                <a:path w="4010025" h="9525">
                  <a:moveTo>
                    <a:pt x="695325" y="0"/>
                  </a:moveTo>
                  <a:lnTo>
                    <a:pt x="685800" y="0"/>
                  </a:lnTo>
                  <a:lnTo>
                    <a:pt x="685800" y="9525"/>
                  </a:lnTo>
                  <a:lnTo>
                    <a:pt x="695325" y="9525"/>
                  </a:lnTo>
                  <a:lnTo>
                    <a:pt x="695325" y="0"/>
                  </a:lnTo>
                  <a:close/>
                </a:path>
                <a:path w="4010025" h="9525">
                  <a:moveTo>
                    <a:pt x="752475" y="0"/>
                  </a:moveTo>
                  <a:lnTo>
                    <a:pt x="742950" y="0"/>
                  </a:lnTo>
                  <a:lnTo>
                    <a:pt x="742950" y="9525"/>
                  </a:lnTo>
                  <a:lnTo>
                    <a:pt x="752475" y="9525"/>
                  </a:lnTo>
                  <a:lnTo>
                    <a:pt x="752475" y="0"/>
                  </a:lnTo>
                  <a:close/>
                </a:path>
                <a:path w="4010025" h="9525">
                  <a:moveTo>
                    <a:pt x="809625" y="0"/>
                  </a:moveTo>
                  <a:lnTo>
                    <a:pt x="800100" y="0"/>
                  </a:lnTo>
                  <a:lnTo>
                    <a:pt x="800100" y="9525"/>
                  </a:lnTo>
                  <a:lnTo>
                    <a:pt x="809625" y="9525"/>
                  </a:lnTo>
                  <a:lnTo>
                    <a:pt x="809625" y="0"/>
                  </a:lnTo>
                  <a:close/>
                </a:path>
                <a:path w="4010025" h="9525">
                  <a:moveTo>
                    <a:pt x="866775" y="0"/>
                  </a:moveTo>
                  <a:lnTo>
                    <a:pt x="857250" y="0"/>
                  </a:lnTo>
                  <a:lnTo>
                    <a:pt x="857250" y="9525"/>
                  </a:lnTo>
                  <a:lnTo>
                    <a:pt x="866775" y="9525"/>
                  </a:lnTo>
                  <a:lnTo>
                    <a:pt x="866775" y="0"/>
                  </a:lnTo>
                  <a:close/>
                </a:path>
                <a:path w="4010025" h="9525">
                  <a:moveTo>
                    <a:pt x="923925" y="0"/>
                  </a:moveTo>
                  <a:lnTo>
                    <a:pt x="914400" y="0"/>
                  </a:lnTo>
                  <a:lnTo>
                    <a:pt x="914400" y="9525"/>
                  </a:lnTo>
                  <a:lnTo>
                    <a:pt x="923925" y="9525"/>
                  </a:lnTo>
                  <a:lnTo>
                    <a:pt x="923925" y="0"/>
                  </a:lnTo>
                  <a:close/>
                </a:path>
                <a:path w="4010025" h="9525">
                  <a:moveTo>
                    <a:pt x="981075" y="0"/>
                  </a:moveTo>
                  <a:lnTo>
                    <a:pt x="971550" y="0"/>
                  </a:lnTo>
                  <a:lnTo>
                    <a:pt x="971550" y="9525"/>
                  </a:lnTo>
                  <a:lnTo>
                    <a:pt x="981075" y="9525"/>
                  </a:lnTo>
                  <a:lnTo>
                    <a:pt x="981075" y="0"/>
                  </a:lnTo>
                  <a:close/>
                </a:path>
                <a:path w="4010025" h="9525">
                  <a:moveTo>
                    <a:pt x="1038225" y="0"/>
                  </a:moveTo>
                  <a:lnTo>
                    <a:pt x="1028700" y="0"/>
                  </a:lnTo>
                  <a:lnTo>
                    <a:pt x="1028700" y="9525"/>
                  </a:lnTo>
                  <a:lnTo>
                    <a:pt x="1038225" y="9525"/>
                  </a:lnTo>
                  <a:lnTo>
                    <a:pt x="1038225" y="0"/>
                  </a:lnTo>
                  <a:close/>
                </a:path>
                <a:path w="4010025" h="9525">
                  <a:moveTo>
                    <a:pt x="1095375" y="0"/>
                  </a:moveTo>
                  <a:lnTo>
                    <a:pt x="1085850" y="0"/>
                  </a:lnTo>
                  <a:lnTo>
                    <a:pt x="1085850" y="9525"/>
                  </a:lnTo>
                  <a:lnTo>
                    <a:pt x="1095375" y="9525"/>
                  </a:lnTo>
                  <a:lnTo>
                    <a:pt x="1095375" y="0"/>
                  </a:lnTo>
                  <a:close/>
                </a:path>
                <a:path w="4010025" h="9525">
                  <a:moveTo>
                    <a:pt x="1152525" y="0"/>
                  </a:moveTo>
                  <a:lnTo>
                    <a:pt x="1143000" y="0"/>
                  </a:lnTo>
                  <a:lnTo>
                    <a:pt x="1143000" y="9525"/>
                  </a:lnTo>
                  <a:lnTo>
                    <a:pt x="1152525" y="9525"/>
                  </a:lnTo>
                  <a:lnTo>
                    <a:pt x="1152525" y="0"/>
                  </a:lnTo>
                  <a:close/>
                </a:path>
                <a:path w="4010025" h="9525">
                  <a:moveTo>
                    <a:pt x="1209675" y="0"/>
                  </a:moveTo>
                  <a:lnTo>
                    <a:pt x="1200150" y="0"/>
                  </a:lnTo>
                  <a:lnTo>
                    <a:pt x="1200150" y="9525"/>
                  </a:lnTo>
                  <a:lnTo>
                    <a:pt x="1209675" y="9525"/>
                  </a:lnTo>
                  <a:lnTo>
                    <a:pt x="1209675" y="0"/>
                  </a:lnTo>
                  <a:close/>
                </a:path>
                <a:path w="4010025" h="9525">
                  <a:moveTo>
                    <a:pt x="1266825" y="0"/>
                  </a:moveTo>
                  <a:lnTo>
                    <a:pt x="1257300" y="0"/>
                  </a:lnTo>
                  <a:lnTo>
                    <a:pt x="1257300" y="9525"/>
                  </a:lnTo>
                  <a:lnTo>
                    <a:pt x="1266825" y="9525"/>
                  </a:lnTo>
                  <a:lnTo>
                    <a:pt x="1266825" y="0"/>
                  </a:lnTo>
                  <a:close/>
                </a:path>
                <a:path w="4010025" h="9525">
                  <a:moveTo>
                    <a:pt x="1323975" y="0"/>
                  </a:moveTo>
                  <a:lnTo>
                    <a:pt x="1314450" y="0"/>
                  </a:lnTo>
                  <a:lnTo>
                    <a:pt x="1314450" y="9525"/>
                  </a:lnTo>
                  <a:lnTo>
                    <a:pt x="1323975" y="9525"/>
                  </a:lnTo>
                  <a:lnTo>
                    <a:pt x="1323975" y="0"/>
                  </a:lnTo>
                  <a:close/>
                </a:path>
                <a:path w="4010025" h="9525">
                  <a:moveTo>
                    <a:pt x="1381125" y="0"/>
                  </a:moveTo>
                  <a:lnTo>
                    <a:pt x="1371600" y="0"/>
                  </a:lnTo>
                  <a:lnTo>
                    <a:pt x="1371600" y="9525"/>
                  </a:lnTo>
                  <a:lnTo>
                    <a:pt x="1381125" y="9525"/>
                  </a:lnTo>
                  <a:lnTo>
                    <a:pt x="1381125" y="0"/>
                  </a:lnTo>
                  <a:close/>
                </a:path>
                <a:path w="4010025" h="9525">
                  <a:moveTo>
                    <a:pt x="1438275" y="0"/>
                  </a:moveTo>
                  <a:lnTo>
                    <a:pt x="1428750" y="0"/>
                  </a:lnTo>
                  <a:lnTo>
                    <a:pt x="1428750" y="9525"/>
                  </a:lnTo>
                  <a:lnTo>
                    <a:pt x="1438275" y="9525"/>
                  </a:lnTo>
                  <a:lnTo>
                    <a:pt x="1438275" y="0"/>
                  </a:lnTo>
                  <a:close/>
                </a:path>
                <a:path w="4010025" h="9525">
                  <a:moveTo>
                    <a:pt x="1495425" y="0"/>
                  </a:moveTo>
                  <a:lnTo>
                    <a:pt x="1485900" y="0"/>
                  </a:lnTo>
                  <a:lnTo>
                    <a:pt x="1485900" y="9525"/>
                  </a:lnTo>
                  <a:lnTo>
                    <a:pt x="1495425" y="9525"/>
                  </a:lnTo>
                  <a:lnTo>
                    <a:pt x="1495425" y="0"/>
                  </a:lnTo>
                  <a:close/>
                </a:path>
                <a:path w="4010025" h="9525">
                  <a:moveTo>
                    <a:pt x="1552575" y="0"/>
                  </a:moveTo>
                  <a:lnTo>
                    <a:pt x="1543050" y="0"/>
                  </a:lnTo>
                  <a:lnTo>
                    <a:pt x="1543050" y="9525"/>
                  </a:lnTo>
                  <a:lnTo>
                    <a:pt x="1552575" y="9525"/>
                  </a:lnTo>
                  <a:lnTo>
                    <a:pt x="1552575" y="0"/>
                  </a:lnTo>
                  <a:close/>
                </a:path>
                <a:path w="4010025" h="9525">
                  <a:moveTo>
                    <a:pt x="1609725" y="0"/>
                  </a:moveTo>
                  <a:lnTo>
                    <a:pt x="1600200" y="0"/>
                  </a:lnTo>
                  <a:lnTo>
                    <a:pt x="1600200" y="9525"/>
                  </a:lnTo>
                  <a:lnTo>
                    <a:pt x="1609725" y="9525"/>
                  </a:lnTo>
                  <a:lnTo>
                    <a:pt x="1609725" y="0"/>
                  </a:lnTo>
                  <a:close/>
                </a:path>
                <a:path w="4010025" h="9525">
                  <a:moveTo>
                    <a:pt x="1666875" y="0"/>
                  </a:moveTo>
                  <a:lnTo>
                    <a:pt x="1657350" y="0"/>
                  </a:lnTo>
                  <a:lnTo>
                    <a:pt x="1657350" y="9525"/>
                  </a:lnTo>
                  <a:lnTo>
                    <a:pt x="1666875" y="9525"/>
                  </a:lnTo>
                  <a:lnTo>
                    <a:pt x="1666875" y="0"/>
                  </a:lnTo>
                  <a:close/>
                </a:path>
                <a:path w="4010025" h="9525">
                  <a:moveTo>
                    <a:pt x="1724025" y="0"/>
                  </a:moveTo>
                  <a:lnTo>
                    <a:pt x="1714500" y="0"/>
                  </a:lnTo>
                  <a:lnTo>
                    <a:pt x="1714500" y="9525"/>
                  </a:lnTo>
                  <a:lnTo>
                    <a:pt x="1724025" y="9525"/>
                  </a:lnTo>
                  <a:lnTo>
                    <a:pt x="1724025" y="0"/>
                  </a:lnTo>
                  <a:close/>
                </a:path>
                <a:path w="4010025" h="9525">
                  <a:moveTo>
                    <a:pt x="1781175" y="0"/>
                  </a:moveTo>
                  <a:lnTo>
                    <a:pt x="1771650" y="0"/>
                  </a:lnTo>
                  <a:lnTo>
                    <a:pt x="1771650" y="9525"/>
                  </a:lnTo>
                  <a:lnTo>
                    <a:pt x="1781175" y="9525"/>
                  </a:lnTo>
                  <a:lnTo>
                    <a:pt x="1781175" y="0"/>
                  </a:lnTo>
                  <a:close/>
                </a:path>
                <a:path w="4010025" h="9525">
                  <a:moveTo>
                    <a:pt x="1838325" y="0"/>
                  </a:moveTo>
                  <a:lnTo>
                    <a:pt x="1828800" y="0"/>
                  </a:lnTo>
                  <a:lnTo>
                    <a:pt x="1828800" y="9525"/>
                  </a:lnTo>
                  <a:lnTo>
                    <a:pt x="1838325" y="9525"/>
                  </a:lnTo>
                  <a:lnTo>
                    <a:pt x="1838325" y="0"/>
                  </a:lnTo>
                  <a:close/>
                </a:path>
                <a:path w="4010025" h="9525">
                  <a:moveTo>
                    <a:pt x="1895475" y="0"/>
                  </a:moveTo>
                  <a:lnTo>
                    <a:pt x="1885950" y="0"/>
                  </a:lnTo>
                  <a:lnTo>
                    <a:pt x="1885950" y="9525"/>
                  </a:lnTo>
                  <a:lnTo>
                    <a:pt x="1895475" y="9525"/>
                  </a:lnTo>
                  <a:lnTo>
                    <a:pt x="1895475" y="0"/>
                  </a:lnTo>
                  <a:close/>
                </a:path>
                <a:path w="4010025" h="9525">
                  <a:moveTo>
                    <a:pt x="1952625" y="0"/>
                  </a:moveTo>
                  <a:lnTo>
                    <a:pt x="1943100" y="0"/>
                  </a:lnTo>
                  <a:lnTo>
                    <a:pt x="1943100" y="9525"/>
                  </a:lnTo>
                  <a:lnTo>
                    <a:pt x="1952625" y="9525"/>
                  </a:lnTo>
                  <a:lnTo>
                    <a:pt x="1952625" y="0"/>
                  </a:lnTo>
                  <a:close/>
                </a:path>
                <a:path w="4010025" h="9525">
                  <a:moveTo>
                    <a:pt x="2009775" y="0"/>
                  </a:moveTo>
                  <a:lnTo>
                    <a:pt x="2000250" y="0"/>
                  </a:lnTo>
                  <a:lnTo>
                    <a:pt x="2000250" y="9525"/>
                  </a:lnTo>
                  <a:lnTo>
                    <a:pt x="2009775" y="9525"/>
                  </a:lnTo>
                  <a:lnTo>
                    <a:pt x="2009775" y="0"/>
                  </a:lnTo>
                  <a:close/>
                </a:path>
                <a:path w="4010025" h="9525">
                  <a:moveTo>
                    <a:pt x="2066925" y="0"/>
                  </a:moveTo>
                  <a:lnTo>
                    <a:pt x="2057400" y="0"/>
                  </a:lnTo>
                  <a:lnTo>
                    <a:pt x="2057400" y="9525"/>
                  </a:lnTo>
                  <a:lnTo>
                    <a:pt x="2066925" y="9525"/>
                  </a:lnTo>
                  <a:lnTo>
                    <a:pt x="2066925" y="0"/>
                  </a:lnTo>
                  <a:close/>
                </a:path>
                <a:path w="4010025" h="9525">
                  <a:moveTo>
                    <a:pt x="2124075" y="0"/>
                  </a:moveTo>
                  <a:lnTo>
                    <a:pt x="2114550" y="0"/>
                  </a:lnTo>
                  <a:lnTo>
                    <a:pt x="2114550" y="9525"/>
                  </a:lnTo>
                  <a:lnTo>
                    <a:pt x="2124075" y="9525"/>
                  </a:lnTo>
                  <a:lnTo>
                    <a:pt x="2124075" y="0"/>
                  </a:lnTo>
                  <a:close/>
                </a:path>
                <a:path w="4010025" h="9525">
                  <a:moveTo>
                    <a:pt x="2181225" y="0"/>
                  </a:moveTo>
                  <a:lnTo>
                    <a:pt x="2171700" y="0"/>
                  </a:lnTo>
                  <a:lnTo>
                    <a:pt x="2171700" y="9525"/>
                  </a:lnTo>
                  <a:lnTo>
                    <a:pt x="2181225" y="9525"/>
                  </a:lnTo>
                  <a:lnTo>
                    <a:pt x="2181225" y="0"/>
                  </a:lnTo>
                  <a:close/>
                </a:path>
                <a:path w="4010025" h="9525">
                  <a:moveTo>
                    <a:pt x="2238375" y="0"/>
                  </a:moveTo>
                  <a:lnTo>
                    <a:pt x="2228850" y="0"/>
                  </a:lnTo>
                  <a:lnTo>
                    <a:pt x="2228850" y="9525"/>
                  </a:lnTo>
                  <a:lnTo>
                    <a:pt x="2238375" y="9525"/>
                  </a:lnTo>
                  <a:lnTo>
                    <a:pt x="2238375" y="0"/>
                  </a:lnTo>
                  <a:close/>
                </a:path>
                <a:path w="4010025" h="9525">
                  <a:moveTo>
                    <a:pt x="2295525" y="0"/>
                  </a:moveTo>
                  <a:lnTo>
                    <a:pt x="2286000" y="0"/>
                  </a:lnTo>
                  <a:lnTo>
                    <a:pt x="2286000" y="9525"/>
                  </a:lnTo>
                  <a:lnTo>
                    <a:pt x="2295525" y="9525"/>
                  </a:lnTo>
                  <a:lnTo>
                    <a:pt x="2295525" y="0"/>
                  </a:lnTo>
                  <a:close/>
                </a:path>
                <a:path w="4010025" h="9525">
                  <a:moveTo>
                    <a:pt x="2352675" y="0"/>
                  </a:moveTo>
                  <a:lnTo>
                    <a:pt x="2343150" y="0"/>
                  </a:lnTo>
                  <a:lnTo>
                    <a:pt x="2343150" y="9525"/>
                  </a:lnTo>
                  <a:lnTo>
                    <a:pt x="2352675" y="9525"/>
                  </a:lnTo>
                  <a:lnTo>
                    <a:pt x="2352675" y="0"/>
                  </a:lnTo>
                  <a:close/>
                </a:path>
                <a:path w="4010025" h="9525">
                  <a:moveTo>
                    <a:pt x="2409825" y="0"/>
                  </a:moveTo>
                  <a:lnTo>
                    <a:pt x="2400300" y="0"/>
                  </a:lnTo>
                  <a:lnTo>
                    <a:pt x="2400300" y="9525"/>
                  </a:lnTo>
                  <a:lnTo>
                    <a:pt x="2409825" y="9525"/>
                  </a:lnTo>
                  <a:lnTo>
                    <a:pt x="2409825" y="0"/>
                  </a:lnTo>
                  <a:close/>
                </a:path>
                <a:path w="4010025" h="9525">
                  <a:moveTo>
                    <a:pt x="2466975" y="0"/>
                  </a:moveTo>
                  <a:lnTo>
                    <a:pt x="2457450" y="0"/>
                  </a:lnTo>
                  <a:lnTo>
                    <a:pt x="2457450" y="9525"/>
                  </a:lnTo>
                  <a:lnTo>
                    <a:pt x="2466975" y="9525"/>
                  </a:lnTo>
                  <a:lnTo>
                    <a:pt x="2466975" y="0"/>
                  </a:lnTo>
                  <a:close/>
                </a:path>
                <a:path w="4010025" h="9525">
                  <a:moveTo>
                    <a:pt x="2524125" y="0"/>
                  </a:moveTo>
                  <a:lnTo>
                    <a:pt x="2514600" y="0"/>
                  </a:lnTo>
                  <a:lnTo>
                    <a:pt x="2514600" y="9525"/>
                  </a:lnTo>
                  <a:lnTo>
                    <a:pt x="2524125" y="9525"/>
                  </a:lnTo>
                  <a:lnTo>
                    <a:pt x="2524125" y="0"/>
                  </a:lnTo>
                  <a:close/>
                </a:path>
                <a:path w="4010025" h="9525">
                  <a:moveTo>
                    <a:pt x="2581275" y="0"/>
                  </a:moveTo>
                  <a:lnTo>
                    <a:pt x="2571750" y="0"/>
                  </a:lnTo>
                  <a:lnTo>
                    <a:pt x="2571750" y="9525"/>
                  </a:lnTo>
                  <a:lnTo>
                    <a:pt x="2581275" y="9525"/>
                  </a:lnTo>
                  <a:lnTo>
                    <a:pt x="2581275" y="0"/>
                  </a:lnTo>
                  <a:close/>
                </a:path>
                <a:path w="4010025" h="9525">
                  <a:moveTo>
                    <a:pt x="2638425" y="0"/>
                  </a:moveTo>
                  <a:lnTo>
                    <a:pt x="2628900" y="0"/>
                  </a:lnTo>
                  <a:lnTo>
                    <a:pt x="2628900" y="9525"/>
                  </a:lnTo>
                  <a:lnTo>
                    <a:pt x="2638425" y="9525"/>
                  </a:lnTo>
                  <a:lnTo>
                    <a:pt x="2638425" y="0"/>
                  </a:lnTo>
                  <a:close/>
                </a:path>
                <a:path w="4010025" h="9525">
                  <a:moveTo>
                    <a:pt x="2695575" y="0"/>
                  </a:moveTo>
                  <a:lnTo>
                    <a:pt x="2686050" y="0"/>
                  </a:lnTo>
                  <a:lnTo>
                    <a:pt x="2686050" y="9525"/>
                  </a:lnTo>
                  <a:lnTo>
                    <a:pt x="2695575" y="9525"/>
                  </a:lnTo>
                  <a:lnTo>
                    <a:pt x="2695575" y="0"/>
                  </a:lnTo>
                  <a:close/>
                </a:path>
                <a:path w="4010025" h="9525">
                  <a:moveTo>
                    <a:pt x="2752725" y="0"/>
                  </a:moveTo>
                  <a:lnTo>
                    <a:pt x="2743200" y="0"/>
                  </a:lnTo>
                  <a:lnTo>
                    <a:pt x="2743200" y="9525"/>
                  </a:lnTo>
                  <a:lnTo>
                    <a:pt x="2752725" y="9525"/>
                  </a:lnTo>
                  <a:lnTo>
                    <a:pt x="2752725" y="0"/>
                  </a:lnTo>
                  <a:close/>
                </a:path>
                <a:path w="4010025" h="9525">
                  <a:moveTo>
                    <a:pt x="2809875" y="0"/>
                  </a:moveTo>
                  <a:lnTo>
                    <a:pt x="2800350" y="0"/>
                  </a:lnTo>
                  <a:lnTo>
                    <a:pt x="2800350" y="9525"/>
                  </a:lnTo>
                  <a:lnTo>
                    <a:pt x="2809875" y="9525"/>
                  </a:lnTo>
                  <a:lnTo>
                    <a:pt x="2809875" y="0"/>
                  </a:lnTo>
                  <a:close/>
                </a:path>
                <a:path w="4010025" h="9525">
                  <a:moveTo>
                    <a:pt x="2867025" y="0"/>
                  </a:moveTo>
                  <a:lnTo>
                    <a:pt x="2857500" y="0"/>
                  </a:lnTo>
                  <a:lnTo>
                    <a:pt x="2857500" y="9525"/>
                  </a:lnTo>
                  <a:lnTo>
                    <a:pt x="2867025" y="9525"/>
                  </a:lnTo>
                  <a:lnTo>
                    <a:pt x="2867025" y="0"/>
                  </a:lnTo>
                  <a:close/>
                </a:path>
                <a:path w="4010025" h="9525">
                  <a:moveTo>
                    <a:pt x="2924175" y="0"/>
                  </a:moveTo>
                  <a:lnTo>
                    <a:pt x="2914650" y="0"/>
                  </a:lnTo>
                  <a:lnTo>
                    <a:pt x="2914650" y="9525"/>
                  </a:lnTo>
                  <a:lnTo>
                    <a:pt x="2924175" y="9525"/>
                  </a:lnTo>
                  <a:lnTo>
                    <a:pt x="2924175" y="0"/>
                  </a:lnTo>
                  <a:close/>
                </a:path>
                <a:path w="4010025" h="9525">
                  <a:moveTo>
                    <a:pt x="2981325" y="0"/>
                  </a:moveTo>
                  <a:lnTo>
                    <a:pt x="2971800" y="0"/>
                  </a:lnTo>
                  <a:lnTo>
                    <a:pt x="2971800" y="9525"/>
                  </a:lnTo>
                  <a:lnTo>
                    <a:pt x="2981325" y="9525"/>
                  </a:lnTo>
                  <a:lnTo>
                    <a:pt x="2981325" y="0"/>
                  </a:lnTo>
                  <a:close/>
                </a:path>
                <a:path w="4010025" h="9525">
                  <a:moveTo>
                    <a:pt x="3038475" y="0"/>
                  </a:moveTo>
                  <a:lnTo>
                    <a:pt x="3028950" y="0"/>
                  </a:lnTo>
                  <a:lnTo>
                    <a:pt x="3028950" y="9525"/>
                  </a:lnTo>
                  <a:lnTo>
                    <a:pt x="3038475" y="9525"/>
                  </a:lnTo>
                  <a:lnTo>
                    <a:pt x="3038475" y="0"/>
                  </a:lnTo>
                  <a:close/>
                </a:path>
                <a:path w="4010025" h="9525">
                  <a:moveTo>
                    <a:pt x="3095625" y="0"/>
                  </a:moveTo>
                  <a:lnTo>
                    <a:pt x="3086100" y="0"/>
                  </a:lnTo>
                  <a:lnTo>
                    <a:pt x="3086100" y="9525"/>
                  </a:lnTo>
                  <a:lnTo>
                    <a:pt x="3095625" y="9525"/>
                  </a:lnTo>
                  <a:lnTo>
                    <a:pt x="3095625" y="0"/>
                  </a:lnTo>
                  <a:close/>
                </a:path>
                <a:path w="4010025" h="9525">
                  <a:moveTo>
                    <a:pt x="3152775" y="0"/>
                  </a:moveTo>
                  <a:lnTo>
                    <a:pt x="3143250" y="0"/>
                  </a:lnTo>
                  <a:lnTo>
                    <a:pt x="3143250" y="9525"/>
                  </a:lnTo>
                  <a:lnTo>
                    <a:pt x="3152775" y="9525"/>
                  </a:lnTo>
                  <a:lnTo>
                    <a:pt x="3152775" y="0"/>
                  </a:lnTo>
                  <a:close/>
                </a:path>
                <a:path w="4010025" h="9525">
                  <a:moveTo>
                    <a:pt x="3209925" y="0"/>
                  </a:moveTo>
                  <a:lnTo>
                    <a:pt x="3200400" y="0"/>
                  </a:lnTo>
                  <a:lnTo>
                    <a:pt x="3200400" y="9525"/>
                  </a:lnTo>
                  <a:lnTo>
                    <a:pt x="3209925" y="9525"/>
                  </a:lnTo>
                  <a:lnTo>
                    <a:pt x="3209925" y="0"/>
                  </a:lnTo>
                  <a:close/>
                </a:path>
                <a:path w="4010025" h="9525">
                  <a:moveTo>
                    <a:pt x="3267075" y="0"/>
                  </a:moveTo>
                  <a:lnTo>
                    <a:pt x="3257550" y="0"/>
                  </a:lnTo>
                  <a:lnTo>
                    <a:pt x="3257550" y="9525"/>
                  </a:lnTo>
                  <a:lnTo>
                    <a:pt x="3267075" y="9525"/>
                  </a:lnTo>
                  <a:lnTo>
                    <a:pt x="3267075" y="0"/>
                  </a:lnTo>
                  <a:close/>
                </a:path>
                <a:path w="4010025" h="9525">
                  <a:moveTo>
                    <a:pt x="3324225" y="0"/>
                  </a:moveTo>
                  <a:lnTo>
                    <a:pt x="3314700" y="0"/>
                  </a:lnTo>
                  <a:lnTo>
                    <a:pt x="3314700" y="9525"/>
                  </a:lnTo>
                  <a:lnTo>
                    <a:pt x="3324225" y="9525"/>
                  </a:lnTo>
                  <a:lnTo>
                    <a:pt x="3324225" y="0"/>
                  </a:lnTo>
                  <a:close/>
                </a:path>
                <a:path w="4010025" h="9525">
                  <a:moveTo>
                    <a:pt x="3381375" y="0"/>
                  </a:moveTo>
                  <a:lnTo>
                    <a:pt x="3371850" y="0"/>
                  </a:lnTo>
                  <a:lnTo>
                    <a:pt x="3371850" y="9525"/>
                  </a:lnTo>
                  <a:lnTo>
                    <a:pt x="3381375" y="9525"/>
                  </a:lnTo>
                  <a:lnTo>
                    <a:pt x="3381375" y="0"/>
                  </a:lnTo>
                  <a:close/>
                </a:path>
                <a:path w="4010025" h="9525">
                  <a:moveTo>
                    <a:pt x="3438525" y="0"/>
                  </a:moveTo>
                  <a:lnTo>
                    <a:pt x="3429000" y="0"/>
                  </a:lnTo>
                  <a:lnTo>
                    <a:pt x="3429000" y="9525"/>
                  </a:lnTo>
                  <a:lnTo>
                    <a:pt x="3438525" y="9525"/>
                  </a:lnTo>
                  <a:lnTo>
                    <a:pt x="3438525" y="0"/>
                  </a:lnTo>
                  <a:close/>
                </a:path>
                <a:path w="4010025" h="9525">
                  <a:moveTo>
                    <a:pt x="3495675" y="0"/>
                  </a:moveTo>
                  <a:lnTo>
                    <a:pt x="3486150" y="0"/>
                  </a:lnTo>
                  <a:lnTo>
                    <a:pt x="3486150" y="9525"/>
                  </a:lnTo>
                  <a:lnTo>
                    <a:pt x="3495675" y="9525"/>
                  </a:lnTo>
                  <a:lnTo>
                    <a:pt x="3495675" y="0"/>
                  </a:lnTo>
                  <a:close/>
                </a:path>
                <a:path w="4010025" h="9525">
                  <a:moveTo>
                    <a:pt x="3552825" y="0"/>
                  </a:moveTo>
                  <a:lnTo>
                    <a:pt x="3543300" y="0"/>
                  </a:lnTo>
                  <a:lnTo>
                    <a:pt x="3543300" y="9525"/>
                  </a:lnTo>
                  <a:lnTo>
                    <a:pt x="3552825" y="9525"/>
                  </a:lnTo>
                  <a:lnTo>
                    <a:pt x="3552825" y="0"/>
                  </a:lnTo>
                  <a:close/>
                </a:path>
                <a:path w="4010025" h="9525">
                  <a:moveTo>
                    <a:pt x="3609975" y="0"/>
                  </a:moveTo>
                  <a:lnTo>
                    <a:pt x="3600450" y="0"/>
                  </a:lnTo>
                  <a:lnTo>
                    <a:pt x="3600450" y="9525"/>
                  </a:lnTo>
                  <a:lnTo>
                    <a:pt x="3609975" y="9525"/>
                  </a:lnTo>
                  <a:lnTo>
                    <a:pt x="3609975" y="0"/>
                  </a:lnTo>
                  <a:close/>
                </a:path>
                <a:path w="4010025" h="9525">
                  <a:moveTo>
                    <a:pt x="3667125" y="0"/>
                  </a:moveTo>
                  <a:lnTo>
                    <a:pt x="3657600" y="0"/>
                  </a:lnTo>
                  <a:lnTo>
                    <a:pt x="3657600" y="9525"/>
                  </a:lnTo>
                  <a:lnTo>
                    <a:pt x="3667125" y="9525"/>
                  </a:lnTo>
                  <a:lnTo>
                    <a:pt x="3667125" y="0"/>
                  </a:lnTo>
                  <a:close/>
                </a:path>
                <a:path w="4010025" h="9525">
                  <a:moveTo>
                    <a:pt x="3724275" y="0"/>
                  </a:moveTo>
                  <a:lnTo>
                    <a:pt x="3714750" y="0"/>
                  </a:lnTo>
                  <a:lnTo>
                    <a:pt x="3714750" y="9525"/>
                  </a:lnTo>
                  <a:lnTo>
                    <a:pt x="3724275" y="9525"/>
                  </a:lnTo>
                  <a:lnTo>
                    <a:pt x="3724275" y="0"/>
                  </a:lnTo>
                  <a:close/>
                </a:path>
                <a:path w="4010025" h="9525">
                  <a:moveTo>
                    <a:pt x="3781425" y="0"/>
                  </a:moveTo>
                  <a:lnTo>
                    <a:pt x="3771900" y="0"/>
                  </a:lnTo>
                  <a:lnTo>
                    <a:pt x="3771900" y="9525"/>
                  </a:lnTo>
                  <a:lnTo>
                    <a:pt x="3781425" y="9525"/>
                  </a:lnTo>
                  <a:lnTo>
                    <a:pt x="3781425" y="0"/>
                  </a:lnTo>
                  <a:close/>
                </a:path>
                <a:path w="4010025" h="9525">
                  <a:moveTo>
                    <a:pt x="3838575" y="0"/>
                  </a:moveTo>
                  <a:lnTo>
                    <a:pt x="3829050" y="0"/>
                  </a:lnTo>
                  <a:lnTo>
                    <a:pt x="3829050" y="9525"/>
                  </a:lnTo>
                  <a:lnTo>
                    <a:pt x="3838575" y="9525"/>
                  </a:lnTo>
                  <a:lnTo>
                    <a:pt x="3838575" y="0"/>
                  </a:lnTo>
                  <a:close/>
                </a:path>
                <a:path w="4010025" h="9525">
                  <a:moveTo>
                    <a:pt x="3895725" y="0"/>
                  </a:moveTo>
                  <a:lnTo>
                    <a:pt x="3886200" y="0"/>
                  </a:lnTo>
                  <a:lnTo>
                    <a:pt x="3886200" y="9525"/>
                  </a:lnTo>
                  <a:lnTo>
                    <a:pt x="3895725" y="9525"/>
                  </a:lnTo>
                  <a:lnTo>
                    <a:pt x="3895725" y="0"/>
                  </a:lnTo>
                  <a:close/>
                </a:path>
                <a:path w="4010025" h="9525">
                  <a:moveTo>
                    <a:pt x="3952875" y="0"/>
                  </a:moveTo>
                  <a:lnTo>
                    <a:pt x="3943350" y="0"/>
                  </a:lnTo>
                  <a:lnTo>
                    <a:pt x="3943350" y="9525"/>
                  </a:lnTo>
                  <a:lnTo>
                    <a:pt x="3952875" y="9525"/>
                  </a:lnTo>
                  <a:lnTo>
                    <a:pt x="3952875" y="0"/>
                  </a:lnTo>
                  <a:close/>
                </a:path>
                <a:path w="4010025" h="9525">
                  <a:moveTo>
                    <a:pt x="4010025" y="0"/>
                  </a:moveTo>
                  <a:lnTo>
                    <a:pt x="4000500" y="0"/>
                  </a:lnTo>
                  <a:lnTo>
                    <a:pt x="4000500" y="9525"/>
                  </a:lnTo>
                  <a:lnTo>
                    <a:pt x="4010025" y="9525"/>
                  </a:lnTo>
                  <a:lnTo>
                    <a:pt x="4010025" y="0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858125" y="5597525"/>
              <a:ext cx="4010025" cy="9525"/>
            </a:xfrm>
            <a:custGeom>
              <a:avLst/>
              <a:gdLst/>
              <a:ahLst/>
              <a:cxnLst/>
              <a:rect l="l" t="t" r="r" b="b"/>
              <a:pathLst>
                <a:path w="4010025" h="9525">
                  <a:moveTo>
                    <a:pt x="95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  <a:path w="4010025" h="9525">
                  <a:moveTo>
                    <a:pt x="66675" y="0"/>
                  </a:moveTo>
                  <a:lnTo>
                    <a:pt x="57150" y="0"/>
                  </a:lnTo>
                  <a:lnTo>
                    <a:pt x="57150" y="9525"/>
                  </a:lnTo>
                  <a:lnTo>
                    <a:pt x="66675" y="9525"/>
                  </a:lnTo>
                  <a:lnTo>
                    <a:pt x="66675" y="0"/>
                  </a:lnTo>
                  <a:close/>
                </a:path>
                <a:path w="4010025" h="9525">
                  <a:moveTo>
                    <a:pt x="123825" y="0"/>
                  </a:moveTo>
                  <a:lnTo>
                    <a:pt x="114300" y="0"/>
                  </a:lnTo>
                  <a:lnTo>
                    <a:pt x="114300" y="9525"/>
                  </a:lnTo>
                  <a:lnTo>
                    <a:pt x="123825" y="9525"/>
                  </a:lnTo>
                  <a:lnTo>
                    <a:pt x="123825" y="0"/>
                  </a:lnTo>
                  <a:close/>
                </a:path>
                <a:path w="4010025" h="9525">
                  <a:moveTo>
                    <a:pt x="180975" y="0"/>
                  </a:moveTo>
                  <a:lnTo>
                    <a:pt x="171450" y="0"/>
                  </a:lnTo>
                  <a:lnTo>
                    <a:pt x="171450" y="9525"/>
                  </a:lnTo>
                  <a:lnTo>
                    <a:pt x="180975" y="9525"/>
                  </a:lnTo>
                  <a:lnTo>
                    <a:pt x="180975" y="0"/>
                  </a:lnTo>
                  <a:close/>
                </a:path>
                <a:path w="4010025" h="9525">
                  <a:moveTo>
                    <a:pt x="238125" y="0"/>
                  </a:moveTo>
                  <a:lnTo>
                    <a:pt x="228600" y="0"/>
                  </a:lnTo>
                  <a:lnTo>
                    <a:pt x="228600" y="9525"/>
                  </a:lnTo>
                  <a:lnTo>
                    <a:pt x="238125" y="9525"/>
                  </a:lnTo>
                  <a:lnTo>
                    <a:pt x="238125" y="0"/>
                  </a:lnTo>
                  <a:close/>
                </a:path>
                <a:path w="4010025" h="9525">
                  <a:moveTo>
                    <a:pt x="295275" y="0"/>
                  </a:moveTo>
                  <a:lnTo>
                    <a:pt x="285750" y="0"/>
                  </a:lnTo>
                  <a:lnTo>
                    <a:pt x="285750" y="9525"/>
                  </a:lnTo>
                  <a:lnTo>
                    <a:pt x="295275" y="9525"/>
                  </a:lnTo>
                  <a:lnTo>
                    <a:pt x="295275" y="0"/>
                  </a:lnTo>
                  <a:close/>
                </a:path>
                <a:path w="4010025" h="9525">
                  <a:moveTo>
                    <a:pt x="352425" y="0"/>
                  </a:moveTo>
                  <a:lnTo>
                    <a:pt x="342900" y="0"/>
                  </a:lnTo>
                  <a:lnTo>
                    <a:pt x="342900" y="9525"/>
                  </a:lnTo>
                  <a:lnTo>
                    <a:pt x="352425" y="9525"/>
                  </a:lnTo>
                  <a:lnTo>
                    <a:pt x="352425" y="0"/>
                  </a:lnTo>
                  <a:close/>
                </a:path>
                <a:path w="4010025" h="9525">
                  <a:moveTo>
                    <a:pt x="409575" y="0"/>
                  </a:moveTo>
                  <a:lnTo>
                    <a:pt x="400050" y="0"/>
                  </a:lnTo>
                  <a:lnTo>
                    <a:pt x="400050" y="9525"/>
                  </a:lnTo>
                  <a:lnTo>
                    <a:pt x="409575" y="9525"/>
                  </a:lnTo>
                  <a:lnTo>
                    <a:pt x="409575" y="0"/>
                  </a:lnTo>
                  <a:close/>
                </a:path>
                <a:path w="4010025" h="9525">
                  <a:moveTo>
                    <a:pt x="466725" y="0"/>
                  </a:moveTo>
                  <a:lnTo>
                    <a:pt x="457200" y="0"/>
                  </a:lnTo>
                  <a:lnTo>
                    <a:pt x="457200" y="9525"/>
                  </a:lnTo>
                  <a:lnTo>
                    <a:pt x="466725" y="9525"/>
                  </a:lnTo>
                  <a:lnTo>
                    <a:pt x="466725" y="0"/>
                  </a:lnTo>
                  <a:close/>
                </a:path>
                <a:path w="4010025" h="9525">
                  <a:moveTo>
                    <a:pt x="523875" y="0"/>
                  </a:moveTo>
                  <a:lnTo>
                    <a:pt x="514350" y="0"/>
                  </a:lnTo>
                  <a:lnTo>
                    <a:pt x="514350" y="9525"/>
                  </a:lnTo>
                  <a:lnTo>
                    <a:pt x="523875" y="9525"/>
                  </a:lnTo>
                  <a:lnTo>
                    <a:pt x="523875" y="0"/>
                  </a:lnTo>
                  <a:close/>
                </a:path>
                <a:path w="4010025" h="9525">
                  <a:moveTo>
                    <a:pt x="581025" y="0"/>
                  </a:moveTo>
                  <a:lnTo>
                    <a:pt x="571500" y="0"/>
                  </a:lnTo>
                  <a:lnTo>
                    <a:pt x="571500" y="9525"/>
                  </a:lnTo>
                  <a:lnTo>
                    <a:pt x="581025" y="9525"/>
                  </a:lnTo>
                  <a:lnTo>
                    <a:pt x="581025" y="0"/>
                  </a:lnTo>
                  <a:close/>
                </a:path>
                <a:path w="4010025" h="9525">
                  <a:moveTo>
                    <a:pt x="638175" y="0"/>
                  </a:moveTo>
                  <a:lnTo>
                    <a:pt x="628650" y="0"/>
                  </a:lnTo>
                  <a:lnTo>
                    <a:pt x="628650" y="9525"/>
                  </a:lnTo>
                  <a:lnTo>
                    <a:pt x="638175" y="9525"/>
                  </a:lnTo>
                  <a:lnTo>
                    <a:pt x="638175" y="0"/>
                  </a:lnTo>
                  <a:close/>
                </a:path>
                <a:path w="4010025" h="9525">
                  <a:moveTo>
                    <a:pt x="695325" y="0"/>
                  </a:moveTo>
                  <a:lnTo>
                    <a:pt x="685800" y="0"/>
                  </a:lnTo>
                  <a:lnTo>
                    <a:pt x="685800" y="9525"/>
                  </a:lnTo>
                  <a:lnTo>
                    <a:pt x="695325" y="9525"/>
                  </a:lnTo>
                  <a:lnTo>
                    <a:pt x="695325" y="0"/>
                  </a:lnTo>
                  <a:close/>
                </a:path>
                <a:path w="4010025" h="9525">
                  <a:moveTo>
                    <a:pt x="752475" y="0"/>
                  </a:moveTo>
                  <a:lnTo>
                    <a:pt x="742950" y="0"/>
                  </a:lnTo>
                  <a:lnTo>
                    <a:pt x="742950" y="9525"/>
                  </a:lnTo>
                  <a:lnTo>
                    <a:pt x="752475" y="9525"/>
                  </a:lnTo>
                  <a:lnTo>
                    <a:pt x="752475" y="0"/>
                  </a:lnTo>
                  <a:close/>
                </a:path>
                <a:path w="4010025" h="9525">
                  <a:moveTo>
                    <a:pt x="809625" y="0"/>
                  </a:moveTo>
                  <a:lnTo>
                    <a:pt x="800100" y="0"/>
                  </a:lnTo>
                  <a:lnTo>
                    <a:pt x="800100" y="9525"/>
                  </a:lnTo>
                  <a:lnTo>
                    <a:pt x="809625" y="9525"/>
                  </a:lnTo>
                  <a:lnTo>
                    <a:pt x="809625" y="0"/>
                  </a:lnTo>
                  <a:close/>
                </a:path>
                <a:path w="4010025" h="9525">
                  <a:moveTo>
                    <a:pt x="866775" y="0"/>
                  </a:moveTo>
                  <a:lnTo>
                    <a:pt x="857250" y="0"/>
                  </a:lnTo>
                  <a:lnTo>
                    <a:pt x="857250" y="9525"/>
                  </a:lnTo>
                  <a:lnTo>
                    <a:pt x="866775" y="9525"/>
                  </a:lnTo>
                  <a:lnTo>
                    <a:pt x="866775" y="0"/>
                  </a:lnTo>
                  <a:close/>
                </a:path>
                <a:path w="4010025" h="9525">
                  <a:moveTo>
                    <a:pt x="923925" y="0"/>
                  </a:moveTo>
                  <a:lnTo>
                    <a:pt x="914400" y="0"/>
                  </a:lnTo>
                  <a:lnTo>
                    <a:pt x="914400" y="9525"/>
                  </a:lnTo>
                  <a:lnTo>
                    <a:pt x="923925" y="9525"/>
                  </a:lnTo>
                  <a:lnTo>
                    <a:pt x="923925" y="0"/>
                  </a:lnTo>
                  <a:close/>
                </a:path>
                <a:path w="4010025" h="9525">
                  <a:moveTo>
                    <a:pt x="981075" y="0"/>
                  </a:moveTo>
                  <a:lnTo>
                    <a:pt x="971550" y="0"/>
                  </a:lnTo>
                  <a:lnTo>
                    <a:pt x="971550" y="9525"/>
                  </a:lnTo>
                  <a:lnTo>
                    <a:pt x="981075" y="9525"/>
                  </a:lnTo>
                  <a:lnTo>
                    <a:pt x="981075" y="0"/>
                  </a:lnTo>
                  <a:close/>
                </a:path>
                <a:path w="4010025" h="9525">
                  <a:moveTo>
                    <a:pt x="1038225" y="0"/>
                  </a:moveTo>
                  <a:lnTo>
                    <a:pt x="1028700" y="0"/>
                  </a:lnTo>
                  <a:lnTo>
                    <a:pt x="1028700" y="9525"/>
                  </a:lnTo>
                  <a:lnTo>
                    <a:pt x="1038225" y="9525"/>
                  </a:lnTo>
                  <a:lnTo>
                    <a:pt x="1038225" y="0"/>
                  </a:lnTo>
                  <a:close/>
                </a:path>
                <a:path w="4010025" h="9525">
                  <a:moveTo>
                    <a:pt x="1095375" y="0"/>
                  </a:moveTo>
                  <a:lnTo>
                    <a:pt x="1085850" y="0"/>
                  </a:lnTo>
                  <a:lnTo>
                    <a:pt x="1085850" y="9525"/>
                  </a:lnTo>
                  <a:lnTo>
                    <a:pt x="1095375" y="9525"/>
                  </a:lnTo>
                  <a:lnTo>
                    <a:pt x="1095375" y="0"/>
                  </a:lnTo>
                  <a:close/>
                </a:path>
                <a:path w="4010025" h="9525">
                  <a:moveTo>
                    <a:pt x="1152525" y="0"/>
                  </a:moveTo>
                  <a:lnTo>
                    <a:pt x="1143000" y="0"/>
                  </a:lnTo>
                  <a:lnTo>
                    <a:pt x="1143000" y="9525"/>
                  </a:lnTo>
                  <a:lnTo>
                    <a:pt x="1152525" y="9525"/>
                  </a:lnTo>
                  <a:lnTo>
                    <a:pt x="1152525" y="0"/>
                  </a:lnTo>
                  <a:close/>
                </a:path>
                <a:path w="4010025" h="9525">
                  <a:moveTo>
                    <a:pt x="1209675" y="0"/>
                  </a:moveTo>
                  <a:lnTo>
                    <a:pt x="1200150" y="0"/>
                  </a:lnTo>
                  <a:lnTo>
                    <a:pt x="1200150" y="9525"/>
                  </a:lnTo>
                  <a:lnTo>
                    <a:pt x="1209675" y="9525"/>
                  </a:lnTo>
                  <a:lnTo>
                    <a:pt x="1209675" y="0"/>
                  </a:lnTo>
                  <a:close/>
                </a:path>
                <a:path w="4010025" h="9525">
                  <a:moveTo>
                    <a:pt x="1266825" y="0"/>
                  </a:moveTo>
                  <a:lnTo>
                    <a:pt x="1257300" y="0"/>
                  </a:lnTo>
                  <a:lnTo>
                    <a:pt x="1257300" y="9525"/>
                  </a:lnTo>
                  <a:lnTo>
                    <a:pt x="1266825" y="9525"/>
                  </a:lnTo>
                  <a:lnTo>
                    <a:pt x="1266825" y="0"/>
                  </a:lnTo>
                  <a:close/>
                </a:path>
                <a:path w="4010025" h="9525">
                  <a:moveTo>
                    <a:pt x="1323975" y="0"/>
                  </a:moveTo>
                  <a:lnTo>
                    <a:pt x="1314450" y="0"/>
                  </a:lnTo>
                  <a:lnTo>
                    <a:pt x="1314450" y="9525"/>
                  </a:lnTo>
                  <a:lnTo>
                    <a:pt x="1323975" y="9525"/>
                  </a:lnTo>
                  <a:lnTo>
                    <a:pt x="1323975" y="0"/>
                  </a:lnTo>
                  <a:close/>
                </a:path>
                <a:path w="4010025" h="9525">
                  <a:moveTo>
                    <a:pt x="1381125" y="0"/>
                  </a:moveTo>
                  <a:lnTo>
                    <a:pt x="1371600" y="0"/>
                  </a:lnTo>
                  <a:lnTo>
                    <a:pt x="1371600" y="9525"/>
                  </a:lnTo>
                  <a:lnTo>
                    <a:pt x="1381125" y="9525"/>
                  </a:lnTo>
                  <a:lnTo>
                    <a:pt x="1381125" y="0"/>
                  </a:lnTo>
                  <a:close/>
                </a:path>
                <a:path w="4010025" h="9525">
                  <a:moveTo>
                    <a:pt x="1438275" y="0"/>
                  </a:moveTo>
                  <a:lnTo>
                    <a:pt x="1428750" y="0"/>
                  </a:lnTo>
                  <a:lnTo>
                    <a:pt x="1428750" y="9525"/>
                  </a:lnTo>
                  <a:lnTo>
                    <a:pt x="1438275" y="9525"/>
                  </a:lnTo>
                  <a:lnTo>
                    <a:pt x="1438275" y="0"/>
                  </a:lnTo>
                  <a:close/>
                </a:path>
                <a:path w="4010025" h="9525">
                  <a:moveTo>
                    <a:pt x="1495425" y="0"/>
                  </a:moveTo>
                  <a:lnTo>
                    <a:pt x="1485900" y="0"/>
                  </a:lnTo>
                  <a:lnTo>
                    <a:pt x="1485900" y="9525"/>
                  </a:lnTo>
                  <a:lnTo>
                    <a:pt x="1495425" y="9525"/>
                  </a:lnTo>
                  <a:lnTo>
                    <a:pt x="1495425" y="0"/>
                  </a:lnTo>
                  <a:close/>
                </a:path>
                <a:path w="4010025" h="9525">
                  <a:moveTo>
                    <a:pt x="1552575" y="0"/>
                  </a:moveTo>
                  <a:lnTo>
                    <a:pt x="1543050" y="0"/>
                  </a:lnTo>
                  <a:lnTo>
                    <a:pt x="1543050" y="9525"/>
                  </a:lnTo>
                  <a:lnTo>
                    <a:pt x="1552575" y="9525"/>
                  </a:lnTo>
                  <a:lnTo>
                    <a:pt x="1552575" y="0"/>
                  </a:lnTo>
                  <a:close/>
                </a:path>
                <a:path w="4010025" h="9525">
                  <a:moveTo>
                    <a:pt x="1609725" y="0"/>
                  </a:moveTo>
                  <a:lnTo>
                    <a:pt x="1600200" y="0"/>
                  </a:lnTo>
                  <a:lnTo>
                    <a:pt x="1600200" y="9525"/>
                  </a:lnTo>
                  <a:lnTo>
                    <a:pt x="1609725" y="9525"/>
                  </a:lnTo>
                  <a:lnTo>
                    <a:pt x="1609725" y="0"/>
                  </a:lnTo>
                  <a:close/>
                </a:path>
                <a:path w="4010025" h="9525">
                  <a:moveTo>
                    <a:pt x="1666875" y="0"/>
                  </a:moveTo>
                  <a:lnTo>
                    <a:pt x="1657350" y="0"/>
                  </a:lnTo>
                  <a:lnTo>
                    <a:pt x="1657350" y="9525"/>
                  </a:lnTo>
                  <a:lnTo>
                    <a:pt x="1666875" y="9525"/>
                  </a:lnTo>
                  <a:lnTo>
                    <a:pt x="1666875" y="0"/>
                  </a:lnTo>
                  <a:close/>
                </a:path>
                <a:path w="4010025" h="9525">
                  <a:moveTo>
                    <a:pt x="1724025" y="0"/>
                  </a:moveTo>
                  <a:lnTo>
                    <a:pt x="1714500" y="0"/>
                  </a:lnTo>
                  <a:lnTo>
                    <a:pt x="1714500" y="9525"/>
                  </a:lnTo>
                  <a:lnTo>
                    <a:pt x="1724025" y="9525"/>
                  </a:lnTo>
                  <a:lnTo>
                    <a:pt x="1724025" y="0"/>
                  </a:lnTo>
                  <a:close/>
                </a:path>
                <a:path w="4010025" h="9525">
                  <a:moveTo>
                    <a:pt x="1781175" y="0"/>
                  </a:moveTo>
                  <a:lnTo>
                    <a:pt x="1771650" y="0"/>
                  </a:lnTo>
                  <a:lnTo>
                    <a:pt x="1771650" y="9525"/>
                  </a:lnTo>
                  <a:lnTo>
                    <a:pt x="1781175" y="9525"/>
                  </a:lnTo>
                  <a:lnTo>
                    <a:pt x="1781175" y="0"/>
                  </a:lnTo>
                  <a:close/>
                </a:path>
                <a:path w="4010025" h="9525">
                  <a:moveTo>
                    <a:pt x="1838325" y="0"/>
                  </a:moveTo>
                  <a:lnTo>
                    <a:pt x="1828800" y="0"/>
                  </a:lnTo>
                  <a:lnTo>
                    <a:pt x="1828800" y="9525"/>
                  </a:lnTo>
                  <a:lnTo>
                    <a:pt x="1838325" y="9525"/>
                  </a:lnTo>
                  <a:lnTo>
                    <a:pt x="1838325" y="0"/>
                  </a:lnTo>
                  <a:close/>
                </a:path>
                <a:path w="4010025" h="9525">
                  <a:moveTo>
                    <a:pt x="1895475" y="0"/>
                  </a:moveTo>
                  <a:lnTo>
                    <a:pt x="1885950" y="0"/>
                  </a:lnTo>
                  <a:lnTo>
                    <a:pt x="1885950" y="9525"/>
                  </a:lnTo>
                  <a:lnTo>
                    <a:pt x="1895475" y="9525"/>
                  </a:lnTo>
                  <a:lnTo>
                    <a:pt x="1895475" y="0"/>
                  </a:lnTo>
                  <a:close/>
                </a:path>
                <a:path w="4010025" h="9525">
                  <a:moveTo>
                    <a:pt x="1952625" y="0"/>
                  </a:moveTo>
                  <a:lnTo>
                    <a:pt x="1943100" y="0"/>
                  </a:lnTo>
                  <a:lnTo>
                    <a:pt x="1943100" y="9525"/>
                  </a:lnTo>
                  <a:lnTo>
                    <a:pt x="1952625" y="9525"/>
                  </a:lnTo>
                  <a:lnTo>
                    <a:pt x="1952625" y="0"/>
                  </a:lnTo>
                  <a:close/>
                </a:path>
                <a:path w="4010025" h="9525">
                  <a:moveTo>
                    <a:pt x="2009775" y="0"/>
                  </a:moveTo>
                  <a:lnTo>
                    <a:pt x="2000250" y="0"/>
                  </a:lnTo>
                  <a:lnTo>
                    <a:pt x="2000250" y="9525"/>
                  </a:lnTo>
                  <a:lnTo>
                    <a:pt x="2009775" y="9525"/>
                  </a:lnTo>
                  <a:lnTo>
                    <a:pt x="2009775" y="0"/>
                  </a:lnTo>
                  <a:close/>
                </a:path>
                <a:path w="4010025" h="9525">
                  <a:moveTo>
                    <a:pt x="2066925" y="0"/>
                  </a:moveTo>
                  <a:lnTo>
                    <a:pt x="2057400" y="0"/>
                  </a:lnTo>
                  <a:lnTo>
                    <a:pt x="2057400" y="9525"/>
                  </a:lnTo>
                  <a:lnTo>
                    <a:pt x="2066925" y="9525"/>
                  </a:lnTo>
                  <a:lnTo>
                    <a:pt x="2066925" y="0"/>
                  </a:lnTo>
                  <a:close/>
                </a:path>
                <a:path w="4010025" h="9525">
                  <a:moveTo>
                    <a:pt x="2124075" y="0"/>
                  </a:moveTo>
                  <a:lnTo>
                    <a:pt x="2114550" y="0"/>
                  </a:lnTo>
                  <a:lnTo>
                    <a:pt x="2114550" y="9525"/>
                  </a:lnTo>
                  <a:lnTo>
                    <a:pt x="2124075" y="9525"/>
                  </a:lnTo>
                  <a:lnTo>
                    <a:pt x="2124075" y="0"/>
                  </a:lnTo>
                  <a:close/>
                </a:path>
                <a:path w="4010025" h="9525">
                  <a:moveTo>
                    <a:pt x="2181225" y="0"/>
                  </a:moveTo>
                  <a:lnTo>
                    <a:pt x="2171700" y="0"/>
                  </a:lnTo>
                  <a:lnTo>
                    <a:pt x="2171700" y="9525"/>
                  </a:lnTo>
                  <a:lnTo>
                    <a:pt x="2181225" y="9525"/>
                  </a:lnTo>
                  <a:lnTo>
                    <a:pt x="2181225" y="0"/>
                  </a:lnTo>
                  <a:close/>
                </a:path>
                <a:path w="4010025" h="9525">
                  <a:moveTo>
                    <a:pt x="2238375" y="0"/>
                  </a:moveTo>
                  <a:lnTo>
                    <a:pt x="2228850" y="0"/>
                  </a:lnTo>
                  <a:lnTo>
                    <a:pt x="2228850" y="9525"/>
                  </a:lnTo>
                  <a:lnTo>
                    <a:pt x="2238375" y="9525"/>
                  </a:lnTo>
                  <a:lnTo>
                    <a:pt x="2238375" y="0"/>
                  </a:lnTo>
                  <a:close/>
                </a:path>
                <a:path w="4010025" h="9525">
                  <a:moveTo>
                    <a:pt x="2295525" y="0"/>
                  </a:moveTo>
                  <a:lnTo>
                    <a:pt x="2286000" y="0"/>
                  </a:lnTo>
                  <a:lnTo>
                    <a:pt x="2286000" y="9525"/>
                  </a:lnTo>
                  <a:lnTo>
                    <a:pt x="2295525" y="9525"/>
                  </a:lnTo>
                  <a:lnTo>
                    <a:pt x="2295525" y="0"/>
                  </a:lnTo>
                  <a:close/>
                </a:path>
                <a:path w="4010025" h="9525">
                  <a:moveTo>
                    <a:pt x="2352675" y="0"/>
                  </a:moveTo>
                  <a:lnTo>
                    <a:pt x="2343150" y="0"/>
                  </a:lnTo>
                  <a:lnTo>
                    <a:pt x="2343150" y="9525"/>
                  </a:lnTo>
                  <a:lnTo>
                    <a:pt x="2352675" y="9525"/>
                  </a:lnTo>
                  <a:lnTo>
                    <a:pt x="2352675" y="0"/>
                  </a:lnTo>
                  <a:close/>
                </a:path>
                <a:path w="4010025" h="9525">
                  <a:moveTo>
                    <a:pt x="2409825" y="0"/>
                  </a:moveTo>
                  <a:lnTo>
                    <a:pt x="2400300" y="0"/>
                  </a:lnTo>
                  <a:lnTo>
                    <a:pt x="2400300" y="9525"/>
                  </a:lnTo>
                  <a:lnTo>
                    <a:pt x="2409825" y="9525"/>
                  </a:lnTo>
                  <a:lnTo>
                    <a:pt x="2409825" y="0"/>
                  </a:lnTo>
                  <a:close/>
                </a:path>
                <a:path w="4010025" h="9525">
                  <a:moveTo>
                    <a:pt x="2466975" y="0"/>
                  </a:moveTo>
                  <a:lnTo>
                    <a:pt x="2457450" y="0"/>
                  </a:lnTo>
                  <a:lnTo>
                    <a:pt x="2457450" y="9525"/>
                  </a:lnTo>
                  <a:lnTo>
                    <a:pt x="2466975" y="9525"/>
                  </a:lnTo>
                  <a:lnTo>
                    <a:pt x="2466975" y="0"/>
                  </a:lnTo>
                  <a:close/>
                </a:path>
                <a:path w="4010025" h="9525">
                  <a:moveTo>
                    <a:pt x="2524125" y="0"/>
                  </a:moveTo>
                  <a:lnTo>
                    <a:pt x="2514600" y="0"/>
                  </a:lnTo>
                  <a:lnTo>
                    <a:pt x="2514600" y="9525"/>
                  </a:lnTo>
                  <a:lnTo>
                    <a:pt x="2524125" y="9525"/>
                  </a:lnTo>
                  <a:lnTo>
                    <a:pt x="2524125" y="0"/>
                  </a:lnTo>
                  <a:close/>
                </a:path>
                <a:path w="4010025" h="9525">
                  <a:moveTo>
                    <a:pt x="2581275" y="0"/>
                  </a:moveTo>
                  <a:lnTo>
                    <a:pt x="2571750" y="0"/>
                  </a:lnTo>
                  <a:lnTo>
                    <a:pt x="2571750" y="9525"/>
                  </a:lnTo>
                  <a:lnTo>
                    <a:pt x="2581275" y="9525"/>
                  </a:lnTo>
                  <a:lnTo>
                    <a:pt x="2581275" y="0"/>
                  </a:lnTo>
                  <a:close/>
                </a:path>
                <a:path w="4010025" h="9525">
                  <a:moveTo>
                    <a:pt x="2638425" y="0"/>
                  </a:moveTo>
                  <a:lnTo>
                    <a:pt x="2628900" y="0"/>
                  </a:lnTo>
                  <a:lnTo>
                    <a:pt x="2628900" y="9525"/>
                  </a:lnTo>
                  <a:lnTo>
                    <a:pt x="2638425" y="9525"/>
                  </a:lnTo>
                  <a:lnTo>
                    <a:pt x="2638425" y="0"/>
                  </a:lnTo>
                  <a:close/>
                </a:path>
                <a:path w="4010025" h="9525">
                  <a:moveTo>
                    <a:pt x="2695575" y="0"/>
                  </a:moveTo>
                  <a:lnTo>
                    <a:pt x="2686050" y="0"/>
                  </a:lnTo>
                  <a:lnTo>
                    <a:pt x="2686050" y="9525"/>
                  </a:lnTo>
                  <a:lnTo>
                    <a:pt x="2695575" y="9525"/>
                  </a:lnTo>
                  <a:lnTo>
                    <a:pt x="2695575" y="0"/>
                  </a:lnTo>
                  <a:close/>
                </a:path>
                <a:path w="4010025" h="9525">
                  <a:moveTo>
                    <a:pt x="2752725" y="0"/>
                  </a:moveTo>
                  <a:lnTo>
                    <a:pt x="2743200" y="0"/>
                  </a:lnTo>
                  <a:lnTo>
                    <a:pt x="2743200" y="9525"/>
                  </a:lnTo>
                  <a:lnTo>
                    <a:pt x="2752725" y="9525"/>
                  </a:lnTo>
                  <a:lnTo>
                    <a:pt x="2752725" y="0"/>
                  </a:lnTo>
                  <a:close/>
                </a:path>
                <a:path w="4010025" h="9525">
                  <a:moveTo>
                    <a:pt x="2809875" y="0"/>
                  </a:moveTo>
                  <a:lnTo>
                    <a:pt x="2800350" y="0"/>
                  </a:lnTo>
                  <a:lnTo>
                    <a:pt x="2800350" y="9525"/>
                  </a:lnTo>
                  <a:lnTo>
                    <a:pt x="2809875" y="9525"/>
                  </a:lnTo>
                  <a:lnTo>
                    <a:pt x="2809875" y="0"/>
                  </a:lnTo>
                  <a:close/>
                </a:path>
                <a:path w="4010025" h="9525">
                  <a:moveTo>
                    <a:pt x="2867025" y="0"/>
                  </a:moveTo>
                  <a:lnTo>
                    <a:pt x="2857500" y="0"/>
                  </a:lnTo>
                  <a:lnTo>
                    <a:pt x="2857500" y="9525"/>
                  </a:lnTo>
                  <a:lnTo>
                    <a:pt x="2867025" y="9525"/>
                  </a:lnTo>
                  <a:lnTo>
                    <a:pt x="2867025" y="0"/>
                  </a:lnTo>
                  <a:close/>
                </a:path>
                <a:path w="4010025" h="9525">
                  <a:moveTo>
                    <a:pt x="2924175" y="0"/>
                  </a:moveTo>
                  <a:lnTo>
                    <a:pt x="2914650" y="0"/>
                  </a:lnTo>
                  <a:lnTo>
                    <a:pt x="2914650" y="9525"/>
                  </a:lnTo>
                  <a:lnTo>
                    <a:pt x="2924175" y="9525"/>
                  </a:lnTo>
                  <a:lnTo>
                    <a:pt x="2924175" y="0"/>
                  </a:lnTo>
                  <a:close/>
                </a:path>
                <a:path w="4010025" h="9525">
                  <a:moveTo>
                    <a:pt x="2981325" y="0"/>
                  </a:moveTo>
                  <a:lnTo>
                    <a:pt x="2971800" y="0"/>
                  </a:lnTo>
                  <a:lnTo>
                    <a:pt x="2971800" y="9525"/>
                  </a:lnTo>
                  <a:lnTo>
                    <a:pt x="2981325" y="9525"/>
                  </a:lnTo>
                  <a:lnTo>
                    <a:pt x="2981325" y="0"/>
                  </a:lnTo>
                  <a:close/>
                </a:path>
                <a:path w="4010025" h="9525">
                  <a:moveTo>
                    <a:pt x="3038475" y="0"/>
                  </a:moveTo>
                  <a:lnTo>
                    <a:pt x="3028950" y="0"/>
                  </a:lnTo>
                  <a:lnTo>
                    <a:pt x="3028950" y="9525"/>
                  </a:lnTo>
                  <a:lnTo>
                    <a:pt x="3038475" y="9525"/>
                  </a:lnTo>
                  <a:lnTo>
                    <a:pt x="3038475" y="0"/>
                  </a:lnTo>
                  <a:close/>
                </a:path>
                <a:path w="4010025" h="9525">
                  <a:moveTo>
                    <a:pt x="3095625" y="0"/>
                  </a:moveTo>
                  <a:lnTo>
                    <a:pt x="3086100" y="0"/>
                  </a:lnTo>
                  <a:lnTo>
                    <a:pt x="3086100" y="9525"/>
                  </a:lnTo>
                  <a:lnTo>
                    <a:pt x="3095625" y="9525"/>
                  </a:lnTo>
                  <a:lnTo>
                    <a:pt x="3095625" y="0"/>
                  </a:lnTo>
                  <a:close/>
                </a:path>
                <a:path w="4010025" h="9525">
                  <a:moveTo>
                    <a:pt x="3152775" y="0"/>
                  </a:moveTo>
                  <a:lnTo>
                    <a:pt x="3143250" y="0"/>
                  </a:lnTo>
                  <a:lnTo>
                    <a:pt x="3143250" y="9525"/>
                  </a:lnTo>
                  <a:lnTo>
                    <a:pt x="3152775" y="9525"/>
                  </a:lnTo>
                  <a:lnTo>
                    <a:pt x="3152775" y="0"/>
                  </a:lnTo>
                  <a:close/>
                </a:path>
                <a:path w="4010025" h="9525">
                  <a:moveTo>
                    <a:pt x="3209925" y="0"/>
                  </a:moveTo>
                  <a:lnTo>
                    <a:pt x="3200400" y="0"/>
                  </a:lnTo>
                  <a:lnTo>
                    <a:pt x="3200400" y="9525"/>
                  </a:lnTo>
                  <a:lnTo>
                    <a:pt x="3209925" y="9525"/>
                  </a:lnTo>
                  <a:lnTo>
                    <a:pt x="3209925" y="0"/>
                  </a:lnTo>
                  <a:close/>
                </a:path>
                <a:path w="4010025" h="9525">
                  <a:moveTo>
                    <a:pt x="3267075" y="0"/>
                  </a:moveTo>
                  <a:lnTo>
                    <a:pt x="3257550" y="0"/>
                  </a:lnTo>
                  <a:lnTo>
                    <a:pt x="3257550" y="9525"/>
                  </a:lnTo>
                  <a:lnTo>
                    <a:pt x="3267075" y="9525"/>
                  </a:lnTo>
                  <a:lnTo>
                    <a:pt x="3267075" y="0"/>
                  </a:lnTo>
                  <a:close/>
                </a:path>
                <a:path w="4010025" h="9525">
                  <a:moveTo>
                    <a:pt x="3324225" y="0"/>
                  </a:moveTo>
                  <a:lnTo>
                    <a:pt x="3314700" y="0"/>
                  </a:lnTo>
                  <a:lnTo>
                    <a:pt x="3314700" y="9525"/>
                  </a:lnTo>
                  <a:lnTo>
                    <a:pt x="3324225" y="9525"/>
                  </a:lnTo>
                  <a:lnTo>
                    <a:pt x="3324225" y="0"/>
                  </a:lnTo>
                  <a:close/>
                </a:path>
                <a:path w="4010025" h="9525">
                  <a:moveTo>
                    <a:pt x="3381375" y="0"/>
                  </a:moveTo>
                  <a:lnTo>
                    <a:pt x="3371850" y="0"/>
                  </a:lnTo>
                  <a:lnTo>
                    <a:pt x="3371850" y="9525"/>
                  </a:lnTo>
                  <a:lnTo>
                    <a:pt x="3381375" y="9525"/>
                  </a:lnTo>
                  <a:lnTo>
                    <a:pt x="3381375" y="0"/>
                  </a:lnTo>
                  <a:close/>
                </a:path>
                <a:path w="4010025" h="9525">
                  <a:moveTo>
                    <a:pt x="3438525" y="0"/>
                  </a:moveTo>
                  <a:lnTo>
                    <a:pt x="3429000" y="0"/>
                  </a:lnTo>
                  <a:lnTo>
                    <a:pt x="3429000" y="9525"/>
                  </a:lnTo>
                  <a:lnTo>
                    <a:pt x="3438525" y="9525"/>
                  </a:lnTo>
                  <a:lnTo>
                    <a:pt x="3438525" y="0"/>
                  </a:lnTo>
                  <a:close/>
                </a:path>
                <a:path w="4010025" h="9525">
                  <a:moveTo>
                    <a:pt x="3495675" y="0"/>
                  </a:moveTo>
                  <a:lnTo>
                    <a:pt x="3486150" y="0"/>
                  </a:lnTo>
                  <a:lnTo>
                    <a:pt x="3486150" y="9525"/>
                  </a:lnTo>
                  <a:lnTo>
                    <a:pt x="3495675" y="9525"/>
                  </a:lnTo>
                  <a:lnTo>
                    <a:pt x="3495675" y="0"/>
                  </a:lnTo>
                  <a:close/>
                </a:path>
                <a:path w="4010025" h="9525">
                  <a:moveTo>
                    <a:pt x="3552825" y="0"/>
                  </a:moveTo>
                  <a:lnTo>
                    <a:pt x="3543300" y="0"/>
                  </a:lnTo>
                  <a:lnTo>
                    <a:pt x="3543300" y="9525"/>
                  </a:lnTo>
                  <a:lnTo>
                    <a:pt x="3552825" y="9525"/>
                  </a:lnTo>
                  <a:lnTo>
                    <a:pt x="3552825" y="0"/>
                  </a:lnTo>
                  <a:close/>
                </a:path>
                <a:path w="4010025" h="9525">
                  <a:moveTo>
                    <a:pt x="3609975" y="0"/>
                  </a:moveTo>
                  <a:lnTo>
                    <a:pt x="3600450" y="0"/>
                  </a:lnTo>
                  <a:lnTo>
                    <a:pt x="3600450" y="9525"/>
                  </a:lnTo>
                  <a:lnTo>
                    <a:pt x="3609975" y="9525"/>
                  </a:lnTo>
                  <a:lnTo>
                    <a:pt x="3609975" y="0"/>
                  </a:lnTo>
                  <a:close/>
                </a:path>
                <a:path w="4010025" h="9525">
                  <a:moveTo>
                    <a:pt x="3667125" y="0"/>
                  </a:moveTo>
                  <a:lnTo>
                    <a:pt x="3657600" y="0"/>
                  </a:lnTo>
                  <a:lnTo>
                    <a:pt x="3657600" y="9525"/>
                  </a:lnTo>
                  <a:lnTo>
                    <a:pt x="3667125" y="9525"/>
                  </a:lnTo>
                  <a:lnTo>
                    <a:pt x="3667125" y="0"/>
                  </a:lnTo>
                  <a:close/>
                </a:path>
                <a:path w="4010025" h="9525">
                  <a:moveTo>
                    <a:pt x="3724275" y="0"/>
                  </a:moveTo>
                  <a:lnTo>
                    <a:pt x="3714750" y="0"/>
                  </a:lnTo>
                  <a:lnTo>
                    <a:pt x="3714750" y="9525"/>
                  </a:lnTo>
                  <a:lnTo>
                    <a:pt x="3724275" y="9525"/>
                  </a:lnTo>
                  <a:lnTo>
                    <a:pt x="3724275" y="0"/>
                  </a:lnTo>
                  <a:close/>
                </a:path>
                <a:path w="4010025" h="9525">
                  <a:moveTo>
                    <a:pt x="3781425" y="0"/>
                  </a:moveTo>
                  <a:lnTo>
                    <a:pt x="3771900" y="0"/>
                  </a:lnTo>
                  <a:lnTo>
                    <a:pt x="3771900" y="9525"/>
                  </a:lnTo>
                  <a:lnTo>
                    <a:pt x="3781425" y="9525"/>
                  </a:lnTo>
                  <a:lnTo>
                    <a:pt x="3781425" y="0"/>
                  </a:lnTo>
                  <a:close/>
                </a:path>
                <a:path w="4010025" h="9525">
                  <a:moveTo>
                    <a:pt x="3838575" y="0"/>
                  </a:moveTo>
                  <a:lnTo>
                    <a:pt x="3829050" y="0"/>
                  </a:lnTo>
                  <a:lnTo>
                    <a:pt x="3829050" y="9525"/>
                  </a:lnTo>
                  <a:lnTo>
                    <a:pt x="3838575" y="9525"/>
                  </a:lnTo>
                  <a:lnTo>
                    <a:pt x="3838575" y="0"/>
                  </a:lnTo>
                  <a:close/>
                </a:path>
                <a:path w="4010025" h="9525">
                  <a:moveTo>
                    <a:pt x="3895725" y="0"/>
                  </a:moveTo>
                  <a:lnTo>
                    <a:pt x="3886200" y="0"/>
                  </a:lnTo>
                  <a:lnTo>
                    <a:pt x="3886200" y="9525"/>
                  </a:lnTo>
                  <a:lnTo>
                    <a:pt x="3895725" y="9525"/>
                  </a:lnTo>
                  <a:lnTo>
                    <a:pt x="3895725" y="0"/>
                  </a:lnTo>
                  <a:close/>
                </a:path>
                <a:path w="4010025" h="9525">
                  <a:moveTo>
                    <a:pt x="3952875" y="0"/>
                  </a:moveTo>
                  <a:lnTo>
                    <a:pt x="3943350" y="0"/>
                  </a:lnTo>
                  <a:lnTo>
                    <a:pt x="3943350" y="9525"/>
                  </a:lnTo>
                  <a:lnTo>
                    <a:pt x="3952875" y="9525"/>
                  </a:lnTo>
                  <a:lnTo>
                    <a:pt x="3952875" y="0"/>
                  </a:lnTo>
                  <a:close/>
                </a:path>
                <a:path w="4010025" h="9525">
                  <a:moveTo>
                    <a:pt x="4010025" y="0"/>
                  </a:moveTo>
                  <a:lnTo>
                    <a:pt x="4000500" y="0"/>
                  </a:lnTo>
                  <a:lnTo>
                    <a:pt x="4000500" y="9525"/>
                  </a:lnTo>
                  <a:lnTo>
                    <a:pt x="4010025" y="9525"/>
                  </a:lnTo>
                  <a:lnTo>
                    <a:pt x="4010025" y="0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1858625" y="5597525"/>
              <a:ext cx="523875" cy="9525"/>
            </a:xfrm>
            <a:custGeom>
              <a:avLst/>
              <a:gdLst/>
              <a:ahLst/>
              <a:cxnLst/>
              <a:rect l="l" t="t" r="r" b="b"/>
              <a:pathLst>
                <a:path w="523875" h="9525">
                  <a:moveTo>
                    <a:pt x="95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  <a:path w="523875" h="9525">
                  <a:moveTo>
                    <a:pt x="66675" y="0"/>
                  </a:moveTo>
                  <a:lnTo>
                    <a:pt x="57150" y="0"/>
                  </a:lnTo>
                  <a:lnTo>
                    <a:pt x="57150" y="9525"/>
                  </a:lnTo>
                  <a:lnTo>
                    <a:pt x="66675" y="9525"/>
                  </a:lnTo>
                  <a:lnTo>
                    <a:pt x="66675" y="0"/>
                  </a:lnTo>
                  <a:close/>
                </a:path>
                <a:path w="523875" h="9525">
                  <a:moveTo>
                    <a:pt x="123825" y="0"/>
                  </a:moveTo>
                  <a:lnTo>
                    <a:pt x="114300" y="0"/>
                  </a:lnTo>
                  <a:lnTo>
                    <a:pt x="114300" y="9525"/>
                  </a:lnTo>
                  <a:lnTo>
                    <a:pt x="123825" y="9525"/>
                  </a:lnTo>
                  <a:lnTo>
                    <a:pt x="123825" y="0"/>
                  </a:lnTo>
                  <a:close/>
                </a:path>
                <a:path w="523875" h="9525">
                  <a:moveTo>
                    <a:pt x="180975" y="0"/>
                  </a:moveTo>
                  <a:lnTo>
                    <a:pt x="171450" y="0"/>
                  </a:lnTo>
                  <a:lnTo>
                    <a:pt x="171450" y="9525"/>
                  </a:lnTo>
                  <a:lnTo>
                    <a:pt x="180975" y="9525"/>
                  </a:lnTo>
                  <a:lnTo>
                    <a:pt x="180975" y="0"/>
                  </a:lnTo>
                  <a:close/>
                </a:path>
                <a:path w="523875" h="9525">
                  <a:moveTo>
                    <a:pt x="238125" y="0"/>
                  </a:moveTo>
                  <a:lnTo>
                    <a:pt x="228600" y="0"/>
                  </a:lnTo>
                  <a:lnTo>
                    <a:pt x="228600" y="9525"/>
                  </a:lnTo>
                  <a:lnTo>
                    <a:pt x="238125" y="9525"/>
                  </a:lnTo>
                  <a:lnTo>
                    <a:pt x="238125" y="0"/>
                  </a:lnTo>
                  <a:close/>
                </a:path>
                <a:path w="523875" h="9525">
                  <a:moveTo>
                    <a:pt x="295275" y="0"/>
                  </a:moveTo>
                  <a:lnTo>
                    <a:pt x="285750" y="0"/>
                  </a:lnTo>
                  <a:lnTo>
                    <a:pt x="285750" y="9525"/>
                  </a:lnTo>
                  <a:lnTo>
                    <a:pt x="295275" y="9525"/>
                  </a:lnTo>
                  <a:lnTo>
                    <a:pt x="295275" y="0"/>
                  </a:lnTo>
                  <a:close/>
                </a:path>
                <a:path w="523875" h="9525">
                  <a:moveTo>
                    <a:pt x="352425" y="0"/>
                  </a:moveTo>
                  <a:lnTo>
                    <a:pt x="342900" y="0"/>
                  </a:lnTo>
                  <a:lnTo>
                    <a:pt x="342900" y="9525"/>
                  </a:lnTo>
                  <a:lnTo>
                    <a:pt x="352425" y="9525"/>
                  </a:lnTo>
                  <a:lnTo>
                    <a:pt x="352425" y="0"/>
                  </a:lnTo>
                  <a:close/>
                </a:path>
                <a:path w="523875" h="9525">
                  <a:moveTo>
                    <a:pt x="409575" y="0"/>
                  </a:moveTo>
                  <a:lnTo>
                    <a:pt x="400050" y="0"/>
                  </a:lnTo>
                  <a:lnTo>
                    <a:pt x="400050" y="9525"/>
                  </a:lnTo>
                  <a:lnTo>
                    <a:pt x="409575" y="9525"/>
                  </a:lnTo>
                  <a:lnTo>
                    <a:pt x="409575" y="0"/>
                  </a:lnTo>
                  <a:close/>
                </a:path>
                <a:path w="523875" h="9525">
                  <a:moveTo>
                    <a:pt x="466725" y="0"/>
                  </a:moveTo>
                  <a:lnTo>
                    <a:pt x="457200" y="0"/>
                  </a:lnTo>
                  <a:lnTo>
                    <a:pt x="457200" y="9525"/>
                  </a:lnTo>
                  <a:lnTo>
                    <a:pt x="466725" y="9525"/>
                  </a:lnTo>
                  <a:lnTo>
                    <a:pt x="466725" y="0"/>
                  </a:lnTo>
                  <a:close/>
                </a:path>
                <a:path w="523875" h="9525">
                  <a:moveTo>
                    <a:pt x="523875" y="0"/>
                  </a:moveTo>
                  <a:lnTo>
                    <a:pt x="514350" y="0"/>
                  </a:lnTo>
                  <a:lnTo>
                    <a:pt x="514350" y="9525"/>
                  </a:lnTo>
                  <a:lnTo>
                    <a:pt x="523875" y="9525"/>
                  </a:lnTo>
                  <a:lnTo>
                    <a:pt x="523875" y="0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621683" y="5740500"/>
            <a:ext cx="15367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0K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857626" y="1047751"/>
            <a:ext cx="8524875" cy="4105275"/>
            <a:chOff x="3857625" y="819150"/>
            <a:chExt cx="8524875" cy="4105275"/>
          </a:xfrm>
        </p:grpSpPr>
        <p:sp>
          <p:nvSpPr>
            <p:cNvPr id="17" name="object 17"/>
            <p:cNvSpPr/>
            <p:nvPr/>
          </p:nvSpPr>
          <p:spPr>
            <a:xfrm>
              <a:off x="3857625" y="4914912"/>
              <a:ext cx="6410325" cy="9525"/>
            </a:xfrm>
            <a:custGeom>
              <a:avLst/>
              <a:gdLst/>
              <a:ahLst/>
              <a:cxnLst/>
              <a:rect l="l" t="t" r="r" b="b"/>
              <a:pathLst>
                <a:path w="6410325" h="9525">
                  <a:moveTo>
                    <a:pt x="95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  <a:path w="6410325" h="9525">
                  <a:moveTo>
                    <a:pt x="66675" y="0"/>
                  </a:moveTo>
                  <a:lnTo>
                    <a:pt x="57150" y="0"/>
                  </a:lnTo>
                  <a:lnTo>
                    <a:pt x="57150" y="9525"/>
                  </a:lnTo>
                  <a:lnTo>
                    <a:pt x="66675" y="9525"/>
                  </a:lnTo>
                  <a:lnTo>
                    <a:pt x="66675" y="0"/>
                  </a:lnTo>
                  <a:close/>
                </a:path>
                <a:path w="6410325" h="9525">
                  <a:moveTo>
                    <a:pt x="352425" y="0"/>
                  </a:moveTo>
                  <a:lnTo>
                    <a:pt x="342900" y="0"/>
                  </a:lnTo>
                  <a:lnTo>
                    <a:pt x="342900" y="9525"/>
                  </a:lnTo>
                  <a:lnTo>
                    <a:pt x="352425" y="9525"/>
                  </a:lnTo>
                  <a:lnTo>
                    <a:pt x="352425" y="0"/>
                  </a:lnTo>
                  <a:close/>
                </a:path>
                <a:path w="6410325" h="9525">
                  <a:moveTo>
                    <a:pt x="638175" y="0"/>
                  </a:moveTo>
                  <a:lnTo>
                    <a:pt x="628650" y="0"/>
                  </a:lnTo>
                  <a:lnTo>
                    <a:pt x="628650" y="9525"/>
                  </a:lnTo>
                  <a:lnTo>
                    <a:pt x="638175" y="9525"/>
                  </a:lnTo>
                  <a:lnTo>
                    <a:pt x="638175" y="0"/>
                  </a:lnTo>
                  <a:close/>
                </a:path>
                <a:path w="6410325" h="9525">
                  <a:moveTo>
                    <a:pt x="923925" y="0"/>
                  </a:moveTo>
                  <a:lnTo>
                    <a:pt x="914400" y="0"/>
                  </a:lnTo>
                  <a:lnTo>
                    <a:pt x="914400" y="9525"/>
                  </a:lnTo>
                  <a:lnTo>
                    <a:pt x="923925" y="9525"/>
                  </a:lnTo>
                  <a:lnTo>
                    <a:pt x="923925" y="0"/>
                  </a:lnTo>
                  <a:close/>
                </a:path>
                <a:path w="6410325" h="9525">
                  <a:moveTo>
                    <a:pt x="1209675" y="0"/>
                  </a:moveTo>
                  <a:lnTo>
                    <a:pt x="1200150" y="0"/>
                  </a:lnTo>
                  <a:lnTo>
                    <a:pt x="1200150" y="9525"/>
                  </a:lnTo>
                  <a:lnTo>
                    <a:pt x="1209675" y="9525"/>
                  </a:lnTo>
                  <a:lnTo>
                    <a:pt x="1209675" y="0"/>
                  </a:lnTo>
                  <a:close/>
                </a:path>
                <a:path w="6410325" h="9525">
                  <a:moveTo>
                    <a:pt x="1495425" y="0"/>
                  </a:moveTo>
                  <a:lnTo>
                    <a:pt x="1485900" y="0"/>
                  </a:lnTo>
                  <a:lnTo>
                    <a:pt x="1485900" y="9525"/>
                  </a:lnTo>
                  <a:lnTo>
                    <a:pt x="1495425" y="9525"/>
                  </a:lnTo>
                  <a:lnTo>
                    <a:pt x="1495425" y="0"/>
                  </a:lnTo>
                  <a:close/>
                </a:path>
                <a:path w="6410325" h="9525">
                  <a:moveTo>
                    <a:pt x="1781175" y="0"/>
                  </a:moveTo>
                  <a:lnTo>
                    <a:pt x="1771650" y="0"/>
                  </a:lnTo>
                  <a:lnTo>
                    <a:pt x="1771650" y="9525"/>
                  </a:lnTo>
                  <a:lnTo>
                    <a:pt x="1781175" y="9525"/>
                  </a:lnTo>
                  <a:lnTo>
                    <a:pt x="1781175" y="0"/>
                  </a:lnTo>
                  <a:close/>
                </a:path>
                <a:path w="6410325" h="9525">
                  <a:moveTo>
                    <a:pt x="2009775" y="0"/>
                  </a:moveTo>
                  <a:lnTo>
                    <a:pt x="2004402" y="0"/>
                  </a:lnTo>
                  <a:lnTo>
                    <a:pt x="2004402" y="9525"/>
                  </a:lnTo>
                  <a:lnTo>
                    <a:pt x="2009775" y="9525"/>
                  </a:lnTo>
                  <a:lnTo>
                    <a:pt x="2009775" y="0"/>
                  </a:lnTo>
                  <a:close/>
                </a:path>
                <a:path w="6410325" h="9525">
                  <a:moveTo>
                    <a:pt x="2061565" y="0"/>
                  </a:moveTo>
                  <a:lnTo>
                    <a:pt x="2057400" y="0"/>
                  </a:lnTo>
                  <a:lnTo>
                    <a:pt x="2057400" y="9525"/>
                  </a:lnTo>
                  <a:lnTo>
                    <a:pt x="2061565" y="9525"/>
                  </a:lnTo>
                  <a:lnTo>
                    <a:pt x="2061565" y="0"/>
                  </a:lnTo>
                  <a:close/>
                </a:path>
                <a:path w="6410325" h="9525">
                  <a:moveTo>
                    <a:pt x="2295525" y="0"/>
                  </a:moveTo>
                  <a:lnTo>
                    <a:pt x="2286000" y="0"/>
                  </a:lnTo>
                  <a:lnTo>
                    <a:pt x="2286000" y="9525"/>
                  </a:lnTo>
                  <a:lnTo>
                    <a:pt x="2295525" y="9525"/>
                  </a:lnTo>
                  <a:lnTo>
                    <a:pt x="2295525" y="0"/>
                  </a:lnTo>
                  <a:close/>
                </a:path>
                <a:path w="6410325" h="9525">
                  <a:moveTo>
                    <a:pt x="2581275" y="0"/>
                  </a:moveTo>
                  <a:lnTo>
                    <a:pt x="2571750" y="0"/>
                  </a:lnTo>
                  <a:lnTo>
                    <a:pt x="2571750" y="9525"/>
                  </a:lnTo>
                  <a:lnTo>
                    <a:pt x="2581275" y="9525"/>
                  </a:lnTo>
                  <a:lnTo>
                    <a:pt x="2581275" y="0"/>
                  </a:lnTo>
                  <a:close/>
                </a:path>
                <a:path w="6410325" h="9525">
                  <a:moveTo>
                    <a:pt x="2867025" y="0"/>
                  </a:moveTo>
                  <a:lnTo>
                    <a:pt x="2857500" y="0"/>
                  </a:lnTo>
                  <a:lnTo>
                    <a:pt x="2857500" y="9525"/>
                  </a:lnTo>
                  <a:lnTo>
                    <a:pt x="2867025" y="9525"/>
                  </a:lnTo>
                  <a:lnTo>
                    <a:pt x="2867025" y="0"/>
                  </a:lnTo>
                  <a:close/>
                </a:path>
                <a:path w="6410325" h="9525">
                  <a:moveTo>
                    <a:pt x="3152775" y="0"/>
                  </a:moveTo>
                  <a:lnTo>
                    <a:pt x="3143250" y="0"/>
                  </a:lnTo>
                  <a:lnTo>
                    <a:pt x="3143250" y="9525"/>
                  </a:lnTo>
                  <a:lnTo>
                    <a:pt x="3152775" y="9525"/>
                  </a:lnTo>
                  <a:lnTo>
                    <a:pt x="3152775" y="0"/>
                  </a:lnTo>
                  <a:close/>
                </a:path>
                <a:path w="6410325" h="9525">
                  <a:moveTo>
                    <a:pt x="3209925" y="0"/>
                  </a:moveTo>
                  <a:lnTo>
                    <a:pt x="3200400" y="0"/>
                  </a:lnTo>
                  <a:lnTo>
                    <a:pt x="3200400" y="9525"/>
                  </a:lnTo>
                  <a:lnTo>
                    <a:pt x="3209925" y="9525"/>
                  </a:lnTo>
                  <a:lnTo>
                    <a:pt x="3209925" y="0"/>
                  </a:lnTo>
                  <a:close/>
                </a:path>
                <a:path w="6410325" h="9525">
                  <a:moveTo>
                    <a:pt x="3267075" y="0"/>
                  </a:moveTo>
                  <a:lnTo>
                    <a:pt x="3257550" y="0"/>
                  </a:lnTo>
                  <a:lnTo>
                    <a:pt x="3257550" y="9525"/>
                  </a:lnTo>
                  <a:lnTo>
                    <a:pt x="3267075" y="9525"/>
                  </a:lnTo>
                  <a:lnTo>
                    <a:pt x="3267075" y="0"/>
                  </a:lnTo>
                  <a:close/>
                </a:path>
                <a:path w="6410325" h="9525">
                  <a:moveTo>
                    <a:pt x="3324225" y="0"/>
                  </a:moveTo>
                  <a:lnTo>
                    <a:pt x="3314700" y="0"/>
                  </a:lnTo>
                  <a:lnTo>
                    <a:pt x="3314700" y="9525"/>
                  </a:lnTo>
                  <a:lnTo>
                    <a:pt x="3324225" y="9525"/>
                  </a:lnTo>
                  <a:lnTo>
                    <a:pt x="3324225" y="0"/>
                  </a:lnTo>
                  <a:close/>
                </a:path>
                <a:path w="6410325" h="9525">
                  <a:moveTo>
                    <a:pt x="3381375" y="0"/>
                  </a:moveTo>
                  <a:lnTo>
                    <a:pt x="3371850" y="0"/>
                  </a:lnTo>
                  <a:lnTo>
                    <a:pt x="3371850" y="9525"/>
                  </a:lnTo>
                  <a:lnTo>
                    <a:pt x="3381375" y="9525"/>
                  </a:lnTo>
                  <a:lnTo>
                    <a:pt x="3381375" y="0"/>
                  </a:lnTo>
                  <a:close/>
                </a:path>
                <a:path w="6410325" h="9525">
                  <a:moveTo>
                    <a:pt x="3438525" y="0"/>
                  </a:moveTo>
                  <a:lnTo>
                    <a:pt x="3429000" y="0"/>
                  </a:lnTo>
                  <a:lnTo>
                    <a:pt x="3429000" y="9525"/>
                  </a:lnTo>
                  <a:lnTo>
                    <a:pt x="3438525" y="9525"/>
                  </a:lnTo>
                  <a:lnTo>
                    <a:pt x="3438525" y="0"/>
                  </a:lnTo>
                  <a:close/>
                </a:path>
                <a:path w="6410325" h="9525">
                  <a:moveTo>
                    <a:pt x="3495675" y="0"/>
                  </a:moveTo>
                  <a:lnTo>
                    <a:pt x="3486150" y="0"/>
                  </a:lnTo>
                  <a:lnTo>
                    <a:pt x="3486150" y="9525"/>
                  </a:lnTo>
                  <a:lnTo>
                    <a:pt x="3495675" y="9525"/>
                  </a:lnTo>
                  <a:lnTo>
                    <a:pt x="3495675" y="0"/>
                  </a:lnTo>
                  <a:close/>
                </a:path>
                <a:path w="6410325" h="9525">
                  <a:moveTo>
                    <a:pt x="3552825" y="0"/>
                  </a:moveTo>
                  <a:lnTo>
                    <a:pt x="3543300" y="0"/>
                  </a:lnTo>
                  <a:lnTo>
                    <a:pt x="3543300" y="9525"/>
                  </a:lnTo>
                  <a:lnTo>
                    <a:pt x="3552825" y="9525"/>
                  </a:lnTo>
                  <a:lnTo>
                    <a:pt x="3552825" y="0"/>
                  </a:lnTo>
                  <a:close/>
                </a:path>
                <a:path w="6410325" h="9525">
                  <a:moveTo>
                    <a:pt x="3609975" y="0"/>
                  </a:moveTo>
                  <a:lnTo>
                    <a:pt x="3600450" y="0"/>
                  </a:lnTo>
                  <a:lnTo>
                    <a:pt x="3600450" y="9525"/>
                  </a:lnTo>
                  <a:lnTo>
                    <a:pt x="3609975" y="9525"/>
                  </a:lnTo>
                  <a:lnTo>
                    <a:pt x="3609975" y="0"/>
                  </a:lnTo>
                  <a:close/>
                </a:path>
                <a:path w="6410325" h="9525">
                  <a:moveTo>
                    <a:pt x="3667125" y="0"/>
                  </a:moveTo>
                  <a:lnTo>
                    <a:pt x="3657600" y="0"/>
                  </a:lnTo>
                  <a:lnTo>
                    <a:pt x="3657600" y="9525"/>
                  </a:lnTo>
                  <a:lnTo>
                    <a:pt x="3667125" y="9525"/>
                  </a:lnTo>
                  <a:lnTo>
                    <a:pt x="3667125" y="0"/>
                  </a:lnTo>
                  <a:close/>
                </a:path>
                <a:path w="6410325" h="9525">
                  <a:moveTo>
                    <a:pt x="3724275" y="0"/>
                  </a:moveTo>
                  <a:lnTo>
                    <a:pt x="3714750" y="0"/>
                  </a:lnTo>
                  <a:lnTo>
                    <a:pt x="3714750" y="9525"/>
                  </a:lnTo>
                  <a:lnTo>
                    <a:pt x="3724275" y="9525"/>
                  </a:lnTo>
                  <a:lnTo>
                    <a:pt x="3724275" y="0"/>
                  </a:lnTo>
                  <a:close/>
                </a:path>
                <a:path w="6410325" h="9525">
                  <a:moveTo>
                    <a:pt x="3781425" y="0"/>
                  </a:moveTo>
                  <a:lnTo>
                    <a:pt x="3771900" y="0"/>
                  </a:lnTo>
                  <a:lnTo>
                    <a:pt x="3771900" y="9525"/>
                  </a:lnTo>
                  <a:lnTo>
                    <a:pt x="3781425" y="9525"/>
                  </a:lnTo>
                  <a:lnTo>
                    <a:pt x="3781425" y="0"/>
                  </a:lnTo>
                  <a:close/>
                </a:path>
                <a:path w="6410325" h="9525">
                  <a:moveTo>
                    <a:pt x="3838575" y="0"/>
                  </a:moveTo>
                  <a:lnTo>
                    <a:pt x="3829050" y="0"/>
                  </a:lnTo>
                  <a:lnTo>
                    <a:pt x="3829050" y="9525"/>
                  </a:lnTo>
                  <a:lnTo>
                    <a:pt x="3838575" y="9525"/>
                  </a:lnTo>
                  <a:lnTo>
                    <a:pt x="3838575" y="0"/>
                  </a:lnTo>
                  <a:close/>
                </a:path>
                <a:path w="6410325" h="9525">
                  <a:moveTo>
                    <a:pt x="3895725" y="0"/>
                  </a:moveTo>
                  <a:lnTo>
                    <a:pt x="3886200" y="0"/>
                  </a:lnTo>
                  <a:lnTo>
                    <a:pt x="3886200" y="9525"/>
                  </a:lnTo>
                  <a:lnTo>
                    <a:pt x="3895725" y="9525"/>
                  </a:lnTo>
                  <a:lnTo>
                    <a:pt x="3895725" y="0"/>
                  </a:lnTo>
                  <a:close/>
                </a:path>
                <a:path w="6410325" h="9525">
                  <a:moveTo>
                    <a:pt x="3952875" y="0"/>
                  </a:moveTo>
                  <a:lnTo>
                    <a:pt x="3943350" y="0"/>
                  </a:lnTo>
                  <a:lnTo>
                    <a:pt x="3943350" y="9525"/>
                  </a:lnTo>
                  <a:lnTo>
                    <a:pt x="3952875" y="9525"/>
                  </a:lnTo>
                  <a:lnTo>
                    <a:pt x="3952875" y="0"/>
                  </a:lnTo>
                  <a:close/>
                </a:path>
                <a:path w="6410325" h="9525">
                  <a:moveTo>
                    <a:pt x="4010025" y="0"/>
                  </a:moveTo>
                  <a:lnTo>
                    <a:pt x="4000500" y="0"/>
                  </a:lnTo>
                  <a:lnTo>
                    <a:pt x="4000500" y="9525"/>
                  </a:lnTo>
                  <a:lnTo>
                    <a:pt x="4010025" y="9525"/>
                  </a:lnTo>
                  <a:lnTo>
                    <a:pt x="4010025" y="0"/>
                  </a:lnTo>
                  <a:close/>
                </a:path>
                <a:path w="6410325" h="9525">
                  <a:moveTo>
                    <a:pt x="4067175" y="0"/>
                  </a:moveTo>
                  <a:lnTo>
                    <a:pt x="4057650" y="0"/>
                  </a:lnTo>
                  <a:lnTo>
                    <a:pt x="4057650" y="9525"/>
                  </a:lnTo>
                  <a:lnTo>
                    <a:pt x="4067175" y="9525"/>
                  </a:lnTo>
                  <a:lnTo>
                    <a:pt x="4067175" y="0"/>
                  </a:lnTo>
                  <a:close/>
                </a:path>
                <a:path w="6410325" h="9525">
                  <a:moveTo>
                    <a:pt x="4124325" y="0"/>
                  </a:moveTo>
                  <a:lnTo>
                    <a:pt x="4114800" y="0"/>
                  </a:lnTo>
                  <a:lnTo>
                    <a:pt x="4114800" y="9525"/>
                  </a:lnTo>
                  <a:lnTo>
                    <a:pt x="4124325" y="9525"/>
                  </a:lnTo>
                  <a:lnTo>
                    <a:pt x="4124325" y="0"/>
                  </a:lnTo>
                  <a:close/>
                </a:path>
                <a:path w="6410325" h="9525">
                  <a:moveTo>
                    <a:pt x="4181475" y="0"/>
                  </a:moveTo>
                  <a:lnTo>
                    <a:pt x="4171950" y="0"/>
                  </a:lnTo>
                  <a:lnTo>
                    <a:pt x="4171950" y="9525"/>
                  </a:lnTo>
                  <a:lnTo>
                    <a:pt x="4181475" y="9525"/>
                  </a:lnTo>
                  <a:lnTo>
                    <a:pt x="4181475" y="0"/>
                  </a:lnTo>
                  <a:close/>
                </a:path>
                <a:path w="6410325" h="9525">
                  <a:moveTo>
                    <a:pt x="4238625" y="0"/>
                  </a:moveTo>
                  <a:lnTo>
                    <a:pt x="4229100" y="0"/>
                  </a:lnTo>
                  <a:lnTo>
                    <a:pt x="4229100" y="9525"/>
                  </a:lnTo>
                  <a:lnTo>
                    <a:pt x="4238625" y="9525"/>
                  </a:lnTo>
                  <a:lnTo>
                    <a:pt x="4238625" y="0"/>
                  </a:lnTo>
                  <a:close/>
                </a:path>
                <a:path w="6410325" h="9525">
                  <a:moveTo>
                    <a:pt x="4295775" y="0"/>
                  </a:moveTo>
                  <a:lnTo>
                    <a:pt x="4286250" y="0"/>
                  </a:lnTo>
                  <a:lnTo>
                    <a:pt x="4286250" y="9525"/>
                  </a:lnTo>
                  <a:lnTo>
                    <a:pt x="4295775" y="9525"/>
                  </a:lnTo>
                  <a:lnTo>
                    <a:pt x="4295775" y="0"/>
                  </a:lnTo>
                  <a:close/>
                </a:path>
                <a:path w="6410325" h="9525">
                  <a:moveTo>
                    <a:pt x="4352925" y="0"/>
                  </a:moveTo>
                  <a:lnTo>
                    <a:pt x="4343400" y="0"/>
                  </a:lnTo>
                  <a:lnTo>
                    <a:pt x="4343400" y="9525"/>
                  </a:lnTo>
                  <a:lnTo>
                    <a:pt x="4352925" y="9525"/>
                  </a:lnTo>
                  <a:lnTo>
                    <a:pt x="4352925" y="0"/>
                  </a:lnTo>
                  <a:close/>
                </a:path>
                <a:path w="6410325" h="9525">
                  <a:moveTo>
                    <a:pt x="4410075" y="0"/>
                  </a:moveTo>
                  <a:lnTo>
                    <a:pt x="4400550" y="0"/>
                  </a:lnTo>
                  <a:lnTo>
                    <a:pt x="4400550" y="9525"/>
                  </a:lnTo>
                  <a:lnTo>
                    <a:pt x="4410075" y="9525"/>
                  </a:lnTo>
                  <a:lnTo>
                    <a:pt x="4410075" y="0"/>
                  </a:lnTo>
                  <a:close/>
                </a:path>
                <a:path w="6410325" h="9525">
                  <a:moveTo>
                    <a:pt x="4467225" y="0"/>
                  </a:moveTo>
                  <a:lnTo>
                    <a:pt x="4457700" y="0"/>
                  </a:lnTo>
                  <a:lnTo>
                    <a:pt x="4457700" y="9525"/>
                  </a:lnTo>
                  <a:lnTo>
                    <a:pt x="4467225" y="9525"/>
                  </a:lnTo>
                  <a:lnTo>
                    <a:pt x="4467225" y="0"/>
                  </a:lnTo>
                  <a:close/>
                </a:path>
                <a:path w="6410325" h="9525">
                  <a:moveTo>
                    <a:pt x="4524375" y="0"/>
                  </a:moveTo>
                  <a:lnTo>
                    <a:pt x="4514850" y="0"/>
                  </a:lnTo>
                  <a:lnTo>
                    <a:pt x="4514850" y="9525"/>
                  </a:lnTo>
                  <a:lnTo>
                    <a:pt x="4524375" y="9525"/>
                  </a:lnTo>
                  <a:lnTo>
                    <a:pt x="4524375" y="0"/>
                  </a:lnTo>
                  <a:close/>
                </a:path>
                <a:path w="6410325" h="9525">
                  <a:moveTo>
                    <a:pt x="4581525" y="0"/>
                  </a:moveTo>
                  <a:lnTo>
                    <a:pt x="4572000" y="0"/>
                  </a:lnTo>
                  <a:lnTo>
                    <a:pt x="4572000" y="9525"/>
                  </a:lnTo>
                  <a:lnTo>
                    <a:pt x="4581525" y="9525"/>
                  </a:lnTo>
                  <a:lnTo>
                    <a:pt x="4581525" y="0"/>
                  </a:lnTo>
                  <a:close/>
                </a:path>
                <a:path w="6410325" h="9525">
                  <a:moveTo>
                    <a:pt x="4638675" y="0"/>
                  </a:moveTo>
                  <a:lnTo>
                    <a:pt x="4629150" y="0"/>
                  </a:lnTo>
                  <a:lnTo>
                    <a:pt x="4629150" y="9525"/>
                  </a:lnTo>
                  <a:lnTo>
                    <a:pt x="4638675" y="9525"/>
                  </a:lnTo>
                  <a:lnTo>
                    <a:pt x="4638675" y="0"/>
                  </a:lnTo>
                  <a:close/>
                </a:path>
                <a:path w="6410325" h="9525">
                  <a:moveTo>
                    <a:pt x="4695825" y="0"/>
                  </a:moveTo>
                  <a:lnTo>
                    <a:pt x="4686300" y="0"/>
                  </a:lnTo>
                  <a:lnTo>
                    <a:pt x="4686300" y="9525"/>
                  </a:lnTo>
                  <a:lnTo>
                    <a:pt x="4695825" y="9525"/>
                  </a:lnTo>
                  <a:lnTo>
                    <a:pt x="4695825" y="0"/>
                  </a:lnTo>
                  <a:close/>
                </a:path>
                <a:path w="6410325" h="9525">
                  <a:moveTo>
                    <a:pt x="4752975" y="0"/>
                  </a:moveTo>
                  <a:lnTo>
                    <a:pt x="4743450" y="0"/>
                  </a:lnTo>
                  <a:lnTo>
                    <a:pt x="4743450" y="9525"/>
                  </a:lnTo>
                  <a:lnTo>
                    <a:pt x="4752975" y="9525"/>
                  </a:lnTo>
                  <a:lnTo>
                    <a:pt x="4752975" y="0"/>
                  </a:lnTo>
                  <a:close/>
                </a:path>
                <a:path w="6410325" h="9525">
                  <a:moveTo>
                    <a:pt x="4810125" y="0"/>
                  </a:moveTo>
                  <a:lnTo>
                    <a:pt x="4800600" y="0"/>
                  </a:lnTo>
                  <a:lnTo>
                    <a:pt x="4800600" y="9525"/>
                  </a:lnTo>
                  <a:lnTo>
                    <a:pt x="4810125" y="9525"/>
                  </a:lnTo>
                  <a:lnTo>
                    <a:pt x="4810125" y="0"/>
                  </a:lnTo>
                  <a:close/>
                </a:path>
                <a:path w="6410325" h="9525">
                  <a:moveTo>
                    <a:pt x="4867275" y="0"/>
                  </a:moveTo>
                  <a:lnTo>
                    <a:pt x="4857750" y="0"/>
                  </a:lnTo>
                  <a:lnTo>
                    <a:pt x="4857750" y="9525"/>
                  </a:lnTo>
                  <a:lnTo>
                    <a:pt x="4867275" y="9525"/>
                  </a:lnTo>
                  <a:lnTo>
                    <a:pt x="4867275" y="0"/>
                  </a:lnTo>
                  <a:close/>
                </a:path>
                <a:path w="6410325" h="9525">
                  <a:moveTo>
                    <a:pt x="4924425" y="0"/>
                  </a:moveTo>
                  <a:lnTo>
                    <a:pt x="4914900" y="0"/>
                  </a:lnTo>
                  <a:lnTo>
                    <a:pt x="4914900" y="9525"/>
                  </a:lnTo>
                  <a:lnTo>
                    <a:pt x="4924425" y="9525"/>
                  </a:lnTo>
                  <a:lnTo>
                    <a:pt x="4924425" y="0"/>
                  </a:lnTo>
                  <a:close/>
                </a:path>
                <a:path w="6410325" h="9525">
                  <a:moveTo>
                    <a:pt x="4981575" y="0"/>
                  </a:moveTo>
                  <a:lnTo>
                    <a:pt x="4972050" y="0"/>
                  </a:lnTo>
                  <a:lnTo>
                    <a:pt x="4972050" y="9525"/>
                  </a:lnTo>
                  <a:lnTo>
                    <a:pt x="4981575" y="9525"/>
                  </a:lnTo>
                  <a:lnTo>
                    <a:pt x="4981575" y="0"/>
                  </a:lnTo>
                  <a:close/>
                </a:path>
                <a:path w="6410325" h="9525">
                  <a:moveTo>
                    <a:pt x="5038725" y="0"/>
                  </a:moveTo>
                  <a:lnTo>
                    <a:pt x="5029200" y="0"/>
                  </a:lnTo>
                  <a:lnTo>
                    <a:pt x="5029200" y="9525"/>
                  </a:lnTo>
                  <a:lnTo>
                    <a:pt x="5038725" y="9525"/>
                  </a:lnTo>
                  <a:lnTo>
                    <a:pt x="5038725" y="0"/>
                  </a:lnTo>
                  <a:close/>
                </a:path>
                <a:path w="6410325" h="9525">
                  <a:moveTo>
                    <a:pt x="5095875" y="0"/>
                  </a:moveTo>
                  <a:lnTo>
                    <a:pt x="5086350" y="0"/>
                  </a:lnTo>
                  <a:lnTo>
                    <a:pt x="5086350" y="9525"/>
                  </a:lnTo>
                  <a:lnTo>
                    <a:pt x="5095875" y="9525"/>
                  </a:lnTo>
                  <a:lnTo>
                    <a:pt x="5095875" y="0"/>
                  </a:lnTo>
                  <a:close/>
                </a:path>
                <a:path w="6410325" h="9525">
                  <a:moveTo>
                    <a:pt x="5153025" y="0"/>
                  </a:moveTo>
                  <a:lnTo>
                    <a:pt x="5143500" y="0"/>
                  </a:lnTo>
                  <a:lnTo>
                    <a:pt x="5143500" y="9525"/>
                  </a:lnTo>
                  <a:lnTo>
                    <a:pt x="5153025" y="9525"/>
                  </a:lnTo>
                  <a:lnTo>
                    <a:pt x="5153025" y="0"/>
                  </a:lnTo>
                  <a:close/>
                </a:path>
                <a:path w="6410325" h="9525">
                  <a:moveTo>
                    <a:pt x="5210175" y="0"/>
                  </a:moveTo>
                  <a:lnTo>
                    <a:pt x="5200650" y="0"/>
                  </a:lnTo>
                  <a:lnTo>
                    <a:pt x="5200650" y="9525"/>
                  </a:lnTo>
                  <a:lnTo>
                    <a:pt x="5210175" y="9525"/>
                  </a:lnTo>
                  <a:lnTo>
                    <a:pt x="5210175" y="0"/>
                  </a:lnTo>
                  <a:close/>
                </a:path>
                <a:path w="6410325" h="9525">
                  <a:moveTo>
                    <a:pt x="5267325" y="0"/>
                  </a:moveTo>
                  <a:lnTo>
                    <a:pt x="5257800" y="0"/>
                  </a:lnTo>
                  <a:lnTo>
                    <a:pt x="5257800" y="9525"/>
                  </a:lnTo>
                  <a:lnTo>
                    <a:pt x="5267325" y="9525"/>
                  </a:lnTo>
                  <a:lnTo>
                    <a:pt x="5267325" y="0"/>
                  </a:lnTo>
                  <a:close/>
                </a:path>
                <a:path w="6410325" h="9525">
                  <a:moveTo>
                    <a:pt x="5324475" y="0"/>
                  </a:moveTo>
                  <a:lnTo>
                    <a:pt x="5314950" y="0"/>
                  </a:lnTo>
                  <a:lnTo>
                    <a:pt x="5314950" y="9525"/>
                  </a:lnTo>
                  <a:lnTo>
                    <a:pt x="5324475" y="9525"/>
                  </a:lnTo>
                  <a:lnTo>
                    <a:pt x="5324475" y="0"/>
                  </a:lnTo>
                  <a:close/>
                </a:path>
                <a:path w="6410325" h="9525">
                  <a:moveTo>
                    <a:pt x="5381625" y="0"/>
                  </a:moveTo>
                  <a:lnTo>
                    <a:pt x="5372100" y="0"/>
                  </a:lnTo>
                  <a:lnTo>
                    <a:pt x="5372100" y="9525"/>
                  </a:lnTo>
                  <a:lnTo>
                    <a:pt x="5381625" y="9525"/>
                  </a:lnTo>
                  <a:lnTo>
                    <a:pt x="5381625" y="0"/>
                  </a:lnTo>
                  <a:close/>
                </a:path>
                <a:path w="6410325" h="9525">
                  <a:moveTo>
                    <a:pt x="5438775" y="0"/>
                  </a:moveTo>
                  <a:lnTo>
                    <a:pt x="5429250" y="0"/>
                  </a:lnTo>
                  <a:lnTo>
                    <a:pt x="5429250" y="9525"/>
                  </a:lnTo>
                  <a:lnTo>
                    <a:pt x="5438775" y="9525"/>
                  </a:lnTo>
                  <a:lnTo>
                    <a:pt x="5438775" y="0"/>
                  </a:lnTo>
                  <a:close/>
                </a:path>
                <a:path w="6410325" h="9525">
                  <a:moveTo>
                    <a:pt x="5495925" y="0"/>
                  </a:moveTo>
                  <a:lnTo>
                    <a:pt x="5486400" y="0"/>
                  </a:lnTo>
                  <a:lnTo>
                    <a:pt x="5486400" y="9525"/>
                  </a:lnTo>
                  <a:lnTo>
                    <a:pt x="5495925" y="9525"/>
                  </a:lnTo>
                  <a:lnTo>
                    <a:pt x="5495925" y="0"/>
                  </a:lnTo>
                  <a:close/>
                </a:path>
                <a:path w="6410325" h="9525">
                  <a:moveTo>
                    <a:pt x="5553075" y="0"/>
                  </a:moveTo>
                  <a:lnTo>
                    <a:pt x="5543550" y="0"/>
                  </a:lnTo>
                  <a:lnTo>
                    <a:pt x="5543550" y="9525"/>
                  </a:lnTo>
                  <a:lnTo>
                    <a:pt x="5553075" y="9525"/>
                  </a:lnTo>
                  <a:lnTo>
                    <a:pt x="5553075" y="0"/>
                  </a:lnTo>
                  <a:close/>
                </a:path>
                <a:path w="6410325" h="9525">
                  <a:moveTo>
                    <a:pt x="5610225" y="0"/>
                  </a:moveTo>
                  <a:lnTo>
                    <a:pt x="5600700" y="0"/>
                  </a:lnTo>
                  <a:lnTo>
                    <a:pt x="5600700" y="9525"/>
                  </a:lnTo>
                  <a:lnTo>
                    <a:pt x="5610225" y="9525"/>
                  </a:lnTo>
                  <a:lnTo>
                    <a:pt x="5610225" y="0"/>
                  </a:lnTo>
                  <a:close/>
                </a:path>
                <a:path w="6410325" h="9525">
                  <a:moveTo>
                    <a:pt x="5667375" y="0"/>
                  </a:moveTo>
                  <a:lnTo>
                    <a:pt x="5657850" y="0"/>
                  </a:lnTo>
                  <a:lnTo>
                    <a:pt x="5657850" y="9525"/>
                  </a:lnTo>
                  <a:lnTo>
                    <a:pt x="5667375" y="9525"/>
                  </a:lnTo>
                  <a:lnTo>
                    <a:pt x="5667375" y="0"/>
                  </a:lnTo>
                  <a:close/>
                </a:path>
                <a:path w="6410325" h="9525">
                  <a:moveTo>
                    <a:pt x="5724525" y="0"/>
                  </a:moveTo>
                  <a:lnTo>
                    <a:pt x="5715000" y="0"/>
                  </a:lnTo>
                  <a:lnTo>
                    <a:pt x="5715000" y="9525"/>
                  </a:lnTo>
                  <a:lnTo>
                    <a:pt x="5724525" y="9525"/>
                  </a:lnTo>
                  <a:lnTo>
                    <a:pt x="5724525" y="0"/>
                  </a:lnTo>
                  <a:close/>
                </a:path>
                <a:path w="6410325" h="9525">
                  <a:moveTo>
                    <a:pt x="5781675" y="0"/>
                  </a:moveTo>
                  <a:lnTo>
                    <a:pt x="5772150" y="0"/>
                  </a:lnTo>
                  <a:lnTo>
                    <a:pt x="5772150" y="9525"/>
                  </a:lnTo>
                  <a:lnTo>
                    <a:pt x="5781675" y="9525"/>
                  </a:lnTo>
                  <a:lnTo>
                    <a:pt x="5781675" y="0"/>
                  </a:lnTo>
                  <a:close/>
                </a:path>
                <a:path w="6410325" h="9525">
                  <a:moveTo>
                    <a:pt x="5838825" y="0"/>
                  </a:moveTo>
                  <a:lnTo>
                    <a:pt x="5829300" y="0"/>
                  </a:lnTo>
                  <a:lnTo>
                    <a:pt x="5829300" y="9525"/>
                  </a:lnTo>
                  <a:lnTo>
                    <a:pt x="5838825" y="9525"/>
                  </a:lnTo>
                  <a:lnTo>
                    <a:pt x="5838825" y="0"/>
                  </a:lnTo>
                  <a:close/>
                </a:path>
                <a:path w="6410325" h="9525">
                  <a:moveTo>
                    <a:pt x="5895975" y="0"/>
                  </a:moveTo>
                  <a:lnTo>
                    <a:pt x="5886450" y="0"/>
                  </a:lnTo>
                  <a:lnTo>
                    <a:pt x="5886450" y="9525"/>
                  </a:lnTo>
                  <a:lnTo>
                    <a:pt x="5895975" y="9525"/>
                  </a:lnTo>
                  <a:lnTo>
                    <a:pt x="5895975" y="0"/>
                  </a:lnTo>
                  <a:close/>
                </a:path>
                <a:path w="6410325" h="9525">
                  <a:moveTo>
                    <a:pt x="5953125" y="0"/>
                  </a:moveTo>
                  <a:lnTo>
                    <a:pt x="5943600" y="0"/>
                  </a:lnTo>
                  <a:lnTo>
                    <a:pt x="5943600" y="9525"/>
                  </a:lnTo>
                  <a:lnTo>
                    <a:pt x="5953125" y="9525"/>
                  </a:lnTo>
                  <a:lnTo>
                    <a:pt x="5953125" y="0"/>
                  </a:lnTo>
                  <a:close/>
                </a:path>
                <a:path w="6410325" h="9525">
                  <a:moveTo>
                    <a:pt x="6010275" y="0"/>
                  </a:moveTo>
                  <a:lnTo>
                    <a:pt x="6000750" y="0"/>
                  </a:lnTo>
                  <a:lnTo>
                    <a:pt x="6000750" y="9525"/>
                  </a:lnTo>
                  <a:lnTo>
                    <a:pt x="6010275" y="9525"/>
                  </a:lnTo>
                  <a:lnTo>
                    <a:pt x="6010275" y="0"/>
                  </a:lnTo>
                  <a:close/>
                </a:path>
                <a:path w="6410325" h="9525">
                  <a:moveTo>
                    <a:pt x="6067425" y="0"/>
                  </a:moveTo>
                  <a:lnTo>
                    <a:pt x="6057900" y="0"/>
                  </a:lnTo>
                  <a:lnTo>
                    <a:pt x="6057900" y="9525"/>
                  </a:lnTo>
                  <a:lnTo>
                    <a:pt x="6067425" y="9525"/>
                  </a:lnTo>
                  <a:lnTo>
                    <a:pt x="6067425" y="0"/>
                  </a:lnTo>
                  <a:close/>
                </a:path>
                <a:path w="6410325" h="9525">
                  <a:moveTo>
                    <a:pt x="6124575" y="0"/>
                  </a:moveTo>
                  <a:lnTo>
                    <a:pt x="6115050" y="0"/>
                  </a:lnTo>
                  <a:lnTo>
                    <a:pt x="6115050" y="9525"/>
                  </a:lnTo>
                  <a:lnTo>
                    <a:pt x="6124575" y="9525"/>
                  </a:lnTo>
                  <a:lnTo>
                    <a:pt x="6124575" y="0"/>
                  </a:lnTo>
                  <a:close/>
                </a:path>
                <a:path w="6410325" h="9525">
                  <a:moveTo>
                    <a:pt x="6181725" y="0"/>
                  </a:moveTo>
                  <a:lnTo>
                    <a:pt x="6172200" y="0"/>
                  </a:lnTo>
                  <a:lnTo>
                    <a:pt x="6172200" y="9525"/>
                  </a:lnTo>
                  <a:lnTo>
                    <a:pt x="6181725" y="9525"/>
                  </a:lnTo>
                  <a:lnTo>
                    <a:pt x="6181725" y="0"/>
                  </a:lnTo>
                  <a:close/>
                </a:path>
                <a:path w="6410325" h="9525">
                  <a:moveTo>
                    <a:pt x="6238875" y="0"/>
                  </a:moveTo>
                  <a:lnTo>
                    <a:pt x="6229350" y="0"/>
                  </a:lnTo>
                  <a:lnTo>
                    <a:pt x="6229350" y="9525"/>
                  </a:lnTo>
                  <a:lnTo>
                    <a:pt x="6238875" y="9525"/>
                  </a:lnTo>
                  <a:lnTo>
                    <a:pt x="6238875" y="0"/>
                  </a:lnTo>
                  <a:close/>
                </a:path>
                <a:path w="6410325" h="9525">
                  <a:moveTo>
                    <a:pt x="6296025" y="0"/>
                  </a:moveTo>
                  <a:lnTo>
                    <a:pt x="6286500" y="0"/>
                  </a:lnTo>
                  <a:lnTo>
                    <a:pt x="6286500" y="9525"/>
                  </a:lnTo>
                  <a:lnTo>
                    <a:pt x="6296025" y="9525"/>
                  </a:lnTo>
                  <a:lnTo>
                    <a:pt x="6296025" y="0"/>
                  </a:lnTo>
                  <a:close/>
                </a:path>
                <a:path w="6410325" h="9525">
                  <a:moveTo>
                    <a:pt x="6353175" y="0"/>
                  </a:moveTo>
                  <a:lnTo>
                    <a:pt x="6343650" y="0"/>
                  </a:lnTo>
                  <a:lnTo>
                    <a:pt x="6343650" y="9525"/>
                  </a:lnTo>
                  <a:lnTo>
                    <a:pt x="6353175" y="9525"/>
                  </a:lnTo>
                  <a:lnTo>
                    <a:pt x="6353175" y="0"/>
                  </a:lnTo>
                  <a:close/>
                </a:path>
                <a:path w="6410325" h="9525">
                  <a:moveTo>
                    <a:pt x="6410325" y="0"/>
                  </a:moveTo>
                  <a:lnTo>
                    <a:pt x="6400800" y="0"/>
                  </a:lnTo>
                  <a:lnTo>
                    <a:pt x="6400800" y="9525"/>
                  </a:lnTo>
                  <a:lnTo>
                    <a:pt x="6410325" y="9525"/>
                  </a:lnTo>
                  <a:lnTo>
                    <a:pt x="6410325" y="0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857625" y="4232287"/>
              <a:ext cx="8524875" cy="692150"/>
            </a:xfrm>
            <a:custGeom>
              <a:avLst/>
              <a:gdLst/>
              <a:ahLst/>
              <a:cxnLst/>
              <a:rect l="l" t="t" r="r" b="b"/>
              <a:pathLst>
                <a:path w="8524875" h="692150">
                  <a:moveTo>
                    <a:pt x="95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  <a:path w="8524875" h="692150">
                  <a:moveTo>
                    <a:pt x="66675" y="0"/>
                  </a:moveTo>
                  <a:lnTo>
                    <a:pt x="57150" y="0"/>
                  </a:lnTo>
                  <a:lnTo>
                    <a:pt x="57150" y="9525"/>
                  </a:lnTo>
                  <a:lnTo>
                    <a:pt x="66675" y="9525"/>
                  </a:lnTo>
                  <a:lnTo>
                    <a:pt x="66675" y="0"/>
                  </a:lnTo>
                  <a:close/>
                </a:path>
                <a:path w="8524875" h="692150">
                  <a:moveTo>
                    <a:pt x="352425" y="0"/>
                  </a:moveTo>
                  <a:lnTo>
                    <a:pt x="342900" y="0"/>
                  </a:lnTo>
                  <a:lnTo>
                    <a:pt x="342900" y="9525"/>
                  </a:lnTo>
                  <a:lnTo>
                    <a:pt x="352425" y="9525"/>
                  </a:lnTo>
                  <a:lnTo>
                    <a:pt x="352425" y="0"/>
                  </a:lnTo>
                  <a:close/>
                </a:path>
                <a:path w="8524875" h="692150">
                  <a:moveTo>
                    <a:pt x="638175" y="0"/>
                  </a:moveTo>
                  <a:lnTo>
                    <a:pt x="628650" y="0"/>
                  </a:lnTo>
                  <a:lnTo>
                    <a:pt x="628650" y="9525"/>
                  </a:lnTo>
                  <a:lnTo>
                    <a:pt x="638175" y="9525"/>
                  </a:lnTo>
                  <a:lnTo>
                    <a:pt x="638175" y="0"/>
                  </a:lnTo>
                  <a:close/>
                </a:path>
                <a:path w="8524875" h="692150">
                  <a:moveTo>
                    <a:pt x="923925" y="0"/>
                  </a:moveTo>
                  <a:lnTo>
                    <a:pt x="914400" y="0"/>
                  </a:lnTo>
                  <a:lnTo>
                    <a:pt x="914400" y="9525"/>
                  </a:lnTo>
                  <a:lnTo>
                    <a:pt x="923925" y="9525"/>
                  </a:lnTo>
                  <a:lnTo>
                    <a:pt x="923925" y="0"/>
                  </a:lnTo>
                  <a:close/>
                </a:path>
                <a:path w="8524875" h="692150">
                  <a:moveTo>
                    <a:pt x="1209675" y="0"/>
                  </a:moveTo>
                  <a:lnTo>
                    <a:pt x="1200150" y="0"/>
                  </a:lnTo>
                  <a:lnTo>
                    <a:pt x="1200150" y="9525"/>
                  </a:lnTo>
                  <a:lnTo>
                    <a:pt x="1209675" y="9525"/>
                  </a:lnTo>
                  <a:lnTo>
                    <a:pt x="1209675" y="0"/>
                  </a:lnTo>
                  <a:close/>
                </a:path>
                <a:path w="8524875" h="692150">
                  <a:moveTo>
                    <a:pt x="1495425" y="0"/>
                  </a:moveTo>
                  <a:lnTo>
                    <a:pt x="1485900" y="0"/>
                  </a:lnTo>
                  <a:lnTo>
                    <a:pt x="1485900" y="9525"/>
                  </a:lnTo>
                  <a:lnTo>
                    <a:pt x="1495425" y="9525"/>
                  </a:lnTo>
                  <a:lnTo>
                    <a:pt x="1495425" y="0"/>
                  </a:lnTo>
                  <a:close/>
                </a:path>
                <a:path w="8524875" h="692150">
                  <a:moveTo>
                    <a:pt x="1781175" y="0"/>
                  </a:moveTo>
                  <a:lnTo>
                    <a:pt x="1771650" y="0"/>
                  </a:lnTo>
                  <a:lnTo>
                    <a:pt x="1771650" y="9525"/>
                  </a:lnTo>
                  <a:lnTo>
                    <a:pt x="1781175" y="9525"/>
                  </a:lnTo>
                  <a:lnTo>
                    <a:pt x="1781175" y="0"/>
                  </a:lnTo>
                  <a:close/>
                </a:path>
                <a:path w="8524875" h="692150">
                  <a:moveTo>
                    <a:pt x="1838325" y="0"/>
                  </a:moveTo>
                  <a:lnTo>
                    <a:pt x="1828800" y="0"/>
                  </a:lnTo>
                  <a:lnTo>
                    <a:pt x="1828800" y="9525"/>
                  </a:lnTo>
                  <a:lnTo>
                    <a:pt x="1838325" y="9525"/>
                  </a:lnTo>
                  <a:lnTo>
                    <a:pt x="1838325" y="0"/>
                  </a:lnTo>
                  <a:close/>
                </a:path>
                <a:path w="8524875" h="692150">
                  <a:moveTo>
                    <a:pt x="1895475" y="0"/>
                  </a:moveTo>
                  <a:lnTo>
                    <a:pt x="1885950" y="0"/>
                  </a:lnTo>
                  <a:lnTo>
                    <a:pt x="1885950" y="9525"/>
                  </a:lnTo>
                  <a:lnTo>
                    <a:pt x="1895475" y="9525"/>
                  </a:lnTo>
                  <a:lnTo>
                    <a:pt x="1895475" y="0"/>
                  </a:lnTo>
                  <a:close/>
                </a:path>
                <a:path w="8524875" h="692150">
                  <a:moveTo>
                    <a:pt x="1952625" y="0"/>
                  </a:moveTo>
                  <a:lnTo>
                    <a:pt x="1943100" y="0"/>
                  </a:lnTo>
                  <a:lnTo>
                    <a:pt x="1943100" y="9525"/>
                  </a:lnTo>
                  <a:lnTo>
                    <a:pt x="1952625" y="9525"/>
                  </a:lnTo>
                  <a:lnTo>
                    <a:pt x="1952625" y="0"/>
                  </a:lnTo>
                  <a:close/>
                </a:path>
                <a:path w="8524875" h="692150">
                  <a:moveTo>
                    <a:pt x="2009775" y="0"/>
                  </a:moveTo>
                  <a:lnTo>
                    <a:pt x="2000250" y="0"/>
                  </a:lnTo>
                  <a:lnTo>
                    <a:pt x="2000250" y="9525"/>
                  </a:lnTo>
                  <a:lnTo>
                    <a:pt x="2009775" y="9525"/>
                  </a:lnTo>
                  <a:lnTo>
                    <a:pt x="2009775" y="0"/>
                  </a:lnTo>
                  <a:close/>
                </a:path>
                <a:path w="8524875" h="692150">
                  <a:moveTo>
                    <a:pt x="2066925" y="0"/>
                  </a:moveTo>
                  <a:lnTo>
                    <a:pt x="2057400" y="0"/>
                  </a:lnTo>
                  <a:lnTo>
                    <a:pt x="2057400" y="9525"/>
                  </a:lnTo>
                  <a:lnTo>
                    <a:pt x="2066925" y="9525"/>
                  </a:lnTo>
                  <a:lnTo>
                    <a:pt x="2066925" y="0"/>
                  </a:lnTo>
                  <a:close/>
                </a:path>
                <a:path w="8524875" h="692150">
                  <a:moveTo>
                    <a:pt x="2124075" y="0"/>
                  </a:moveTo>
                  <a:lnTo>
                    <a:pt x="2114550" y="0"/>
                  </a:lnTo>
                  <a:lnTo>
                    <a:pt x="2114550" y="9525"/>
                  </a:lnTo>
                  <a:lnTo>
                    <a:pt x="2124075" y="9525"/>
                  </a:lnTo>
                  <a:lnTo>
                    <a:pt x="2124075" y="0"/>
                  </a:lnTo>
                  <a:close/>
                </a:path>
                <a:path w="8524875" h="692150">
                  <a:moveTo>
                    <a:pt x="2181225" y="0"/>
                  </a:moveTo>
                  <a:lnTo>
                    <a:pt x="2171700" y="0"/>
                  </a:lnTo>
                  <a:lnTo>
                    <a:pt x="2171700" y="9525"/>
                  </a:lnTo>
                  <a:lnTo>
                    <a:pt x="2181225" y="9525"/>
                  </a:lnTo>
                  <a:lnTo>
                    <a:pt x="2181225" y="0"/>
                  </a:lnTo>
                  <a:close/>
                </a:path>
                <a:path w="8524875" h="692150">
                  <a:moveTo>
                    <a:pt x="2238375" y="0"/>
                  </a:moveTo>
                  <a:lnTo>
                    <a:pt x="2228850" y="0"/>
                  </a:lnTo>
                  <a:lnTo>
                    <a:pt x="2228850" y="9525"/>
                  </a:lnTo>
                  <a:lnTo>
                    <a:pt x="2238375" y="9525"/>
                  </a:lnTo>
                  <a:lnTo>
                    <a:pt x="2238375" y="0"/>
                  </a:lnTo>
                  <a:close/>
                </a:path>
                <a:path w="8524875" h="692150">
                  <a:moveTo>
                    <a:pt x="2295525" y="0"/>
                  </a:moveTo>
                  <a:lnTo>
                    <a:pt x="2286000" y="0"/>
                  </a:lnTo>
                  <a:lnTo>
                    <a:pt x="2286000" y="9525"/>
                  </a:lnTo>
                  <a:lnTo>
                    <a:pt x="2295525" y="9525"/>
                  </a:lnTo>
                  <a:lnTo>
                    <a:pt x="2295525" y="0"/>
                  </a:lnTo>
                  <a:close/>
                </a:path>
                <a:path w="8524875" h="692150">
                  <a:moveTo>
                    <a:pt x="2352675" y="0"/>
                  </a:moveTo>
                  <a:lnTo>
                    <a:pt x="2343150" y="0"/>
                  </a:lnTo>
                  <a:lnTo>
                    <a:pt x="2343150" y="9525"/>
                  </a:lnTo>
                  <a:lnTo>
                    <a:pt x="2352675" y="9525"/>
                  </a:lnTo>
                  <a:lnTo>
                    <a:pt x="2352675" y="0"/>
                  </a:lnTo>
                  <a:close/>
                </a:path>
                <a:path w="8524875" h="692150">
                  <a:moveTo>
                    <a:pt x="2409825" y="0"/>
                  </a:moveTo>
                  <a:lnTo>
                    <a:pt x="2400300" y="0"/>
                  </a:lnTo>
                  <a:lnTo>
                    <a:pt x="2400300" y="9525"/>
                  </a:lnTo>
                  <a:lnTo>
                    <a:pt x="2409825" y="9525"/>
                  </a:lnTo>
                  <a:lnTo>
                    <a:pt x="2409825" y="0"/>
                  </a:lnTo>
                  <a:close/>
                </a:path>
                <a:path w="8524875" h="692150">
                  <a:moveTo>
                    <a:pt x="2466975" y="0"/>
                  </a:moveTo>
                  <a:lnTo>
                    <a:pt x="2457450" y="0"/>
                  </a:lnTo>
                  <a:lnTo>
                    <a:pt x="2457450" y="9525"/>
                  </a:lnTo>
                  <a:lnTo>
                    <a:pt x="2466975" y="9525"/>
                  </a:lnTo>
                  <a:lnTo>
                    <a:pt x="2466975" y="0"/>
                  </a:lnTo>
                  <a:close/>
                </a:path>
                <a:path w="8524875" h="692150">
                  <a:moveTo>
                    <a:pt x="2524125" y="0"/>
                  </a:moveTo>
                  <a:lnTo>
                    <a:pt x="2514600" y="0"/>
                  </a:lnTo>
                  <a:lnTo>
                    <a:pt x="2514600" y="9525"/>
                  </a:lnTo>
                  <a:lnTo>
                    <a:pt x="2524125" y="9525"/>
                  </a:lnTo>
                  <a:lnTo>
                    <a:pt x="2524125" y="0"/>
                  </a:lnTo>
                  <a:close/>
                </a:path>
                <a:path w="8524875" h="692150">
                  <a:moveTo>
                    <a:pt x="2581275" y="0"/>
                  </a:moveTo>
                  <a:lnTo>
                    <a:pt x="2571750" y="0"/>
                  </a:lnTo>
                  <a:lnTo>
                    <a:pt x="2571750" y="9525"/>
                  </a:lnTo>
                  <a:lnTo>
                    <a:pt x="2581275" y="9525"/>
                  </a:lnTo>
                  <a:lnTo>
                    <a:pt x="2581275" y="0"/>
                  </a:lnTo>
                  <a:close/>
                </a:path>
                <a:path w="8524875" h="692150">
                  <a:moveTo>
                    <a:pt x="2638425" y="0"/>
                  </a:moveTo>
                  <a:lnTo>
                    <a:pt x="2628900" y="0"/>
                  </a:lnTo>
                  <a:lnTo>
                    <a:pt x="2628900" y="9525"/>
                  </a:lnTo>
                  <a:lnTo>
                    <a:pt x="2638425" y="9525"/>
                  </a:lnTo>
                  <a:lnTo>
                    <a:pt x="2638425" y="0"/>
                  </a:lnTo>
                  <a:close/>
                </a:path>
                <a:path w="8524875" h="692150">
                  <a:moveTo>
                    <a:pt x="2695575" y="0"/>
                  </a:moveTo>
                  <a:lnTo>
                    <a:pt x="2686050" y="0"/>
                  </a:lnTo>
                  <a:lnTo>
                    <a:pt x="2686050" y="9525"/>
                  </a:lnTo>
                  <a:lnTo>
                    <a:pt x="2695575" y="9525"/>
                  </a:lnTo>
                  <a:lnTo>
                    <a:pt x="2695575" y="0"/>
                  </a:lnTo>
                  <a:close/>
                </a:path>
                <a:path w="8524875" h="692150">
                  <a:moveTo>
                    <a:pt x="2752725" y="0"/>
                  </a:moveTo>
                  <a:lnTo>
                    <a:pt x="2743200" y="0"/>
                  </a:lnTo>
                  <a:lnTo>
                    <a:pt x="2743200" y="9525"/>
                  </a:lnTo>
                  <a:lnTo>
                    <a:pt x="2752725" y="9525"/>
                  </a:lnTo>
                  <a:lnTo>
                    <a:pt x="2752725" y="0"/>
                  </a:lnTo>
                  <a:close/>
                </a:path>
                <a:path w="8524875" h="692150">
                  <a:moveTo>
                    <a:pt x="2809875" y="0"/>
                  </a:moveTo>
                  <a:lnTo>
                    <a:pt x="2800350" y="0"/>
                  </a:lnTo>
                  <a:lnTo>
                    <a:pt x="2800350" y="9525"/>
                  </a:lnTo>
                  <a:lnTo>
                    <a:pt x="2809875" y="9525"/>
                  </a:lnTo>
                  <a:lnTo>
                    <a:pt x="2809875" y="0"/>
                  </a:lnTo>
                  <a:close/>
                </a:path>
                <a:path w="8524875" h="692150">
                  <a:moveTo>
                    <a:pt x="2867025" y="0"/>
                  </a:moveTo>
                  <a:lnTo>
                    <a:pt x="2857500" y="0"/>
                  </a:lnTo>
                  <a:lnTo>
                    <a:pt x="2857500" y="9525"/>
                  </a:lnTo>
                  <a:lnTo>
                    <a:pt x="2867025" y="9525"/>
                  </a:lnTo>
                  <a:lnTo>
                    <a:pt x="2867025" y="0"/>
                  </a:lnTo>
                  <a:close/>
                </a:path>
                <a:path w="8524875" h="692150">
                  <a:moveTo>
                    <a:pt x="2924175" y="0"/>
                  </a:moveTo>
                  <a:lnTo>
                    <a:pt x="2914650" y="0"/>
                  </a:lnTo>
                  <a:lnTo>
                    <a:pt x="2914650" y="9525"/>
                  </a:lnTo>
                  <a:lnTo>
                    <a:pt x="2924175" y="9525"/>
                  </a:lnTo>
                  <a:lnTo>
                    <a:pt x="2924175" y="0"/>
                  </a:lnTo>
                  <a:close/>
                </a:path>
                <a:path w="8524875" h="692150">
                  <a:moveTo>
                    <a:pt x="2981325" y="0"/>
                  </a:moveTo>
                  <a:lnTo>
                    <a:pt x="2971800" y="0"/>
                  </a:lnTo>
                  <a:lnTo>
                    <a:pt x="2971800" y="9525"/>
                  </a:lnTo>
                  <a:lnTo>
                    <a:pt x="2981325" y="9525"/>
                  </a:lnTo>
                  <a:lnTo>
                    <a:pt x="2981325" y="0"/>
                  </a:lnTo>
                  <a:close/>
                </a:path>
                <a:path w="8524875" h="692150">
                  <a:moveTo>
                    <a:pt x="3038475" y="0"/>
                  </a:moveTo>
                  <a:lnTo>
                    <a:pt x="3028950" y="0"/>
                  </a:lnTo>
                  <a:lnTo>
                    <a:pt x="3028950" y="9525"/>
                  </a:lnTo>
                  <a:lnTo>
                    <a:pt x="3038475" y="9525"/>
                  </a:lnTo>
                  <a:lnTo>
                    <a:pt x="3038475" y="0"/>
                  </a:lnTo>
                  <a:close/>
                </a:path>
                <a:path w="8524875" h="692150">
                  <a:moveTo>
                    <a:pt x="3095625" y="0"/>
                  </a:moveTo>
                  <a:lnTo>
                    <a:pt x="3086100" y="0"/>
                  </a:lnTo>
                  <a:lnTo>
                    <a:pt x="3086100" y="9525"/>
                  </a:lnTo>
                  <a:lnTo>
                    <a:pt x="3095625" y="9525"/>
                  </a:lnTo>
                  <a:lnTo>
                    <a:pt x="3095625" y="0"/>
                  </a:lnTo>
                  <a:close/>
                </a:path>
                <a:path w="8524875" h="692150">
                  <a:moveTo>
                    <a:pt x="3152775" y="0"/>
                  </a:moveTo>
                  <a:lnTo>
                    <a:pt x="3143250" y="0"/>
                  </a:lnTo>
                  <a:lnTo>
                    <a:pt x="3143250" y="9525"/>
                  </a:lnTo>
                  <a:lnTo>
                    <a:pt x="3152775" y="9525"/>
                  </a:lnTo>
                  <a:lnTo>
                    <a:pt x="3152775" y="0"/>
                  </a:lnTo>
                  <a:close/>
                </a:path>
                <a:path w="8524875" h="692150">
                  <a:moveTo>
                    <a:pt x="3209925" y="0"/>
                  </a:moveTo>
                  <a:lnTo>
                    <a:pt x="3200400" y="0"/>
                  </a:lnTo>
                  <a:lnTo>
                    <a:pt x="3200400" y="9525"/>
                  </a:lnTo>
                  <a:lnTo>
                    <a:pt x="3209925" y="9525"/>
                  </a:lnTo>
                  <a:lnTo>
                    <a:pt x="3209925" y="0"/>
                  </a:lnTo>
                  <a:close/>
                </a:path>
                <a:path w="8524875" h="692150">
                  <a:moveTo>
                    <a:pt x="6410325" y="682625"/>
                  </a:moveTo>
                  <a:lnTo>
                    <a:pt x="6400800" y="682625"/>
                  </a:lnTo>
                  <a:lnTo>
                    <a:pt x="6400800" y="692150"/>
                  </a:lnTo>
                  <a:lnTo>
                    <a:pt x="6410325" y="692150"/>
                  </a:lnTo>
                  <a:lnTo>
                    <a:pt x="6410325" y="682625"/>
                  </a:lnTo>
                  <a:close/>
                </a:path>
                <a:path w="8524875" h="692150">
                  <a:moveTo>
                    <a:pt x="6467475" y="682625"/>
                  </a:moveTo>
                  <a:lnTo>
                    <a:pt x="6457950" y="682625"/>
                  </a:lnTo>
                  <a:lnTo>
                    <a:pt x="6457950" y="692150"/>
                  </a:lnTo>
                  <a:lnTo>
                    <a:pt x="6467475" y="692150"/>
                  </a:lnTo>
                  <a:lnTo>
                    <a:pt x="6467475" y="682625"/>
                  </a:lnTo>
                  <a:close/>
                </a:path>
                <a:path w="8524875" h="692150">
                  <a:moveTo>
                    <a:pt x="6524625" y="682625"/>
                  </a:moveTo>
                  <a:lnTo>
                    <a:pt x="6515100" y="682625"/>
                  </a:lnTo>
                  <a:lnTo>
                    <a:pt x="6515100" y="692150"/>
                  </a:lnTo>
                  <a:lnTo>
                    <a:pt x="6524625" y="692150"/>
                  </a:lnTo>
                  <a:lnTo>
                    <a:pt x="6524625" y="682625"/>
                  </a:lnTo>
                  <a:close/>
                </a:path>
                <a:path w="8524875" h="692150">
                  <a:moveTo>
                    <a:pt x="6581775" y="682625"/>
                  </a:moveTo>
                  <a:lnTo>
                    <a:pt x="6572250" y="682625"/>
                  </a:lnTo>
                  <a:lnTo>
                    <a:pt x="6572250" y="692150"/>
                  </a:lnTo>
                  <a:lnTo>
                    <a:pt x="6581775" y="692150"/>
                  </a:lnTo>
                  <a:lnTo>
                    <a:pt x="6581775" y="682625"/>
                  </a:lnTo>
                  <a:close/>
                </a:path>
                <a:path w="8524875" h="692150">
                  <a:moveTo>
                    <a:pt x="6638925" y="682625"/>
                  </a:moveTo>
                  <a:lnTo>
                    <a:pt x="6629400" y="682625"/>
                  </a:lnTo>
                  <a:lnTo>
                    <a:pt x="6629400" y="692150"/>
                  </a:lnTo>
                  <a:lnTo>
                    <a:pt x="6638925" y="692150"/>
                  </a:lnTo>
                  <a:lnTo>
                    <a:pt x="6638925" y="682625"/>
                  </a:lnTo>
                  <a:close/>
                </a:path>
                <a:path w="8524875" h="692150">
                  <a:moveTo>
                    <a:pt x="6696075" y="682625"/>
                  </a:moveTo>
                  <a:lnTo>
                    <a:pt x="6686550" y="682625"/>
                  </a:lnTo>
                  <a:lnTo>
                    <a:pt x="6686550" y="692150"/>
                  </a:lnTo>
                  <a:lnTo>
                    <a:pt x="6696075" y="692150"/>
                  </a:lnTo>
                  <a:lnTo>
                    <a:pt x="6696075" y="682625"/>
                  </a:lnTo>
                  <a:close/>
                </a:path>
                <a:path w="8524875" h="692150">
                  <a:moveTo>
                    <a:pt x="6753225" y="682625"/>
                  </a:moveTo>
                  <a:lnTo>
                    <a:pt x="6743700" y="682625"/>
                  </a:lnTo>
                  <a:lnTo>
                    <a:pt x="6743700" y="692150"/>
                  </a:lnTo>
                  <a:lnTo>
                    <a:pt x="6753225" y="692150"/>
                  </a:lnTo>
                  <a:lnTo>
                    <a:pt x="6753225" y="682625"/>
                  </a:lnTo>
                  <a:close/>
                </a:path>
                <a:path w="8524875" h="692150">
                  <a:moveTo>
                    <a:pt x="6810375" y="682625"/>
                  </a:moveTo>
                  <a:lnTo>
                    <a:pt x="6800850" y="682625"/>
                  </a:lnTo>
                  <a:lnTo>
                    <a:pt x="6800850" y="692150"/>
                  </a:lnTo>
                  <a:lnTo>
                    <a:pt x="6810375" y="692150"/>
                  </a:lnTo>
                  <a:lnTo>
                    <a:pt x="6810375" y="682625"/>
                  </a:lnTo>
                  <a:close/>
                </a:path>
                <a:path w="8524875" h="692150">
                  <a:moveTo>
                    <a:pt x="6867525" y="682625"/>
                  </a:moveTo>
                  <a:lnTo>
                    <a:pt x="6858000" y="682625"/>
                  </a:lnTo>
                  <a:lnTo>
                    <a:pt x="6858000" y="692150"/>
                  </a:lnTo>
                  <a:lnTo>
                    <a:pt x="6867525" y="692150"/>
                  </a:lnTo>
                  <a:lnTo>
                    <a:pt x="6867525" y="682625"/>
                  </a:lnTo>
                  <a:close/>
                </a:path>
                <a:path w="8524875" h="692150">
                  <a:moveTo>
                    <a:pt x="6924675" y="682625"/>
                  </a:moveTo>
                  <a:lnTo>
                    <a:pt x="6915150" y="682625"/>
                  </a:lnTo>
                  <a:lnTo>
                    <a:pt x="6915150" y="692150"/>
                  </a:lnTo>
                  <a:lnTo>
                    <a:pt x="6924675" y="692150"/>
                  </a:lnTo>
                  <a:lnTo>
                    <a:pt x="6924675" y="682625"/>
                  </a:lnTo>
                  <a:close/>
                </a:path>
                <a:path w="8524875" h="692150">
                  <a:moveTo>
                    <a:pt x="6981825" y="682625"/>
                  </a:moveTo>
                  <a:lnTo>
                    <a:pt x="6972300" y="682625"/>
                  </a:lnTo>
                  <a:lnTo>
                    <a:pt x="6972300" y="692150"/>
                  </a:lnTo>
                  <a:lnTo>
                    <a:pt x="6981825" y="692150"/>
                  </a:lnTo>
                  <a:lnTo>
                    <a:pt x="6981825" y="682625"/>
                  </a:lnTo>
                  <a:close/>
                </a:path>
                <a:path w="8524875" h="692150">
                  <a:moveTo>
                    <a:pt x="7038975" y="682625"/>
                  </a:moveTo>
                  <a:lnTo>
                    <a:pt x="7029450" y="682625"/>
                  </a:lnTo>
                  <a:lnTo>
                    <a:pt x="7029450" y="692150"/>
                  </a:lnTo>
                  <a:lnTo>
                    <a:pt x="7038975" y="692150"/>
                  </a:lnTo>
                  <a:lnTo>
                    <a:pt x="7038975" y="682625"/>
                  </a:lnTo>
                  <a:close/>
                </a:path>
                <a:path w="8524875" h="692150">
                  <a:moveTo>
                    <a:pt x="7096125" y="682625"/>
                  </a:moveTo>
                  <a:lnTo>
                    <a:pt x="7086600" y="682625"/>
                  </a:lnTo>
                  <a:lnTo>
                    <a:pt x="7086600" y="692150"/>
                  </a:lnTo>
                  <a:lnTo>
                    <a:pt x="7096125" y="692150"/>
                  </a:lnTo>
                  <a:lnTo>
                    <a:pt x="7096125" y="682625"/>
                  </a:lnTo>
                  <a:close/>
                </a:path>
                <a:path w="8524875" h="692150">
                  <a:moveTo>
                    <a:pt x="7153275" y="682625"/>
                  </a:moveTo>
                  <a:lnTo>
                    <a:pt x="7143750" y="682625"/>
                  </a:lnTo>
                  <a:lnTo>
                    <a:pt x="7143750" y="692150"/>
                  </a:lnTo>
                  <a:lnTo>
                    <a:pt x="7153275" y="692150"/>
                  </a:lnTo>
                  <a:lnTo>
                    <a:pt x="7153275" y="682625"/>
                  </a:lnTo>
                  <a:close/>
                </a:path>
                <a:path w="8524875" h="692150">
                  <a:moveTo>
                    <a:pt x="7210425" y="682625"/>
                  </a:moveTo>
                  <a:lnTo>
                    <a:pt x="7200900" y="682625"/>
                  </a:lnTo>
                  <a:lnTo>
                    <a:pt x="7200900" y="692150"/>
                  </a:lnTo>
                  <a:lnTo>
                    <a:pt x="7210425" y="692150"/>
                  </a:lnTo>
                  <a:lnTo>
                    <a:pt x="7210425" y="682625"/>
                  </a:lnTo>
                  <a:close/>
                </a:path>
                <a:path w="8524875" h="692150">
                  <a:moveTo>
                    <a:pt x="7267575" y="682625"/>
                  </a:moveTo>
                  <a:lnTo>
                    <a:pt x="7258050" y="682625"/>
                  </a:lnTo>
                  <a:lnTo>
                    <a:pt x="7258050" y="692150"/>
                  </a:lnTo>
                  <a:lnTo>
                    <a:pt x="7267575" y="692150"/>
                  </a:lnTo>
                  <a:lnTo>
                    <a:pt x="7267575" y="682625"/>
                  </a:lnTo>
                  <a:close/>
                </a:path>
                <a:path w="8524875" h="692150">
                  <a:moveTo>
                    <a:pt x="7324725" y="682625"/>
                  </a:moveTo>
                  <a:lnTo>
                    <a:pt x="7315200" y="682625"/>
                  </a:lnTo>
                  <a:lnTo>
                    <a:pt x="7315200" y="692150"/>
                  </a:lnTo>
                  <a:lnTo>
                    <a:pt x="7324725" y="692150"/>
                  </a:lnTo>
                  <a:lnTo>
                    <a:pt x="7324725" y="682625"/>
                  </a:lnTo>
                  <a:close/>
                </a:path>
                <a:path w="8524875" h="692150">
                  <a:moveTo>
                    <a:pt x="7381875" y="682625"/>
                  </a:moveTo>
                  <a:lnTo>
                    <a:pt x="7372350" y="682625"/>
                  </a:lnTo>
                  <a:lnTo>
                    <a:pt x="7372350" y="692150"/>
                  </a:lnTo>
                  <a:lnTo>
                    <a:pt x="7381875" y="692150"/>
                  </a:lnTo>
                  <a:lnTo>
                    <a:pt x="7381875" y="682625"/>
                  </a:lnTo>
                  <a:close/>
                </a:path>
                <a:path w="8524875" h="692150">
                  <a:moveTo>
                    <a:pt x="7439025" y="682625"/>
                  </a:moveTo>
                  <a:lnTo>
                    <a:pt x="7429500" y="682625"/>
                  </a:lnTo>
                  <a:lnTo>
                    <a:pt x="7429500" y="692150"/>
                  </a:lnTo>
                  <a:lnTo>
                    <a:pt x="7439025" y="692150"/>
                  </a:lnTo>
                  <a:lnTo>
                    <a:pt x="7439025" y="682625"/>
                  </a:lnTo>
                  <a:close/>
                </a:path>
                <a:path w="8524875" h="692150">
                  <a:moveTo>
                    <a:pt x="7496175" y="682625"/>
                  </a:moveTo>
                  <a:lnTo>
                    <a:pt x="7486650" y="682625"/>
                  </a:lnTo>
                  <a:lnTo>
                    <a:pt x="7486650" y="692150"/>
                  </a:lnTo>
                  <a:lnTo>
                    <a:pt x="7496175" y="692150"/>
                  </a:lnTo>
                  <a:lnTo>
                    <a:pt x="7496175" y="682625"/>
                  </a:lnTo>
                  <a:close/>
                </a:path>
                <a:path w="8524875" h="692150">
                  <a:moveTo>
                    <a:pt x="7553325" y="682625"/>
                  </a:moveTo>
                  <a:lnTo>
                    <a:pt x="7543800" y="682625"/>
                  </a:lnTo>
                  <a:lnTo>
                    <a:pt x="7543800" y="692150"/>
                  </a:lnTo>
                  <a:lnTo>
                    <a:pt x="7553325" y="692150"/>
                  </a:lnTo>
                  <a:lnTo>
                    <a:pt x="7553325" y="682625"/>
                  </a:lnTo>
                  <a:close/>
                </a:path>
                <a:path w="8524875" h="692150">
                  <a:moveTo>
                    <a:pt x="7610475" y="682625"/>
                  </a:moveTo>
                  <a:lnTo>
                    <a:pt x="7600950" y="682625"/>
                  </a:lnTo>
                  <a:lnTo>
                    <a:pt x="7600950" y="692150"/>
                  </a:lnTo>
                  <a:lnTo>
                    <a:pt x="7610475" y="692150"/>
                  </a:lnTo>
                  <a:lnTo>
                    <a:pt x="7610475" y="682625"/>
                  </a:lnTo>
                  <a:close/>
                </a:path>
                <a:path w="8524875" h="692150">
                  <a:moveTo>
                    <a:pt x="7667625" y="682625"/>
                  </a:moveTo>
                  <a:lnTo>
                    <a:pt x="7658100" y="682625"/>
                  </a:lnTo>
                  <a:lnTo>
                    <a:pt x="7658100" y="692150"/>
                  </a:lnTo>
                  <a:lnTo>
                    <a:pt x="7667625" y="692150"/>
                  </a:lnTo>
                  <a:lnTo>
                    <a:pt x="7667625" y="682625"/>
                  </a:lnTo>
                  <a:close/>
                </a:path>
                <a:path w="8524875" h="692150">
                  <a:moveTo>
                    <a:pt x="7724775" y="682625"/>
                  </a:moveTo>
                  <a:lnTo>
                    <a:pt x="7715250" y="682625"/>
                  </a:lnTo>
                  <a:lnTo>
                    <a:pt x="7715250" y="692150"/>
                  </a:lnTo>
                  <a:lnTo>
                    <a:pt x="7724775" y="692150"/>
                  </a:lnTo>
                  <a:lnTo>
                    <a:pt x="7724775" y="682625"/>
                  </a:lnTo>
                  <a:close/>
                </a:path>
                <a:path w="8524875" h="692150">
                  <a:moveTo>
                    <a:pt x="7781925" y="682625"/>
                  </a:moveTo>
                  <a:lnTo>
                    <a:pt x="7772400" y="682625"/>
                  </a:lnTo>
                  <a:lnTo>
                    <a:pt x="7772400" y="692150"/>
                  </a:lnTo>
                  <a:lnTo>
                    <a:pt x="7781925" y="692150"/>
                  </a:lnTo>
                  <a:lnTo>
                    <a:pt x="7781925" y="682625"/>
                  </a:lnTo>
                  <a:close/>
                </a:path>
                <a:path w="8524875" h="692150">
                  <a:moveTo>
                    <a:pt x="7839075" y="682625"/>
                  </a:moveTo>
                  <a:lnTo>
                    <a:pt x="7829550" y="682625"/>
                  </a:lnTo>
                  <a:lnTo>
                    <a:pt x="7829550" y="692150"/>
                  </a:lnTo>
                  <a:lnTo>
                    <a:pt x="7839075" y="692150"/>
                  </a:lnTo>
                  <a:lnTo>
                    <a:pt x="7839075" y="682625"/>
                  </a:lnTo>
                  <a:close/>
                </a:path>
                <a:path w="8524875" h="692150">
                  <a:moveTo>
                    <a:pt x="7896225" y="682625"/>
                  </a:moveTo>
                  <a:lnTo>
                    <a:pt x="7886700" y="682625"/>
                  </a:lnTo>
                  <a:lnTo>
                    <a:pt x="7886700" y="692150"/>
                  </a:lnTo>
                  <a:lnTo>
                    <a:pt x="7896225" y="692150"/>
                  </a:lnTo>
                  <a:lnTo>
                    <a:pt x="7896225" y="682625"/>
                  </a:lnTo>
                  <a:close/>
                </a:path>
                <a:path w="8524875" h="692150">
                  <a:moveTo>
                    <a:pt x="7953375" y="682625"/>
                  </a:moveTo>
                  <a:lnTo>
                    <a:pt x="7943850" y="682625"/>
                  </a:lnTo>
                  <a:lnTo>
                    <a:pt x="7943850" y="692150"/>
                  </a:lnTo>
                  <a:lnTo>
                    <a:pt x="7953375" y="692150"/>
                  </a:lnTo>
                  <a:lnTo>
                    <a:pt x="7953375" y="682625"/>
                  </a:lnTo>
                  <a:close/>
                </a:path>
                <a:path w="8524875" h="692150">
                  <a:moveTo>
                    <a:pt x="8010525" y="682625"/>
                  </a:moveTo>
                  <a:lnTo>
                    <a:pt x="8001000" y="682625"/>
                  </a:lnTo>
                  <a:lnTo>
                    <a:pt x="8001000" y="692150"/>
                  </a:lnTo>
                  <a:lnTo>
                    <a:pt x="8010525" y="692150"/>
                  </a:lnTo>
                  <a:lnTo>
                    <a:pt x="8010525" y="682625"/>
                  </a:lnTo>
                  <a:close/>
                </a:path>
                <a:path w="8524875" h="692150">
                  <a:moveTo>
                    <a:pt x="8067675" y="682625"/>
                  </a:moveTo>
                  <a:lnTo>
                    <a:pt x="8058150" y="682625"/>
                  </a:lnTo>
                  <a:lnTo>
                    <a:pt x="8058150" y="692150"/>
                  </a:lnTo>
                  <a:lnTo>
                    <a:pt x="8067675" y="692150"/>
                  </a:lnTo>
                  <a:lnTo>
                    <a:pt x="8067675" y="682625"/>
                  </a:lnTo>
                  <a:close/>
                </a:path>
                <a:path w="8524875" h="692150">
                  <a:moveTo>
                    <a:pt x="8124825" y="682625"/>
                  </a:moveTo>
                  <a:lnTo>
                    <a:pt x="8115300" y="682625"/>
                  </a:lnTo>
                  <a:lnTo>
                    <a:pt x="8115300" y="692150"/>
                  </a:lnTo>
                  <a:lnTo>
                    <a:pt x="8124825" y="692150"/>
                  </a:lnTo>
                  <a:lnTo>
                    <a:pt x="8124825" y="682625"/>
                  </a:lnTo>
                  <a:close/>
                </a:path>
                <a:path w="8524875" h="692150">
                  <a:moveTo>
                    <a:pt x="8181975" y="682625"/>
                  </a:moveTo>
                  <a:lnTo>
                    <a:pt x="8172450" y="682625"/>
                  </a:lnTo>
                  <a:lnTo>
                    <a:pt x="8172450" y="692150"/>
                  </a:lnTo>
                  <a:lnTo>
                    <a:pt x="8181975" y="692150"/>
                  </a:lnTo>
                  <a:lnTo>
                    <a:pt x="8181975" y="682625"/>
                  </a:lnTo>
                  <a:close/>
                </a:path>
                <a:path w="8524875" h="692150">
                  <a:moveTo>
                    <a:pt x="8239125" y="682625"/>
                  </a:moveTo>
                  <a:lnTo>
                    <a:pt x="8229600" y="682625"/>
                  </a:lnTo>
                  <a:lnTo>
                    <a:pt x="8229600" y="692150"/>
                  </a:lnTo>
                  <a:lnTo>
                    <a:pt x="8239125" y="692150"/>
                  </a:lnTo>
                  <a:lnTo>
                    <a:pt x="8239125" y="682625"/>
                  </a:lnTo>
                  <a:close/>
                </a:path>
                <a:path w="8524875" h="692150">
                  <a:moveTo>
                    <a:pt x="8296275" y="682625"/>
                  </a:moveTo>
                  <a:lnTo>
                    <a:pt x="8286750" y="682625"/>
                  </a:lnTo>
                  <a:lnTo>
                    <a:pt x="8286750" y="692150"/>
                  </a:lnTo>
                  <a:lnTo>
                    <a:pt x="8296275" y="692150"/>
                  </a:lnTo>
                  <a:lnTo>
                    <a:pt x="8296275" y="682625"/>
                  </a:lnTo>
                  <a:close/>
                </a:path>
                <a:path w="8524875" h="692150">
                  <a:moveTo>
                    <a:pt x="8353425" y="682625"/>
                  </a:moveTo>
                  <a:lnTo>
                    <a:pt x="8343900" y="682625"/>
                  </a:lnTo>
                  <a:lnTo>
                    <a:pt x="8343900" y="692150"/>
                  </a:lnTo>
                  <a:lnTo>
                    <a:pt x="8353425" y="692150"/>
                  </a:lnTo>
                  <a:lnTo>
                    <a:pt x="8353425" y="682625"/>
                  </a:lnTo>
                  <a:close/>
                </a:path>
                <a:path w="8524875" h="692150">
                  <a:moveTo>
                    <a:pt x="8410575" y="682625"/>
                  </a:moveTo>
                  <a:lnTo>
                    <a:pt x="8401050" y="682625"/>
                  </a:lnTo>
                  <a:lnTo>
                    <a:pt x="8401050" y="692150"/>
                  </a:lnTo>
                  <a:lnTo>
                    <a:pt x="8410575" y="692150"/>
                  </a:lnTo>
                  <a:lnTo>
                    <a:pt x="8410575" y="682625"/>
                  </a:lnTo>
                  <a:close/>
                </a:path>
                <a:path w="8524875" h="692150">
                  <a:moveTo>
                    <a:pt x="8467725" y="682625"/>
                  </a:moveTo>
                  <a:lnTo>
                    <a:pt x="8458200" y="682625"/>
                  </a:lnTo>
                  <a:lnTo>
                    <a:pt x="8458200" y="692150"/>
                  </a:lnTo>
                  <a:lnTo>
                    <a:pt x="8467725" y="692150"/>
                  </a:lnTo>
                  <a:lnTo>
                    <a:pt x="8467725" y="682625"/>
                  </a:lnTo>
                  <a:close/>
                </a:path>
                <a:path w="8524875" h="692150">
                  <a:moveTo>
                    <a:pt x="8524875" y="682625"/>
                  </a:moveTo>
                  <a:lnTo>
                    <a:pt x="8515350" y="682625"/>
                  </a:lnTo>
                  <a:lnTo>
                    <a:pt x="8515350" y="692150"/>
                  </a:lnTo>
                  <a:lnTo>
                    <a:pt x="8524875" y="692150"/>
                  </a:lnTo>
                  <a:lnTo>
                    <a:pt x="8524875" y="682625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058025" y="4232287"/>
              <a:ext cx="4010025" cy="9525"/>
            </a:xfrm>
            <a:custGeom>
              <a:avLst/>
              <a:gdLst/>
              <a:ahLst/>
              <a:cxnLst/>
              <a:rect l="l" t="t" r="r" b="b"/>
              <a:pathLst>
                <a:path w="4010025" h="9525">
                  <a:moveTo>
                    <a:pt x="95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  <a:path w="4010025" h="9525">
                  <a:moveTo>
                    <a:pt x="66675" y="0"/>
                  </a:moveTo>
                  <a:lnTo>
                    <a:pt x="57150" y="0"/>
                  </a:lnTo>
                  <a:lnTo>
                    <a:pt x="57150" y="9525"/>
                  </a:lnTo>
                  <a:lnTo>
                    <a:pt x="66675" y="9525"/>
                  </a:lnTo>
                  <a:lnTo>
                    <a:pt x="66675" y="0"/>
                  </a:lnTo>
                  <a:close/>
                </a:path>
                <a:path w="4010025" h="9525">
                  <a:moveTo>
                    <a:pt x="123825" y="0"/>
                  </a:moveTo>
                  <a:lnTo>
                    <a:pt x="114300" y="0"/>
                  </a:lnTo>
                  <a:lnTo>
                    <a:pt x="114300" y="9525"/>
                  </a:lnTo>
                  <a:lnTo>
                    <a:pt x="123825" y="9525"/>
                  </a:lnTo>
                  <a:lnTo>
                    <a:pt x="123825" y="0"/>
                  </a:lnTo>
                  <a:close/>
                </a:path>
                <a:path w="4010025" h="9525">
                  <a:moveTo>
                    <a:pt x="180975" y="0"/>
                  </a:moveTo>
                  <a:lnTo>
                    <a:pt x="171450" y="0"/>
                  </a:lnTo>
                  <a:lnTo>
                    <a:pt x="171450" y="9525"/>
                  </a:lnTo>
                  <a:lnTo>
                    <a:pt x="180975" y="9525"/>
                  </a:lnTo>
                  <a:lnTo>
                    <a:pt x="180975" y="0"/>
                  </a:lnTo>
                  <a:close/>
                </a:path>
                <a:path w="4010025" h="9525">
                  <a:moveTo>
                    <a:pt x="238125" y="0"/>
                  </a:moveTo>
                  <a:lnTo>
                    <a:pt x="228600" y="0"/>
                  </a:lnTo>
                  <a:lnTo>
                    <a:pt x="228600" y="9525"/>
                  </a:lnTo>
                  <a:lnTo>
                    <a:pt x="238125" y="9525"/>
                  </a:lnTo>
                  <a:lnTo>
                    <a:pt x="238125" y="0"/>
                  </a:lnTo>
                  <a:close/>
                </a:path>
                <a:path w="4010025" h="9525">
                  <a:moveTo>
                    <a:pt x="295275" y="0"/>
                  </a:moveTo>
                  <a:lnTo>
                    <a:pt x="285750" y="0"/>
                  </a:lnTo>
                  <a:lnTo>
                    <a:pt x="285750" y="9525"/>
                  </a:lnTo>
                  <a:lnTo>
                    <a:pt x="295275" y="9525"/>
                  </a:lnTo>
                  <a:lnTo>
                    <a:pt x="295275" y="0"/>
                  </a:lnTo>
                  <a:close/>
                </a:path>
                <a:path w="4010025" h="9525">
                  <a:moveTo>
                    <a:pt x="352425" y="0"/>
                  </a:moveTo>
                  <a:lnTo>
                    <a:pt x="342900" y="0"/>
                  </a:lnTo>
                  <a:lnTo>
                    <a:pt x="342900" y="9525"/>
                  </a:lnTo>
                  <a:lnTo>
                    <a:pt x="352425" y="9525"/>
                  </a:lnTo>
                  <a:lnTo>
                    <a:pt x="352425" y="0"/>
                  </a:lnTo>
                  <a:close/>
                </a:path>
                <a:path w="4010025" h="9525">
                  <a:moveTo>
                    <a:pt x="409575" y="0"/>
                  </a:moveTo>
                  <a:lnTo>
                    <a:pt x="400050" y="0"/>
                  </a:lnTo>
                  <a:lnTo>
                    <a:pt x="400050" y="9525"/>
                  </a:lnTo>
                  <a:lnTo>
                    <a:pt x="409575" y="9525"/>
                  </a:lnTo>
                  <a:lnTo>
                    <a:pt x="409575" y="0"/>
                  </a:lnTo>
                  <a:close/>
                </a:path>
                <a:path w="4010025" h="9525">
                  <a:moveTo>
                    <a:pt x="466725" y="0"/>
                  </a:moveTo>
                  <a:lnTo>
                    <a:pt x="457200" y="0"/>
                  </a:lnTo>
                  <a:lnTo>
                    <a:pt x="457200" y="9525"/>
                  </a:lnTo>
                  <a:lnTo>
                    <a:pt x="466725" y="9525"/>
                  </a:lnTo>
                  <a:lnTo>
                    <a:pt x="466725" y="0"/>
                  </a:lnTo>
                  <a:close/>
                </a:path>
                <a:path w="4010025" h="9525">
                  <a:moveTo>
                    <a:pt x="523875" y="0"/>
                  </a:moveTo>
                  <a:lnTo>
                    <a:pt x="514350" y="0"/>
                  </a:lnTo>
                  <a:lnTo>
                    <a:pt x="514350" y="9525"/>
                  </a:lnTo>
                  <a:lnTo>
                    <a:pt x="523875" y="9525"/>
                  </a:lnTo>
                  <a:lnTo>
                    <a:pt x="523875" y="0"/>
                  </a:lnTo>
                  <a:close/>
                </a:path>
                <a:path w="4010025" h="9525">
                  <a:moveTo>
                    <a:pt x="581025" y="0"/>
                  </a:moveTo>
                  <a:lnTo>
                    <a:pt x="571500" y="0"/>
                  </a:lnTo>
                  <a:lnTo>
                    <a:pt x="571500" y="9525"/>
                  </a:lnTo>
                  <a:lnTo>
                    <a:pt x="581025" y="9525"/>
                  </a:lnTo>
                  <a:lnTo>
                    <a:pt x="581025" y="0"/>
                  </a:lnTo>
                  <a:close/>
                </a:path>
                <a:path w="4010025" h="9525">
                  <a:moveTo>
                    <a:pt x="638175" y="0"/>
                  </a:moveTo>
                  <a:lnTo>
                    <a:pt x="628650" y="0"/>
                  </a:lnTo>
                  <a:lnTo>
                    <a:pt x="628650" y="9525"/>
                  </a:lnTo>
                  <a:lnTo>
                    <a:pt x="638175" y="9525"/>
                  </a:lnTo>
                  <a:lnTo>
                    <a:pt x="638175" y="0"/>
                  </a:lnTo>
                  <a:close/>
                </a:path>
                <a:path w="4010025" h="9525">
                  <a:moveTo>
                    <a:pt x="695325" y="0"/>
                  </a:moveTo>
                  <a:lnTo>
                    <a:pt x="685800" y="0"/>
                  </a:lnTo>
                  <a:lnTo>
                    <a:pt x="685800" y="9525"/>
                  </a:lnTo>
                  <a:lnTo>
                    <a:pt x="695325" y="9525"/>
                  </a:lnTo>
                  <a:lnTo>
                    <a:pt x="695325" y="0"/>
                  </a:lnTo>
                  <a:close/>
                </a:path>
                <a:path w="4010025" h="9525">
                  <a:moveTo>
                    <a:pt x="752475" y="0"/>
                  </a:moveTo>
                  <a:lnTo>
                    <a:pt x="742950" y="0"/>
                  </a:lnTo>
                  <a:lnTo>
                    <a:pt x="742950" y="9525"/>
                  </a:lnTo>
                  <a:lnTo>
                    <a:pt x="752475" y="9525"/>
                  </a:lnTo>
                  <a:lnTo>
                    <a:pt x="752475" y="0"/>
                  </a:lnTo>
                  <a:close/>
                </a:path>
                <a:path w="4010025" h="9525">
                  <a:moveTo>
                    <a:pt x="809625" y="0"/>
                  </a:moveTo>
                  <a:lnTo>
                    <a:pt x="800100" y="0"/>
                  </a:lnTo>
                  <a:lnTo>
                    <a:pt x="800100" y="9525"/>
                  </a:lnTo>
                  <a:lnTo>
                    <a:pt x="809625" y="9525"/>
                  </a:lnTo>
                  <a:lnTo>
                    <a:pt x="809625" y="0"/>
                  </a:lnTo>
                  <a:close/>
                </a:path>
                <a:path w="4010025" h="9525">
                  <a:moveTo>
                    <a:pt x="866775" y="0"/>
                  </a:moveTo>
                  <a:lnTo>
                    <a:pt x="857250" y="0"/>
                  </a:lnTo>
                  <a:lnTo>
                    <a:pt x="857250" y="9525"/>
                  </a:lnTo>
                  <a:lnTo>
                    <a:pt x="866775" y="9525"/>
                  </a:lnTo>
                  <a:lnTo>
                    <a:pt x="866775" y="0"/>
                  </a:lnTo>
                  <a:close/>
                </a:path>
                <a:path w="4010025" h="9525">
                  <a:moveTo>
                    <a:pt x="923925" y="0"/>
                  </a:moveTo>
                  <a:lnTo>
                    <a:pt x="914400" y="0"/>
                  </a:lnTo>
                  <a:lnTo>
                    <a:pt x="914400" y="9525"/>
                  </a:lnTo>
                  <a:lnTo>
                    <a:pt x="923925" y="9525"/>
                  </a:lnTo>
                  <a:lnTo>
                    <a:pt x="923925" y="0"/>
                  </a:lnTo>
                  <a:close/>
                </a:path>
                <a:path w="4010025" h="9525">
                  <a:moveTo>
                    <a:pt x="981075" y="0"/>
                  </a:moveTo>
                  <a:lnTo>
                    <a:pt x="971550" y="0"/>
                  </a:lnTo>
                  <a:lnTo>
                    <a:pt x="971550" y="9525"/>
                  </a:lnTo>
                  <a:lnTo>
                    <a:pt x="981075" y="9525"/>
                  </a:lnTo>
                  <a:lnTo>
                    <a:pt x="981075" y="0"/>
                  </a:lnTo>
                  <a:close/>
                </a:path>
                <a:path w="4010025" h="9525">
                  <a:moveTo>
                    <a:pt x="1038225" y="0"/>
                  </a:moveTo>
                  <a:lnTo>
                    <a:pt x="1028700" y="0"/>
                  </a:lnTo>
                  <a:lnTo>
                    <a:pt x="1028700" y="9525"/>
                  </a:lnTo>
                  <a:lnTo>
                    <a:pt x="1038225" y="9525"/>
                  </a:lnTo>
                  <a:lnTo>
                    <a:pt x="1038225" y="0"/>
                  </a:lnTo>
                  <a:close/>
                </a:path>
                <a:path w="4010025" h="9525">
                  <a:moveTo>
                    <a:pt x="1095375" y="0"/>
                  </a:moveTo>
                  <a:lnTo>
                    <a:pt x="1085850" y="0"/>
                  </a:lnTo>
                  <a:lnTo>
                    <a:pt x="1085850" y="9525"/>
                  </a:lnTo>
                  <a:lnTo>
                    <a:pt x="1095375" y="9525"/>
                  </a:lnTo>
                  <a:lnTo>
                    <a:pt x="1095375" y="0"/>
                  </a:lnTo>
                  <a:close/>
                </a:path>
                <a:path w="4010025" h="9525">
                  <a:moveTo>
                    <a:pt x="1152525" y="0"/>
                  </a:moveTo>
                  <a:lnTo>
                    <a:pt x="1143000" y="0"/>
                  </a:lnTo>
                  <a:lnTo>
                    <a:pt x="1143000" y="9525"/>
                  </a:lnTo>
                  <a:lnTo>
                    <a:pt x="1152525" y="9525"/>
                  </a:lnTo>
                  <a:lnTo>
                    <a:pt x="1152525" y="0"/>
                  </a:lnTo>
                  <a:close/>
                </a:path>
                <a:path w="4010025" h="9525">
                  <a:moveTo>
                    <a:pt x="1209675" y="0"/>
                  </a:moveTo>
                  <a:lnTo>
                    <a:pt x="1200150" y="0"/>
                  </a:lnTo>
                  <a:lnTo>
                    <a:pt x="1200150" y="9525"/>
                  </a:lnTo>
                  <a:lnTo>
                    <a:pt x="1209675" y="9525"/>
                  </a:lnTo>
                  <a:lnTo>
                    <a:pt x="1209675" y="0"/>
                  </a:lnTo>
                  <a:close/>
                </a:path>
                <a:path w="4010025" h="9525">
                  <a:moveTo>
                    <a:pt x="1266825" y="0"/>
                  </a:moveTo>
                  <a:lnTo>
                    <a:pt x="1257300" y="0"/>
                  </a:lnTo>
                  <a:lnTo>
                    <a:pt x="1257300" y="9525"/>
                  </a:lnTo>
                  <a:lnTo>
                    <a:pt x="1266825" y="9525"/>
                  </a:lnTo>
                  <a:lnTo>
                    <a:pt x="1266825" y="0"/>
                  </a:lnTo>
                  <a:close/>
                </a:path>
                <a:path w="4010025" h="9525">
                  <a:moveTo>
                    <a:pt x="1323975" y="0"/>
                  </a:moveTo>
                  <a:lnTo>
                    <a:pt x="1314450" y="0"/>
                  </a:lnTo>
                  <a:lnTo>
                    <a:pt x="1314450" y="9525"/>
                  </a:lnTo>
                  <a:lnTo>
                    <a:pt x="1323975" y="9525"/>
                  </a:lnTo>
                  <a:lnTo>
                    <a:pt x="1323975" y="0"/>
                  </a:lnTo>
                  <a:close/>
                </a:path>
                <a:path w="4010025" h="9525">
                  <a:moveTo>
                    <a:pt x="1381125" y="0"/>
                  </a:moveTo>
                  <a:lnTo>
                    <a:pt x="1371600" y="0"/>
                  </a:lnTo>
                  <a:lnTo>
                    <a:pt x="1371600" y="9525"/>
                  </a:lnTo>
                  <a:lnTo>
                    <a:pt x="1381125" y="9525"/>
                  </a:lnTo>
                  <a:lnTo>
                    <a:pt x="1381125" y="0"/>
                  </a:lnTo>
                  <a:close/>
                </a:path>
                <a:path w="4010025" h="9525">
                  <a:moveTo>
                    <a:pt x="1438275" y="0"/>
                  </a:moveTo>
                  <a:lnTo>
                    <a:pt x="1428750" y="0"/>
                  </a:lnTo>
                  <a:lnTo>
                    <a:pt x="1428750" y="9525"/>
                  </a:lnTo>
                  <a:lnTo>
                    <a:pt x="1438275" y="9525"/>
                  </a:lnTo>
                  <a:lnTo>
                    <a:pt x="1438275" y="0"/>
                  </a:lnTo>
                  <a:close/>
                </a:path>
                <a:path w="4010025" h="9525">
                  <a:moveTo>
                    <a:pt x="1495425" y="0"/>
                  </a:moveTo>
                  <a:lnTo>
                    <a:pt x="1485900" y="0"/>
                  </a:lnTo>
                  <a:lnTo>
                    <a:pt x="1485900" y="9525"/>
                  </a:lnTo>
                  <a:lnTo>
                    <a:pt x="1495425" y="9525"/>
                  </a:lnTo>
                  <a:lnTo>
                    <a:pt x="1495425" y="0"/>
                  </a:lnTo>
                  <a:close/>
                </a:path>
                <a:path w="4010025" h="9525">
                  <a:moveTo>
                    <a:pt x="1552575" y="0"/>
                  </a:moveTo>
                  <a:lnTo>
                    <a:pt x="1543050" y="0"/>
                  </a:lnTo>
                  <a:lnTo>
                    <a:pt x="1543050" y="9525"/>
                  </a:lnTo>
                  <a:lnTo>
                    <a:pt x="1552575" y="9525"/>
                  </a:lnTo>
                  <a:lnTo>
                    <a:pt x="1552575" y="0"/>
                  </a:lnTo>
                  <a:close/>
                </a:path>
                <a:path w="4010025" h="9525">
                  <a:moveTo>
                    <a:pt x="1609725" y="0"/>
                  </a:moveTo>
                  <a:lnTo>
                    <a:pt x="1600200" y="0"/>
                  </a:lnTo>
                  <a:lnTo>
                    <a:pt x="1600200" y="9525"/>
                  </a:lnTo>
                  <a:lnTo>
                    <a:pt x="1609725" y="9525"/>
                  </a:lnTo>
                  <a:lnTo>
                    <a:pt x="1609725" y="0"/>
                  </a:lnTo>
                  <a:close/>
                </a:path>
                <a:path w="4010025" h="9525">
                  <a:moveTo>
                    <a:pt x="1666875" y="0"/>
                  </a:moveTo>
                  <a:lnTo>
                    <a:pt x="1657350" y="0"/>
                  </a:lnTo>
                  <a:lnTo>
                    <a:pt x="1657350" y="9525"/>
                  </a:lnTo>
                  <a:lnTo>
                    <a:pt x="1666875" y="9525"/>
                  </a:lnTo>
                  <a:lnTo>
                    <a:pt x="1666875" y="0"/>
                  </a:lnTo>
                  <a:close/>
                </a:path>
                <a:path w="4010025" h="9525">
                  <a:moveTo>
                    <a:pt x="1724025" y="0"/>
                  </a:moveTo>
                  <a:lnTo>
                    <a:pt x="1714500" y="0"/>
                  </a:lnTo>
                  <a:lnTo>
                    <a:pt x="1714500" y="9525"/>
                  </a:lnTo>
                  <a:lnTo>
                    <a:pt x="1724025" y="9525"/>
                  </a:lnTo>
                  <a:lnTo>
                    <a:pt x="1724025" y="0"/>
                  </a:lnTo>
                  <a:close/>
                </a:path>
                <a:path w="4010025" h="9525">
                  <a:moveTo>
                    <a:pt x="1781175" y="0"/>
                  </a:moveTo>
                  <a:lnTo>
                    <a:pt x="1771650" y="0"/>
                  </a:lnTo>
                  <a:lnTo>
                    <a:pt x="1771650" y="9525"/>
                  </a:lnTo>
                  <a:lnTo>
                    <a:pt x="1781175" y="9525"/>
                  </a:lnTo>
                  <a:lnTo>
                    <a:pt x="1781175" y="0"/>
                  </a:lnTo>
                  <a:close/>
                </a:path>
                <a:path w="4010025" h="9525">
                  <a:moveTo>
                    <a:pt x="1838325" y="0"/>
                  </a:moveTo>
                  <a:lnTo>
                    <a:pt x="1828800" y="0"/>
                  </a:lnTo>
                  <a:lnTo>
                    <a:pt x="1828800" y="9525"/>
                  </a:lnTo>
                  <a:lnTo>
                    <a:pt x="1838325" y="9525"/>
                  </a:lnTo>
                  <a:lnTo>
                    <a:pt x="1838325" y="0"/>
                  </a:lnTo>
                  <a:close/>
                </a:path>
                <a:path w="4010025" h="9525">
                  <a:moveTo>
                    <a:pt x="1895475" y="0"/>
                  </a:moveTo>
                  <a:lnTo>
                    <a:pt x="1885950" y="0"/>
                  </a:lnTo>
                  <a:lnTo>
                    <a:pt x="1885950" y="9525"/>
                  </a:lnTo>
                  <a:lnTo>
                    <a:pt x="1895475" y="9525"/>
                  </a:lnTo>
                  <a:lnTo>
                    <a:pt x="1895475" y="0"/>
                  </a:lnTo>
                  <a:close/>
                </a:path>
                <a:path w="4010025" h="9525">
                  <a:moveTo>
                    <a:pt x="1952625" y="0"/>
                  </a:moveTo>
                  <a:lnTo>
                    <a:pt x="1943100" y="0"/>
                  </a:lnTo>
                  <a:lnTo>
                    <a:pt x="1943100" y="9525"/>
                  </a:lnTo>
                  <a:lnTo>
                    <a:pt x="1952625" y="9525"/>
                  </a:lnTo>
                  <a:lnTo>
                    <a:pt x="1952625" y="0"/>
                  </a:lnTo>
                  <a:close/>
                </a:path>
                <a:path w="4010025" h="9525">
                  <a:moveTo>
                    <a:pt x="2009775" y="0"/>
                  </a:moveTo>
                  <a:lnTo>
                    <a:pt x="2000250" y="0"/>
                  </a:lnTo>
                  <a:lnTo>
                    <a:pt x="2000250" y="9525"/>
                  </a:lnTo>
                  <a:lnTo>
                    <a:pt x="2009775" y="9525"/>
                  </a:lnTo>
                  <a:lnTo>
                    <a:pt x="2009775" y="0"/>
                  </a:lnTo>
                  <a:close/>
                </a:path>
                <a:path w="4010025" h="9525">
                  <a:moveTo>
                    <a:pt x="2066925" y="0"/>
                  </a:moveTo>
                  <a:lnTo>
                    <a:pt x="2057400" y="0"/>
                  </a:lnTo>
                  <a:lnTo>
                    <a:pt x="2057400" y="9525"/>
                  </a:lnTo>
                  <a:lnTo>
                    <a:pt x="2066925" y="9525"/>
                  </a:lnTo>
                  <a:lnTo>
                    <a:pt x="2066925" y="0"/>
                  </a:lnTo>
                  <a:close/>
                </a:path>
                <a:path w="4010025" h="9525">
                  <a:moveTo>
                    <a:pt x="2124075" y="0"/>
                  </a:moveTo>
                  <a:lnTo>
                    <a:pt x="2114550" y="0"/>
                  </a:lnTo>
                  <a:lnTo>
                    <a:pt x="2114550" y="9525"/>
                  </a:lnTo>
                  <a:lnTo>
                    <a:pt x="2124075" y="9525"/>
                  </a:lnTo>
                  <a:lnTo>
                    <a:pt x="2124075" y="0"/>
                  </a:lnTo>
                  <a:close/>
                </a:path>
                <a:path w="4010025" h="9525">
                  <a:moveTo>
                    <a:pt x="2181225" y="0"/>
                  </a:moveTo>
                  <a:lnTo>
                    <a:pt x="2171700" y="0"/>
                  </a:lnTo>
                  <a:lnTo>
                    <a:pt x="2171700" y="9525"/>
                  </a:lnTo>
                  <a:lnTo>
                    <a:pt x="2181225" y="9525"/>
                  </a:lnTo>
                  <a:lnTo>
                    <a:pt x="2181225" y="0"/>
                  </a:lnTo>
                  <a:close/>
                </a:path>
                <a:path w="4010025" h="9525">
                  <a:moveTo>
                    <a:pt x="2238375" y="0"/>
                  </a:moveTo>
                  <a:lnTo>
                    <a:pt x="2228850" y="0"/>
                  </a:lnTo>
                  <a:lnTo>
                    <a:pt x="2228850" y="9525"/>
                  </a:lnTo>
                  <a:lnTo>
                    <a:pt x="2238375" y="9525"/>
                  </a:lnTo>
                  <a:lnTo>
                    <a:pt x="2238375" y="0"/>
                  </a:lnTo>
                  <a:close/>
                </a:path>
                <a:path w="4010025" h="9525">
                  <a:moveTo>
                    <a:pt x="2295525" y="0"/>
                  </a:moveTo>
                  <a:lnTo>
                    <a:pt x="2286000" y="0"/>
                  </a:lnTo>
                  <a:lnTo>
                    <a:pt x="2286000" y="9525"/>
                  </a:lnTo>
                  <a:lnTo>
                    <a:pt x="2295525" y="9525"/>
                  </a:lnTo>
                  <a:lnTo>
                    <a:pt x="2295525" y="0"/>
                  </a:lnTo>
                  <a:close/>
                </a:path>
                <a:path w="4010025" h="9525">
                  <a:moveTo>
                    <a:pt x="2352675" y="0"/>
                  </a:moveTo>
                  <a:lnTo>
                    <a:pt x="2343150" y="0"/>
                  </a:lnTo>
                  <a:lnTo>
                    <a:pt x="2343150" y="9525"/>
                  </a:lnTo>
                  <a:lnTo>
                    <a:pt x="2352675" y="9525"/>
                  </a:lnTo>
                  <a:lnTo>
                    <a:pt x="2352675" y="0"/>
                  </a:lnTo>
                  <a:close/>
                </a:path>
                <a:path w="4010025" h="9525">
                  <a:moveTo>
                    <a:pt x="2409825" y="0"/>
                  </a:moveTo>
                  <a:lnTo>
                    <a:pt x="2400300" y="0"/>
                  </a:lnTo>
                  <a:lnTo>
                    <a:pt x="2400300" y="9525"/>
                  </a:lnTo>
                  <a:lnTo>
                    <a:pt x="2409825" y="9525"/>
                  </a:lnTo>
                  <a:lnTo>
                    <a:pt x="2409825" y="0"/>
                  </a:lnTo>
                  <a:close/>
                </a:path>
                <a:path w="4010025" h="9525">
                  <a:moveTo>
                    <a:pt x="2466975" y="0"/>
                  </a:moveTo>
                  <a:lnTo>
                    <a:pt x="2457450" y="0"/>
                  </a:lnTo>
                  <a:lnTo>
                    <a:pt x="2457450" y="9525"/>
                  </a:lnTo>
                  <a:lnTo>
                    <a:pt x="2466975" y="9525"/>
                  </a:lnTo>
                  <a:lnTo>
                    <a:pt x="2466975" y="0"/>
                  </a:lnTo>
                  <a:close/>
                </a:path>
                <a:path w="4010025" h="9525">
                  <a:moveTo>
                    <a:pt x="2524125" y="0"/>
                  </a:moveTo>
                  <a:lnTo>
                    <a:pt x="2514600" y="0"/>
                  </a:lnTo>
                  <a:lnTo>
                    <a:pt x="2514600" y="9525"/>
                  </a:lnTo>
                  <a:lnTo>
                    <a:pt x="2524125" y="9525"/>
                  </a:lnTo>
                  <a:lnTo>
                    <a:pt x="2524125" y="0"/>
                  </a:lnTo>
                  <a:close/>
                </a:path>
                <a:path w="4010025" h="9525">
                  <a:moveTo>
                    <a:pt x="2581275" y="0"/>
                  </a:moveTo>
                  <a:lnTo>
                    <a:pt x="2571750" y="0"/>
                  </a:lnTo>
                  <a:lnTo>
                    <a:pt x="2571750" y="9525"/>
                  </a:lnTo>
                  <a:lnTo>
                    <a:pt x="2581275" y="9525"/>
                  </a:lnTo>
                  <a:lnTo>
                    <a:pt x="2581275" y="0"/>
                  </a:lnTo>
                  <a:close/>
                </a:path>
                <a:path w="4010025" h="9525">
                  <a:moveTo>
                    <a:pt x="2638425" y="0"/>
                  </a:moveTo>
                  <a:lnTo>
                    <a:pt x="2628900" y="0"/>
                  </a:lnTo>
                  <a:lnTo>
                    <a:pt x="2628900" y="9525"/>
                  </a:lnTo>
                  <a:lnTo>
                    <a:pt x="2638425" y="9525"/>
                  </a:lnTo>
                  <a:lnTo>
                    <a:pt x="2638425" y="0"/>
                  </a:lnTo>
                  <a:close/>
                </a:path>
                <a:path w="4010025" h="9525">
                  <a:moveTo>
                    <a:pt x="2695575" y="0"/>
                  </a:moveTo>
                  <a:lnTo>
                    <a:pt x="2686050" y="0"/>
                  </a:lnTo>
                  <a:lnTo>
                    <a:pt x="2686050" y="9525"/>
                  </a:lnTo>
                  <a:lnTo>
                    <a:pt x="2695575" y="9525"/>
                  </a:lnTo>
                  <a:lnTo>
                    <a:pt x="2695575" y="0"/>
                  </a:lnTo>
                  <a:close/>
                </a:path>
                <a:path w="4010025" h="9525">
                  <a:moveTo>
                    <a:pt x="2752725" y="0"/>
                  </a:moveTo>
                  <a:lnTo>
                    <a:pt x="2743200" y="0"/>
                  </a:lnTo>
                  <a:lnTo>
                    <a:pt x="2743200" y="9525"/>
                  </a:lnTo>
                  <a:lnTo>
                    <a:pt x="2752725" y="9525"/>
                  </a:lnTo>
                  <a:lnTo>
                    <a:pt x="2752725" y="0"/>
                  </a:lnTo>
                  <a:close/>
                </a:path>
                <a:path w="4010025" h="9525">
                  <a:moveTo>
                    <a:pt x="2809875" y="0"/>
                  </a:moveTo>
                  <a:lnTo>
                    <a:pt x="2800350" y="0"/>
                  </a:lnTo>
                  <a:lnTo>
                    <a:pt x="2800350" y="9525"/>
                  </a:lnTo>
                  <a:lnTo>
                    <a:pt x="2809875" y="9525"/>
                  </a:lnTo>
                  <a:lnTo>
                    <a:pt x="2809875" y="0"/>
                  </a:lnTo>
                  <a:close/>
                </a:path>
                <a:path w="4010025" h="9525">
                  <a:moveTo>
                    <a:pt x="2867025" y="0"/>
                  </a:moveTo>
                  <a:lnTo>
                    <a:pt x="2857500" y="0"/>
                  </a:lnTo>
                  <a:lnTo>
                    <a:pt x="2857500" y="9525"/>
                  </a:lnTo>
                  <a:lnTo>
                    <a:pt x="2867025" y="9525"/>
                  </a:lnTo>
                  <a:lnTo>
                    <a:pt x="2867025" y="0"/>
                  </a:lnTo>
                  <a:close/>
                </a:path>
                <a:path w="4010025" h="9525">
                  <a:moveTo>
                    <a:pt x="2924175" y="0"/>
                  </a:moveTo>
                  <a:lnTo>
                    <a:pt x="2914650" y="0"/>
                  </a:lnTo>
                  <a:lnTo>
                    <a:pt x="2914650" y="9525"/>
                  </a:lnTo>
                  <a:lnTo>
                    <a:pt x="2924175" y="9525"/>
                  </a:lnTo>
                  <a:lnTo>
                    <a:pt x="2924175" y="0"/>
                  </a:lnTo>
                  <a:close/>
                </a:path>
                <a:path w="4010025" h="9525">
                  <a:moveTo>
                    <a:pt x="2981325" y="0"/>
                  </a:moveTo>
                  <a:lnTo>
                    <a:pt x="2971800" y="0"/>
                  </a:lnTo>
                  <a:lnTo>
                    <a:pt x="2971800" y="9525"/>
                  </a:lnTo>
                  <a:lnTo>
                    <a:pt x="2981325" y="9525"/>
                  </a:lnTo>
                  <a:lnTo>
                    <a:pt x="2981325" y="0"/>
                  </a:lnTo>
                  <a:close/>
                </a:path>
                <a:path w="4010025" h="9525">
                  <a:moveTo>
                    <a:pt x="3038475" y="0"/>
                  </a:moveTo>
                  <a:lnTo>
                    <a:pt x="3028950" y="0"/>
                  </a:lnTo>
                  <a:lnTo>
                    <a:pt x="3028950" y="9525"/>
                  </a:lnTo>
                  <a:lnTo>
                    <a:pt x="3038475" y="9525"/>
                  </a:lnTo>
                  <a:lnTo>
                    <a:pt x="3038475" y="0"/>
                  </a:lnTo>
                  <a:close/>
                </a:path>
                <a:path w="4010025" h="9525">
                  <a:moveTo>
                    <a:pt x="3095625" y="0"/>
                  </a:moveTo>
                  <a:lnTo>
                    <a:pt x="3086100" y="0"/>
                  </a:lnTo>
                  <a:lnTo>
                    <a:pt x="3086100" y="9525"/>
                  </a:lnTo>
                  <a:lnTo>
                    <a:pt x="3095625" y="9525"/>
                  </a:lnTo>
                  <a:lnTo>
                    <a:pt x="3095625" y="0"/>
                  </a:lnTo>
                  <a:close/>
                </a:path>
                <a:path w="4010025" h="9525">
                  <a:moveTo>
                    <a:pt x="3152775" y="0"/>
                  </a:moveTo>
                  <a:lnTo>
                    <a:pt x="3143250" y="0"/>
                  </a:lnTo>
                  <a:lnTo>
                    <a:pt x="3143250" y="9525"/>
                  </a:lnTo>
                  <a:lnTo>
                    <a:pt x="3152775" y="9525"/>
                  </a:lnTo>
                  <a:lnTo>
                    <a:pt x="3152775" y="0"/>
                  </a:lnTo>
                  <a:close/>
                </a:path>
                <a:path w="4010025" h="9525">
                  <a:moveTo>
                    <a:pt x="3209925" y="0"/>
                  </a:moveTo>
                  <a:lnTo>
                    <a:pt x="3200400" y="0"/>
                  </a:lnTo>
                  <a:lnTo>
                    <a:pt x="3200400" y="9525"/>
                  </a:lnTo>
                  <a:lnTo>
                    <a:pt x="3209925" y="9525"/>
                  </a:lnTo>
                  <a:lnTo>
                    <a:pt x="3209925" y="0"/>
                  </a:lnTo>
                  <a:close/>
                </a:path>
                <a:path w="4010025" h="9525">
                  <a:moveTo>
                    <a:pt x="3267075" y="0"/>
                  </a:moveTo>
                  <a:lnTo>
                    <a:pt x="3257550" y="0"/>
                  </a:lnTo>
                  <a:lnTo>
                    <a:pt x="3257550" y="9525"/>
                  </a:lnTo>
                  <a:lnTo>
                    <a:pt x="3267075" y="9525"/>
                  </a:lnTo>
                  <a:lnTo>
                    <a:pt x="3267075" y="0"/>
                  </a:lnTo>
                  <a:close/>
                </a:path>
                <a:path w="4010025" h="9525">
                  <a:moveTo>
                    <a:pt x="3324225" y="0"/>
                  </a:moveTo>
                  <a:lnTo>
                    <a:pt x="3314700" y="0"/>
                  </a:lnTo>
                  <a:lnTo>
                    <a:pt x="3314700" y="9525"/>
                  </a:lnTo>
                  <a:lnTo>
                    <a:pt x="3324225" y="9525"/>
                  </a:lnTo>
                  <a:lnTo>
                    <a:pt x="3324225" y="0"/>
                  </a:lnTo>
                  <a:close/>
                </a:path>
                <a:path w="4010025" h="9525">
                  <a:moveTo>
                    <a:pt x="3381375" y="0"/>
                  </a:moveTo>
                  <a:lnTo>
                    <a:pt x="3371850" y="0"/>
                  </a:lnTo>
                  <a:lnTo>
                    <a:pt x="3371850" y="9525"/>
                  </a:lnTo>
                  <a:lnTo>
                    <a:pt x="3381375" y="9525"/>
                  </a:lnTo>
                  <a:lnTo>
                    <a:pt x="3381375" y="0"/>
                  </a:lnTo>
                  <a:close/>
                </a:path>
                <a:path w="4010025" h="9525">
                  <a:moveTo>
                    <a:pt x="3438525" y="0"/>
                  </a:moveTo>
                  <a:lnTo>
                    <a:pt x="3429000" y="0"/>
                  </a:lnTo>
                  <a:lnTo>
                    <a:pt x="3429000" y="9525"/>
                  </a:lnTo>
                  <a:lnTo>
                    <a:pt x="3438525" y="9525"/>
                  </a:lnTo>
                  <a:lnTo>
                    <a:pt x="3438525" y="0"/>
                  </a:lnTo>
                  <a:close/>
                </a:path>
                <a:path w="4010025" h="9525">
                  <a:moveTo>
                    <a:pt x="3495675" y="0"/>
                  </a:moveTo>
                  <a:lnTo>
                    <a:pt x="3486150" y="0"/>
                  </a:lnTo>
                  <a:lnTo>
                    <a:pt x="3486150" y="9525"/>
                  </a:lnTo>
                  <a:lnTo>
                    <a:pt x="3495675" y="9525"/>
                  </a:lnTo>
                  <a:lnTo>
                    <a:pt x="3495675" y="0"/>
                  </a:lnTo>
                  <a:close/>
                </a:path>
                <a:path w="4010025" h="9525">
                  <a:moveTo>
                    <a:pt x="3552825" y="0"/>
                  </a:moveTo>
                  <a:lnTo>
                    <a:pt x="3543300" y="0"/>
                  </a:lnTo>
                  <a:lnTo>
                    <a:pt x="3543300" y="9525"/>
                  </a:lnTo>
                  <a:lnTo>
                    <a:pt x="3552825" y="9525"/>
                  </a:lnTo>
                  <a:lnTo>
                    <a:pt x="3552825" y="0"/>
                  </a:lnTo>
                  <a:close/>
                </a:path>
                <a:path w="4010025" h="9525">
                  <a:moveTo>
                    <a:pt x="3609975" y="0"/>
                  </a:moveTo>
                  <a:lnTo>
                    <a:pt x="3600450" y="0"/>
                  </a:lnTo>
                  <a:lnTo>
                    <a:pt x="3600450" y="9525"/>
                  </a:lnTo>
                  <a:lnTo>
                    <a:pt x="3609975" y="9525"/>
                  </a:lnTo>
                  <a:lnTo>
                    <a:pt x="3609975" y="0"/>
                  </a:lnTo>
                  <a:close/>
                </a:path>
                <a:path w="4010025" h="9525">
                  <a:moveTo>
                    <a:pt x="3667125" y="0"/>
                  </a:moveTo>
                  <a:lnTo>
                    <a:pt x="3657600" y="0"/>
                  </a:lnTo>
                  <a:lnTo>
                    <a:pt x="3657600" y="9525"/>
                  </a:lnTo>
                  <a:lnTo>
                    <a:pt x="3667125" y="9525"/>
                  </a:lnTo>
                  <a:lnTo>
                    <a:pt x="3667125" y="0"/>
                  </a:lnTo>
                  <a:close/>
                </a:path>
                <a:path w="4010025" h="9525">
                  <a:moveTo>
                    <a:pt x="3724275" y="0"/>
                  </a:moveTo>
                  <a:lnTo>
                    <a:pt x="3714750" y="0"/>
                  </a:lnTo>
                  <a:lnTo>
                    <a:pt x="3714750" y="9525"/>
                  </a:lnTo>
                  <a:lnTo>
                    <a:pt x="3724275" y="9525"/>
                  </a:lnTo>
                  <a:lnTo>
                    <a:pt x="3724275" y="0"/>
                  </a:lnTo>
                  <a:close/>
                </a:path>
                <a:path w="4010025" h="9525">
                  <a:moveTo>
                    <a:pt x="3781425" y="0"/>
                  </a:moveTo>
                  <a:lnTo>
                    <a:pt x="3771900" y="0"/>
                  </a:lnTo>
                  <a:lnTo>
                    <a:pt x="3771900" y="9525"/>
                  </a:lnTo>
                  <a:lnTo>
                    <a:pt x="3781425" y="9525"/>
                  </a:lnTo>
                  <a:lnTo>
                    <a:pt x="3781425" y="0"/>
                  </a:lnTo>
                  <a:close/>
                </a:path>
                <a:path w="4010025" h="9525">
                  <a:moveTo>
                    <a:pt x="3838575" y="0"/>
                  </a:moveTo>
                  <a:lnTo>
                    <a:pt x="3829050" y="0"/>
                  </a:lnTo>
                  <a:lnTo>
                    <a:pt x="3829050" y="9525"/>
                  </a:lnTo>
                  <a:lnTo>
                    <a:pt x="3838575" y="9525"/>
                  </a:lnTo>
                  <a:lnTo>
                    <a:pt x="3838575" y="0"/>
                  </a:lnTo>
                  <a:close/>
                </a:path>
                <a:path w="4010025" h="9525">
                  <a:moveTo>
                    <a:pt x="3895725" y="0"/>
                  </a:moveTo>
                  <a:lnTo>
                    <a:pt x="3886200" y="0"/>
                  </a:lnTo>
                  <a:lnTo>
                    <a:pt x="3886200" y="9525"/>
                  </a:lnTo>
                  <a:lnTo>
                    <a:pt x="3895725" y="9525"/>
                  </a:lnTo>
                  <a:lnTo>
                    <a:pt x="3895725" y="0"/>
                  </a:lnTo>
                  <a:close/>
                </a:path>
                <a:path w="4010025" h="9525">
                  <a:moveTo>
                    <a:pt x="3952875" y="0"/>
                  </a:moveTo>
                  <a:lnTo>
                    <a:pt x="3943350" y="0"/>
                  </a:lnTo>
                  <a:lnTo>
                    <a:pt x="3943350" y="9525"/>
                  </a:lnTo>
                  <a:lnTo>
                    <a:pt x="3952875" y="9525"/>
                  </a:lnTo>
                  <a:lnTo>
                    <a:pt x="3952875" y="0"/>
                  </a:lnTo>
                  <a:close/>
                </a:path>
                <a:path w="4010025" h="9525">
                  <a:moveTo>
                    <a:pt x="4010025" y="0"/>
                  </a:moveTo>
                  <a:lnTo>
                    <a:pt x="4000500" y="0"/>
                  </a:lnTo>
                  <a:lnTo>
                    <a:pt x="4000500" y="9525"/>
                  </a:lnTo>
                  <a:lnTo>
                    <a:pt x="4010025" y="9525"/>
                  </a:lnTo>
                  <a:lnTo>
                    <a:pt x="4010025" y="0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857625" y="3549649"/>
              <a:ext cx="8524875" cy="692785"/>
            </a:xfrm>
            <a:custGeom>
              <a:avLst/>
              <a:gdLst/>
              <a:ahLst/>
              <a:cxnLst/>
              <a:rect l="l" t="t" r="r" b="b"/>
              <a:pathLst>
                <a:path w="8524875" h="692785">
                  <a:moveTo>
                    <a:pt x="95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  <a:path w="8524875" h="692785">
                  <a:moveTo>
                    <a:pt x="66675" y="0"/>
                  </a:moveTo>
                  <a:lnTo>
                    <a:pt x="57150" y="0"/>
                  </a:lnTo>
                  <a:lnTo>
                    <a:pt x="57150" y="9525"/>
                  </a:lnTo>
                  <a:lnTo>
                    <a:pt x="66675" y="9525"/>
                  </a:lnTo>
                  <a:lnTo>
                    <a:pt x="66675" y="0"/>
                  </a:lnTo>
                  <a:close/>
                </a:path>
                <a:path w="8524875" h="692785">
                  <a:moveTo>
                    <a:pt x="352425" y="0"/>
                  </a:moveTo>
                  <a:lnTo>
                    <a:pt x="342900" y="0"/>
                  </a:lnTo>
                  <a:lnTo>
                    <a:pt x="342900" y="9525"/>
                  </a:lnTo>
                  <a:lnTo>
                    <a:pt x="352425" y="9525"/>
                  </a:lnTo>
                  <a:lnTo>
                    <a:pt x="352425" y="0"/>
                  </a:lnTo>
                  <a:close/>
                </a:path>
                <a:path w="8524875" h="692785">
                  <a:moveTo>
                    <a:pt x="638175" y="0"/>
                  </a:moveTo>
                  <a:lnTo>
                    <a:pt x="628650" y="0"/>
                  </a:lnTo>
                  <a:lnTo>
                    <a:pt x="628650" y="9525"/>
                  </a:lnTo>
                  <a:lnTo>
                    <a:pt x="638175" y="9525"/>
                  </a:lnTo>
                  <a:lnTo>
                    <a:pt x="638175" y="0"/>
                  </a:lnTo>
                  <a:close/>
                </a:path>
                <a:path w="8524875" h="692785">
                  <a:moveTo>
                    <a:pt x="695325" y="0"/>
                  </a:moveTo>
                  <a:lnTo>
                    <a:pt x="685800" y="0"/>
                  </a:lnTo>
                  <a:lnTo>
                    <a:pt x="685800" y="9525"/>
                  </a:lnTo>
                  <a:lnTo>
                    <a:pt x="695325" y="9525"/>
                  </a:lnTo>
                  <a:lnTo>
                    <a:pt x="695325" y="0"/>
                  </a:lnTo>
                  <a:close/>
                </a:path>
                <a:path w="8524875" h="692785">
                  <a:moveTo>
                    <a:pt x="752475" y="0"/>
                  </a:moveTo>
                  <a:lnTo>
                    <a:pt x="742950" y="0"/>
                  </a:lnTo>
                  <a:lnTo>
                    <a:pt x="742950" y="9525"/>
                  </a:lnTo>
                  <a:lnTo>
                    <a:pt x="752475" y="9525"/>
                  </a:lnTo>
                  <a:lnTo>
                    <a:pt x="752475" y="0"/>
                  </a:lnTo>
                  <a:close/>
                </a:path>
                <a:path w="8524875" h="692785">
                  <a:moveTo>
                    <a:pt x="809625" y="0"/>
                  </a:moveTo>
                  <a:lnTo>
                    <a:pt x="800100" y="0"/>
                  </a:lnTo>
                  <a:lnTo>
                    <a:pt x="800100" y="9525"/>
                  </a:lnTo>
                  <a:lnTo>
                    <a:pt x="809625" y="9525"/>
                  </a:lnTo>
                  <a:lnTo>
                    <a:pt x="809625" y="0"/>
                  </a:lnTo>
                  <a:close/>
                </a:path>
                <a:path w="8524875" h="692785">
                  <a:moveTo>
                    <a:pt x="866775" y="0"/>
                  </a:moveTo>
                  <a:lnTo>
                    <a:pt x="857250" y="0"/>
                  </a:lnTo>
                  <a:lnTo>
                    <a:pt x="857250" y="9525"/>
                  </a:lnTo>
                  <a:lnTo>
                    <a:pt x="866775" y="9525"/>
                  </a:lnTo>
                  <a:lnTo>
                    <a:pt x="866775" y="0"/>
                  </a:lnTo>
                  <a:close/>
                </a:path>
                <a:path w="8524875" h="692785">
                  <a:moveTo>
                    <a:pt x="923925" y="0"/>
                  </a:moveTo>
                  <a:lnTo>
                    <a:pt x="914400" y="0"/>
                  </a:lnTo>
                  <a:lnTo>
                    <a:pt x="914400" y="9525"/>
                  </a:lnTo>
                  <a:lnTo>
                    <a:pt x="923925" y="9525"/>
                  </a:lnTo>
                  <a:lnTo>
                    <a:pt x="923925" y="0"/>
                  </a:lnTo>
                  <a:close/>
                </a:path>
                <a:path w="8524875" h="692785">
                  <a:moveTo>
                    <a:pt x="981075" y="0"/>
                  </a:moveTo>
                  <a:lnTo>
                    <a:pt x="971550" y="0"/>
                  </a:lnTo>
                  <a:lnTo>
                    <a:pt x="971550" y="9525"/>
                  </a:lnTo>
                  <a:lnTo>
                    <a:pt x="981075" y="9525"/>
                  </a:lnTo>
                  <a:lnTo>
                    <a:pt x="981075" y="0"/>
                  </a:lnTo>
                  <a:close/>
                </a:path>
                <a:path w="8524875" h="692785">
                  <a:moveTo>
                    <a:pt x="1038225" y="0"/>
                  </a:moveTo>
                  <a:lnTo>
                    <a:pt x="1028700" y="0"/>
                  </a:lnTo>
                  <a:lnTo>
                    <a:pt x="1028700" y="9525"/>
                  </a:lnTo>
                  <a:lnTo>
                    <a:pt x="1038225" y="9525"/>
                  </a:lnTo>
                  <a:lnTo>
                    <a:pt x="1038225" y="0"/>
                  </a:lnTo>
                  <a:close/>
                </a:path>
                <a:path w="8524875" h="692785">
                  <a:moveTo>
                    <a:pt x="1095375" y="0"/>
                  </a:moveTo>
                  <a:lnTo>
                    <a:pt x="1085850" y="0"/>
                  </a:lnTo>
                  <a:lnTo>
                    <a:pt x="1085850" y="9525"/>
                  </a:lnTo>
                  <a:lnTo>
                    <a:pt x="1095375" y="9525"/>
                  </a:lnTo>
                  <a:lnTo>
                    <a:pt x="1095375" y="0"/>
                  </a:lnTo>
                  <a:close/>
                </a:path>
                <a:path w="8524875" h="692785">
                  <a:moveTo>
                    <a:pt x="1152525" y="0"/>
                  </a:moveTo>
                  <a:lnTo>
                    <a:pt x="1143000" y="0"/>
                  </a:lnTo>
                  <a:lnTo>
                    <a:pt x="1143000" y="9525"/>
                  </a:lnTo>
                  <a:lnTo>
                    <a:pt x="1152525" y="9525"/>
                  </a:lnTo>
                  <a:lnTo>
                    <a:pt x="1152525" y="0"/>
                  </a:lnTo>
                  <a:close/>
                </a:path>
                <a:path w="8524875" h="692785">
                  <a:moveTo>
                    <a:pt x="1209675" y="0"/>
                  </a:moveTo>
                  <a:lnTo>
                    <a:pt x="1200150" y="0"/>
                  </a:lnTo>
                  <a:lnTo>
                    <a:pt x="1200150" y="9525"/>
                  </a:lnTo>
                  <a:lnTo>
                    <a:pt x="1209675" y="9525"/>
                  </a:lnTo>
                  <a:lnTo>
                    <a:pt x="1209675" y="0"/>
                  </a:lnTo>
                  <a:close/>
                </a:path>
                <a:path w="8524875" h="692785">
                  <a:moveTo>
                    <a:pt x="1266825" y="0"/>
                  </a:moveTo>
                  <a:lnTo>
                    <a:pt x="1257300" y="0"/>
                  </a:lnTo>
                  <a:lnTo>
                    <a:pt x="1257300" y="9525"/>
                  </a:lnTo>
                  <a:lnTo>
                    <a:pt x="1266825" y="9525"/>
                  </a:lnTo>
                  <a:lnTo>
                    <a:pt x="1266825" y="0"/>
                  </a:lnTo>
                  <a:close/>
                </a:path>
                <a:path w="8524875" h="692785">
                  <a:moveTo>
                    <a:pt x="1323975" y="0"/>
                  </a:moveTo>
                  <a:lnTo>
                    <a:pt x="1314450" y="0"/>
                  </a:lnTo>
                  <a:lnTo>
                    <a:pt x="1314450" y="9525"/>
                  </a:lnTo>
                  <a:lnTo>
                    <a:pt x="1323975" y="9525"/>
                  </a:lnTo>
                  <a:lnTo>
                    <a:pt x="1323975" y="0"/>
                  </a:lnTo>
                  <a:close/>
                </a:path>
                <a:path w="8524875" h="692785">
                  <a:moveTo>
                    <a:pt x="1381125" y="0"/>
                  </a:moveTo>
                  <a:lnTo>
                    <a:pt x="1371600" y="0"/>
                  </a:lnTo>
                  <a:lnTo>
                    <a:pt x="1371600" y="9525"/>
                  </a:lnTo>
                  <a:lnTo>
                    <a:pt x="1381125" y="9525"/>
                  </a:lnTo>
                  <a:lnTo>
                    <a:pt x="1381125" y="0"/>
                  </a:lnTo>
                  <a:close/>
                </a:path>
                <a:path w="8524875" h="692785">
                  <a:moveTo>
                    <a:pt x="1438275" y="0"/>
                  </a:moveTo>
                  <a:lnTo>
                    <a:pt x="1428750" y="0"/>
                  </a:lnTo>
                  <a:lnTo>
                    <a:pt x="1428750" y="9525"/>
                  </a:lnTo>
                  <a:lnTo>
                    <a:pt x="1438275" y="9525"/>
                  </a:lnTo>
                  <a:lnTo>
                    <a:pt x="1438275" y="0"/>
                  </a:lnTo>
                  <a:close/>
                </a:path>
                <a:path w="8524875" h="692785">
                  <a:moveTo>
                    <a:pt x="1495425" y="0"/>
                  </a:moveTo>
                  <a:lnTo>
                    <a:pt x="1485900" y="0"/>
                  </a:lnTo>
                  <a:lnTo>
                    <a:pt x="1485900" y="9525"/>
                  </a:lnTo>
                  <a:lnTo>
                    <a:pt x="1495425" y="9525"/>
                  </a:lnTo>
                  <a:lnTo>
                    <a:pt x="1495425" y="0"/>
                  </a:lnTo>
                  <a:close/>
                </a:path>
                <a:path w="8524875" h="692785">
                  <a:moveTo>
                    <a:pt x="1552575" y="0"/>
                  </a:moveTo>
                  <a:lnTo>
                    <a:pt x="1543050" y="0"/>
                  </a:lnTo>
                  <a:lnTo>
                    <a:pt x="1543050" y="9525"/>
                  </a:lnTo>
                  <a:lnTo>
                    <a:pt x="1552575" y="9525"/>
                  </a:lnTo>
                  <a:lnTo>
                    <a:pt x="1552575" y="0"/>
                  </a:lnTo>
                  <a:close/>
                </a:path>
                <a:path w="8524875" h="692785">
                  <a:moveTo>
                    <a:pt x="1609725" y="0"/>
                  </a:moveTo>
                  <a:lnTo>
                    <a:pt x="1600200" y="0"/>
                  </a:lnTo>
                  <a:lnTo>
                    <a:pt x="1600200" y="9525"/>
                  </a:lnTo>
                  <a:lnTo>
                    <a:pt x="1609725" y="9525"/>
                  </a:lnTo>
                  <a:lnTo>
                    <a:pt x="1609725" y="0"/>
                  </a:lnTo>
                  <a:close/>
                </a:path>
                <a:path w="8524875" h="692785">
                  <a:moveTo>
                    <a:pt x="1666875" y="0"/>
                  </a:moveTo>
                  <a:lnTo>
                    <a:pt x="1657350" y="0"/>
                  </a:lnTo>
                  <a:lnTo>
                    <a:pt x="1657350" y="9525"/>
                  </a:lnTo>
                  <a:lnTo>
                    <a:pt x="1666875" y="9525"/>
                  </a:lnTo>
                  <a:lnTo>
                    <a:pt x="1666875" y="0"/>
                  </a:lnTo>
                  <a:close/>
                </a:path>
                <a:path w="8524875" h="692785">
                  <a:moveTo>
                    <a:pt x="1724025" y="0"/>
                  </a:moveTo>
                  <a:lnTo>
                    <a:pt x="1714500" y="0"/>
                  </a:lnTo>
                  <a:lnTo>
                    <a:pt x="1714500" y="9525"/>
                  </a:lnTo>
                  <a:lnTo>
                    <a:pt x="1724025" y="9525"/>
                  </a:lnTo>
                  <a:lnTo>
                    <a:pt x="1724025" y="0"/>
                  </a:lnTo>
                  <a:close/>
                </a:path>
                <a:path w="8524875" h="692785">
                  <a:moveTo>
                    <a:pt x="1781175" y="0"/>
                  </a:moveTo>
                  <a:lnTo>
                    <a:pt x="1771650" y="0"/>
                  </a:lnTo>
                  <a:lnTo>
                    <a:pt x="1771650" y="9525"/>
                  </a:lnTo>
                  <a:lnTo>
                    <a:pt x="1781175" y="9525"/>
                  </a:lnTo>
                  <a:lnTo>
                    <a:pt x="1781175" y="0"/>
                  </a:lnTo>
                  <a:close/>
                </a:path>
                <a:path w="8524875" h="692785">
                  <a:moveTo>
                    <a:pt x="1838325" y="0"/>
                  </a:moveTo>
                  <a:lnTo>
                    <a:pt x="1828800" y="0"/>
                  </a:lnTo>
                  <a:lnTo>
                    <a:pt x="1828800" y="9525"/>
                  </a:lnTo>
                  <a:lnTo>
                    <a:pt x="1838325" y="9525"/>
                  </a:lnTo>
                  <a:lnTo>
                    <a:pt x="1838325" y="0"/>
                  </a:lnTo>
                  <a:close/>
                </a:path>
                <a:path w="8524875" h="692785">
                  <a:moveTo>
                    <a:pt x="1895475" y="0"/>
                  </a:moveTo>
                  <a:lnTo>
                    <a:pt x="1885950" y="0"/>
                  </a:lnTo>
                  <a:lnTo>
                    <a:pt x="1885950" y="9525"/>
                  </a:lnTo>
                  <a:lnTo>
                    <a:pt x="1895475" y="9525"/>
                  </a:lnTo>
                  <a:lnTo>
                    <a:pt x="1895475" y="0"/>
                  </a:lnTo>
                  <a:close/>
                </a:path>
                <a:path w="8524875" h="692785">
                  <a:moveTo>
                    <a:pt x="1952625" y="0"/>
                  </a:moveTo>
                  <a:lnTo>
                    <a:pt x="1943100" y="0"/>
                  </a:lnTo>
                  <a:lnTo>
                    <a:pt x="1943100" y="9525"/>
                  </a:lnTo>
                  <a:lnTo>
                    <a:pt x="1952625" y="9525"/>
                  </a:lnTo>
                  <a:lnTo>
                    <a:pt x="1952625" y="0"/>
                  </a:lnTo>
                  <a:close/>
                </a:path>
                <a:path w="8524875" h="692785">
                  <a:moveTo>
                    <a:pt x="2009775" y="0"/>
                  </a:moveTo>
                  <a:lnTo>
                    <a:pt x="2000250" y="0"/>
                  </a:lnTo>
                  <a:lnTo>
                    <a:pt x="2000250" y="9525"/>
                  </a:lnTo>
                  <a:lnTo>
                    <a:pt x="2009775" y="9525"/>
                  </a:lnTo>
                  <a:lnTo>
                    <a:pt x="2009775" y="0"/>
                  </a:lnTo>
                  <a:close/>
                </a:path>
                <a:path w="8524875" h="692785">
                  <a:moveTo>
                    <a:pt x="2066925" y="0"/>
                  </a:moveTo>
                  <a:lnTo>
                    <a:pt x="2057400" y="0"/>
                  </a:lnTo>
                  <a:lnTo>
                    <a:pt x="2057400" y="9525"/>
                  </a:lnTo>
                  <a:lnTo>
                    <a:pt x="2066925" y="9525"/>
                  </a:lnTo>
                  <a:lnTo>
                    <a:pt x="2066925" y="0"/>
                  </a:lnTo>
                  <a:close/>
                </a:path>
                <a:path w="8524875" h="692785">
                  <a:moveTo>
                    <a:pt x="2124075" y="0"/>
                  </a:moveTo>
                  <a:lnTo>
                    <a:pt x="2114550" y="0"/>
                  </a:lnTo>
                  <a:lnTo>
                    <a:pt x="2114550" y="9525"/>
                  </a:lnTo>
                  <a:lnTo>
                    <a:pt x="2124075" y="9525"/>
                  </a:lnTo>
                  <a:lnTo>
                    <a:pt x="2124075" y="0"/>
                  </a:lnTo>
                  <a:close/>
                </a:path>
                <a:path w="8524875" h="692785">
                  <a:moveTo>
                    <a:pt x="2181225" y="0"/>
                  </a:moveTo>
                  <a:lnTo>
                    <a:pt x="2171700" y="0"/>
                  </a:lnTo>
                  <a:lnTo>
                    <a:pt x="2171700" y="9525"/>
                  </a:lnTo>
                  <a:lnTo>
                    <a:pt x="2181225" y="9525"/>
                  </a:lnTo>
                  <a:lnTo>
                    <a:pt x="2181225" y="0"/>
                  </a:lnTo>
                  <a:close/>
                </a:path>
                <a:path w="8524875" h="692785">
                  <a:moveTo>
                    <a:pt x="2238375" y="0"/>
                  </a:moveTo>
                  <a:lnTo>
                    <a:pt x="2228850" y="0"/>
                  </a:lnTo>
                  <a:lnTo>
                    <a:pt x="2228850" y="9525"/>
                  </a:lnTo>
                  <a:lnTo>
                    <a:pt x="2238375" y="9525"/>
                  </a:lnTo>
                  <a:lnTo>
                    <a:pt x="2238375" y="0"/>
                  </a:lnTo>
                  <a:close/>
                </a:path>
                <a:path w="8524875" h="692785">
                  <a:moveTo>
                    <a:pt x="2295525" y="0"/>
                  </a:moveTo>
                  <a:lnTo>
                    <a:pt x="2286000" y="0"/>
                  </a:lnTo>
                  <a:lnTo>
                    <a:pt x="2286000" y="9525"/>
                  </a:lnTo>
                  <a:lnTo>
                    <a:pt x="2295525" y="9525"/>
                  </a:lnTo>
                  <a:lnTo>
                    <a:pt x="2295525" y="0"/>
                  </a:lnTo>
                  <a:close/>
                </a:path>
                <a:path w="8524875" h="692785">
                  <a:moveTo>
                    <a:pt x="2352675" y="0"/>
                  </a:moveTo>
                  <a:lnTo>
                    <a:pt x="2343150" y="0"/>
                  </a:lnTo>
                  <a:lnTo>
                    <a:pt x="2343150" y="9525"/>
                  </a:lnTo>
                  <a:lnTo>
                    <a:pt x="2352675" y="9525"/>
                  </a:lnTo>
                  <a:lnTo>
                    <a:pt x="2352675" y="0"/>
                  </a:lnTo>
                  <a:close/>
                </a:path>
                <a:path w="8524875" h="692785">
                  <a:moveTo>
                    <a:pt x="2409825" y="0"/>
                  </a:moveTo>
                  <a:lnTo>
                    <a:pt x="2400300" y="0"/>
                  </a:lnTo>
                  <a:lnTo>
                    <a:pt x="2400300" y="9525"/>
                  </a:lnTo>
                  <a:lnTo>
                    <a:pt x="2409825" y="9525"/>
                  </a:lnTo>
                  <a:lnTo>
                    <a:pt x="2409825" y="0"/>
                  </a:lnTo>
                  <a:close/>
                </a:path>
                <a:path w="8524875" h="692785">
                  <a:moveTo>
                    <a:pt x="2466975" y="0"/>
                  </a:moveTo>
                  <a:lnTo>
                    <a:pt x="2457450" y="0"/>
                  </a:lnTo>
                  <a:lnTo>
                    <a:pt x="2457450" y="9525"/>
                  </a:lnTo>
                  <a:lnTo>
                    <a:pt x="2466975" y="9525"/>
                  </a:lnTo>
                  <a:lnTo>
                    <a:pt x="2466975" y="0"/>
                  </a:lnTo>
                  <a:close/>
                </a:path>
                <a:path w="8524875" h="692785">
                  <a:moveTo>
                    <a:pt x="2524125" y="0"/>
                  </a:moveTo>
                  <a:lnTo>
                    <a:pt x="2514600" y="0"/>
                  </a:lnTo>
                  <a:lnTo>
                    <a:pt x="2514600" y="9525"/>
                  </a:lnTo>
                  <a:lnTo>
                    <a:pt x="2524125" y="9525"/>
                  </a:lnTo>
                  <a:lnTo>
                    <a:pt x="2524125" y="0"/>
                  </a:lnTo>
                  <a:close/>
                </a:path>
                <a:path w="8524875" h="692785">
                  <a:moveTo>
                    <a:pt x="2581275" y="0"/>
                  </a:moveTo>
                  <a:lnTo>
                    <a:pt x="2571750" y="0"/>
                  </a:lnTo>
                  <a:lnTo>
                    <a:pt x="2571750" y="9525"/>
                  </a:lnTo>
                  <a:lnTo>
                    <a:pt x="2581275" y="9525"/>
                  </a:lnTo>
                  <a:lnTo>
                    <a:pt x="2581275" y="0"/>
                  </a:lnTo>
                  <a:close/>
                </a:path>
                <a:path w="8524875" h="692785">
                  <a:moveTo>
                    <a:pt x="2638425" y="0"/>
                  </a:moveTo>
                  <a:lnTo>
                    <a:pt x="2628900" y="0"/>
                  </a:lnTo>
                  <a:lnTo>
                    <a:pt x="2628900" y="9525"/>
                  </a:lnTo>
                  <a:lnTo>
                    <a:pt x="2638425" y="9525"/>
                  </a:lnTo>
                  <a:lnTo>
                    <a:pt x="2638425" y="0"/>
                  </a:lnTo>
                  <a:close/>
                </a:path>
                <a:path w="8524875" h="692785">
                  <a:moveTo>
                    <a:pt x="2695575" y="0"/>
                  </a:moveTo>
                  <a:lnTo>
                    <a:pt x="2686050" y="0"/>
                  </a:lnTo>
                  <a:lnTo>
                    <a:pt x="2686050" y="9525"/>
                  </a:lnTo>
                  <a:lnTo>
                    <a:pt x="2695575" y="9525"/>
                  </a:lnTo>
                  <a:lnTo>
                    <a:pt x="2695575" y="0"/>
                  </a:lnTo>
                  <a:close/>
                </a:path>
                <a:path w="8524875" h="692785">
                  <a:moveTo>
                    <a:pt x="2752725" y="0"/>
                  </a:moveTo>
                  <a:lnTo>
                    <a:pt x="2743200" y="0"/>
                  </a:lnTo>
                  <a:lnTo>
                    <a:pt x="2743200" y="9525"/>
                  </a:lnTo>
                  <a:lnTo>
                    <a:pt x="2752725" y="9525"/>
                  </a:lnTo>
                  <a:lnTo>
                    <a:pt x="2752725" y="0"/>
                  </a:lnTo>
                  <a:close/>
                </a:path>
                <a:path w="8524875" h="692785">
                  <a:moveTo>
                    <a:pt x="2809875" y="0"/>
                  </a:moveTo>
                  <a:lnTo>
                    <a:pt x="2800350" y="0"/>
                  </a:lnTo>
                  <a:lnTo>
                    <a:pt x="2800350" y="9525"/>
                  </a:lnTo>
                  <a:lnTo>
                    <a:pt x="2809875" y="9525"/>
                  </a:lnTo>
                  <a:lnTo>
                    <a:pt x="2809875" y="0"/>
                  </a:lnTo>
                  <a:close/>
                </a:path>
                <a:path w="8524875" h="692785">
                  <a:moveTo>
                    <a:pt x="2867025" y="0"/>
                  </a:moveTo>
                  <a:lnTo>
                    <a:pt x="2857500" y="0"/>
                  </a:lnTo>
                  <a:lnTo>
                    <a:pt x="2857500" y="9525"/>
                  </a:lnTo>
                  <a:lnTo>
                    <a:pt x="2867025" y="9525"/>
                  </a:lnTo>
                  <a:lnTo>
                    <a:pt x="2867025" y="0"/>
                  </a:lnTo>
                  <a:close/>
                </a:path>
                <a:path w="8524875" h="692785">
                  <a:moveTo>
                    <a:pt x="2924175" y="0"/>
                  </a:moveTo>
                  <a:lnTo>
                    <a:pt x="2914650" y="0"/>
                  </a:lnTo>
                  <a:lnTo>
                    <a:pt x="2914650" y="9525"/>
                  </a:lnTo>
                  <a:lnTo>
                    <a:pt x="2924175" y="9525"/>
                  </a:lnTo>
                  <a:lnTo>
                    <a:pt x="2924175" y="0"/>
                  </a:lnTo>
                  <a:close/>
                </a:path>
                <a:path w="8524875" h="692785">
                  <a:moveTo>
                    <a:pt x="2981325" y="0"/>
                  </a:moveTo>
                  <a:lnTo>
                    <a:pt x="2971800" y="0"/>
                  </a:lnTo>
                  <a:lnTo>
                    <a:pt x="2971800" y="9525"/>
                  </a:lnTo>
                  <a:lnTo>
                    <a:pt x="2981325" y="9525"/>
                  </a:lnTo>
                  <a:lnTo>
                    <a:pt x="2981325" y="0"/>
                  </a:lnTo>
                  <a:close/>
                </a:path>
                <a:path w="8524875" h="692785">
                  <a:moveTo>
                    <a:pt x="3038475" y="0"/>
                  </a:moveTo>
                  <a:lnTo>
                    <a:pt x="3028950" y="0"/>
                  </a:lnTo>
                  <a:lnTo>
                    <a:pt x="3028950" y="9525"/>
                  </a:lnTo>
                  <a:lnTo>
                    <a:pt x="3038475" y="9525"/>
                  </a:lnTo>
                  <a:lnTo>
                    <a:pt x="3038475" y="0"/>
                  </a:lnTo>
                  <a:close/>
                </a:path>
                <a:path w="8524875" h="692785">
                  <a:moveTo>
                    <a:pt x="3095625" y="0"/>
                  </a:moveTo>
                  <a:lnTo>
                    <a:pt x="3086100" y="0"/>
                  </a:lnTo>
                  <a:lnTo>
                    <a:pt x="3086100" y="9525"/>
                  </a:lnTo>
                  <a:lnTo>
                    <a:pt x="3095625" y="9525"/>
                  </a:lnTo>
                  <a:lnTo>
                    <a:pt x="3095625" y="0"/>
                  </a:lnTo>
                  <a:close/>
                </a:path>
                <a:path w="8524875" h="692785">
                  <a:moveTo>
                    <a:pt x="7210425" y="682637"/>
                  </a:moveTo>
                  <a:lnTo>
                    <a:pt x="7200900" y="682637"/>
                  </a:lnTo>
                  <a:lnTo>
                    <a:pt x="7200900" y="692162"/>
                  </a:lnTo>
                  <a:lnTo>
                    <a:pt x="7210425" y="692162"/>
                  </a:lnTo>
                  <a:lnTo>
                    <a:pt x="7210425" y="682637"/>
                  </a:lnTo>
                  <a:close/>
                </a:path>
                <a:path w="8524875" h="692785">
                  <a:moveTo>
                    <a:pt x="7267575" y="682637"/>
                  </a:moveTo>
                  <a:lnTo>
                    <a:pt x="7258050" y="682637"/>
                  </a:lnTo>
                  <a:lnTo>
                    <a:pt x="7258050" y="692162"/>
                  </a:lnTo>
                  <a:lnTo>
                    <a:pt x="7267575" y="692162"/>
                  </a:lnTo>
                  <a:lnTo>
                    <a:pt x="7267575" y="682637"/>
                  </a:lnTo>
                  <a:close/>
                </a:path>
                <a:path w="8524875" h="692785">
                  <a:moveTo>
                    <a:pt x="7324725" y="682637"/>
                  </a:moveTo>
                  <a:lnTo>
                    <a:pt x="7315200" y="682637"/>
                  </a:lnTo>
                  <a:lnTo>
                    <a:pt x="7315200" y="692162"/>
                  </a:lnTo>
                  <a:lnTo>
                    <a:pt x="7324725" y="692162"/>
                  </a:lnTo>
                  <a:lnTo>
                    <a:pt x="7324725" y="682637"/>
                  </a:lnTo>
                  <a:close/>
                </a:path>
                <a:path w="8524875" h="692785">
                  <a:moveTo>
                    <a:pt x="7381875" y="682637"/>
                  </a:moveTo>
                  <a:lnTo>
                    <a:pt x="7372350" y="682637"/>
                  </a:lnTo>
                  <a:lnTo>
                    <a:pt x="7372350" y="692162"/>
                  </a:lnTo>
                  <a:lnTo>
                    <a:pt x="7381875" y="692162"/>
                  </a:lnTo>
                  <a:lnTo>
                    <a:pt x="7381875" y="682637"/>
                  </a:lnTo>
                  <a:close/>
                </a:path>
                <a:path w="8524875" h="692785">
                  <a:moveTo>
                    <a:pt x="7439025" y="682637"/>
                  </a:moveTo>
                  <a:lnTo>
                    <a:pt x="7429500" y="682637"/>
                  </a:lnTo>
                  <a:lnTo>
                    <a:pt x="7429500" y="692162"/>
                  </a:lnTo>
                  <a:lnTo>
                    <a:pt x="7439025" y="692162"/>
                  </a:lnTo>
                  <a:lnTo>
                    <a:pt x="7439025" y="682637"/>
                  </a:lnTo>
                  <a:close/>
                </a:path>
                <a:path w="8524875" h="692785">
                  <a:moveTo>
                    <a:pt x="7496175" y="682637"/>
                  </a:moveTo>
                  <a:lnTo>
                    <a:pt x="7486650" y="682637"/>
                  </a:lnTo>
                  <a:lnTo>
                    <a:pt x="7486650" y="692162"/>
                  </a:lnTo>
                  <a:lnTo>
                    <a:pt x="7496175" y="692162"/>
                  </a:lnTo>
                  <a:lnTo>
                    <a:pt x="7496175" y="682637"/>
                  </a:lnTo>
                  <a:close/>
                </a:path>
                <a:path w="8524875" h="692785">
                  <a:moveTo>
                    <a:pt x="7553325" y="682637"/>
                  </a:moveTo>
                  <a:lnTo>
                    <a:pt x="7543800" y="682637"/>
                  </a:lnTo>
                  <a:lnTo>
                    <a:pt x="7543800" y="692162"/>
                  </a:lnTo>
                  <a:lnTo>
                    <a:pt x="7553325" y="692162"/>
                  </a:lnTo>
                  <a:lnTo>
                    <a:pt x="7553325" y="682637"/>
                  </a:lnTo>
                  <a:close/>
                </a:path>
                <a:path w="8524875" h="692785">
                  <a:moveTo>
                    <a:pt x="7610475" y="682637"/>
                  </a:moveTo>
                  <a:lnTo>
                    <a:pt x="7600950" y="682637"/>
                  </a:lnTo>
                  <a:lnTo>
                    <a:pt x="7600950" y="692162"/>
                  </a:lnTo>
                  <a:lnTo>
                    <a:pt x="7610475" y="692162"/>
                  </a:lnTo>
                  <a:lnTo>
                    <a:pt x="7610475" y="682637"/>
                  </a:lnTo>
                  <a:close/>
                </a:path>
                <a:path w="8524875" h="692785">
                  <a:moveTo>
                    <a:pt x="7667625" y="682637"/>
                  </a:moveTo>
                  <a:lnTo>
                    <a:pt x="7658100" y="682637"/>
                  </a:lnTo>
                  <a:lnTo>
                    <a:pt x="7658100" y="692162"/>
                  </a:lnTo>
                  <a:lnTo>
                    <a:pt x="7667625" y="692162"/>
                  </a:lnTo>
                  <a:lnTo>
                    <a:pt x="7667625" y="682637"/>
                  </a:lnTo>
                  <a:close/>
                </a:path>
                <a:path w="8524875" h="692785">
                  <a:moveTo>
                    <a:pt x="7724775" y="682637"/>
                  </a:moveTo>
                  <a:lnTo>
                    <a:pt x="7715250" y="682637"/>
                  </a:lnTo>
                  <a:lnTo>
                    <a:pt x="7715250" y="692162"/>
                  </a:lnTo>
                  <a:lnTo>
                    <a:pt x="7724775" y="692162"/>
                  </a:lnTo>
                  <a:lnTo>
                    <a:pt x="7724775" y="682637"/>
                  </a:lnTo>
                  <a:close/>
                </a:path>
                <a:path w="8524875" h="692785">
                  <a:moveTo>
                    <a:pt x="7781925" y="682637"/>
                  </a:moveTo>
                  <a:lnTo>
                    <a:pt x="7772400" y="682637"/>
                  </a:lnTo>
                  <a:lnTo>
                    <a:pt x="7772400" y="692162"/>
                  </a:lnTo>
                  <a:lnTo>
                    <a:pt x="7781925" y="692162"/>
                  </a:lnTo>
                  <a:lnTo>
                    <a:pt x="7781925" y="682637"/>
                  </a:lnTo>
                  <a:close/>
                </a:path>
                <a:path w="8524875" h="692785">
                  <a:moveTo>
                    <a:pt x="7839075" y="682637"/>
                  </a:moveTo>
                  <a:lnTo>
                    <a:pt x="7829550" y="682637"/>
                  </a:lnTo>
                  <a:lnTo>
                    <a:pt x="7829550" y="692162"/>
                  </a:lnTo>
                  <a:lnTo>
                    <a:pt x="7839075" y="692162"/>
                  </a:lnTo>
                  <a:lnTo>
                    <a:pt x="7839075" y="682637"/>
                  </a:lnTo>
                  <a:close/>
                </a:path>
                <a:path w="8524875" h="692785">
                  <a:moveTo>
                    <a:pt x="7896225" y="682637"/>
                  </a:moveTo>
                  <a:lnTo>
                    <a:pt x="7886700" y="682637"/>
                  </a:lnTo>
                  <a:lnTo>
                    <a:pt x="7886700" y="692162"/>
                  </a:lnTo>
                  <a:lnTo>
                    <a:pt x="7896225" y="692162"/>
                  </a:lnTo>
                  <a:lnTo>
                    <a:pt x="7896225" y="682637"/>
                  </a:lnTo>
                  <a:close/>
                </a:path>
                <a:path w="8524875" h="692785">
                  <a:moveTo>
                    <a:pt x="7953375" y="682637"/>
                  </a:moveTo>
                  <a:lnTo>
                    <a:pt x="7943850" y="682637"/>
                  </a:lnTo>
                  <a:lnTo>
                    <a:pt x="7943850" y="692162"/>
                  </a:lnTo>
                  <a:lnTo>
                    <a:pt x="7953375" y="692162"/>
                  </a:lnTo>
                  <a:lnTo>
                    <a:pt x="7953375" y="682637"/>
                  </a:lnTo>
                  <a:close/>
                </a:path>
                <a:path w="8524875" h="692785">
                  <a:moveTo>
                    <a:pt x="8010525" y="682637"/>
                  </a:moveTo>
                  <a:lnTo>
                    <a:pt x="8001000" y="682637"/>
                  </a:lnTo>
                  <a:lnTo>
                    <a:pt x="8001000" y="692162"/>
                  </a:lnTo>
                  <a:lnTo>
                    <a:pt x="8010525" y="692162"/>
                  </a:lnTo>
                  <a:lnTo>
                    <a:pt x="8010525" y="682637"/>
                  </a:lnTo>
                  <a:close/>
                </a:path>
                <a:path w="8524875" h="692785">
                  <a:moveTo>
                    <a:pt x="8067675" y="682637"/>
                  </a:moveTo>
                  <a:lnTo>
                    <a:pt x="8058150" y="682637"/>
                  </a:lnTo>
                  <a:lnTo>
                    <a:pt x="8058150" y="692162"/>
                  </a:lnTo>
                  <a:lnTo>
                    <a:pt x="8067675" y="692162"/>
                  </a:lnTo>
                  <a:lnTo>
                    <a:pt x="8067675" y="682637"/>
                  </a:lnTo>
                  <a:close/>
                </a:path>
                <a:path w="8524875" h="692785">
                  <a:moveTo>
                    <a:pt x="8124825" y="682637"/>
                  </a:moveTo>
                  <a:lnTo>
                    <a:pt x="8115300" y="682637"/>
                  </a:lnTo>
                  <a:lnTo>
                    <a:pt x="8115300" y="692162"/>
                  </a:lnTo>
                  <a:lnTo>
                    <a:pt x="8124825" y="692162"/>
                  </a:lnTo>
                  <a:lnTo>
                    <a:pt x="8124825" y="682637"/>
                  </a:lnTo>
                  <a:close/>
                </a:path>
                <a:path w="8524875" h="692785">
                  <a:moveTo>
                    <a:pt x="8181975" y="682637"/>
                  </a:moveTo>
                  <a:lnTo>
                    <a:pt x="8172450" y="682637"/>
                  </a:lnTo>
                  <a:lnTo>
                    <a:pt x="8172450" y="692162"/>
                  </a:lnTo>
                  <a:lnTo>
                    <a:pt x="8181975" y="692162"/>
                  </a:lnTo>
                  <a:lnTo>
                    <a:pt x="8181975" y="682637"/>
                  </a:lnTo>
                  <a:close/>
                </a:path>
                <a:path w="8524875" h="692785">
                  <a:moveTo>
                    <a:pt x="8239125" y="682637"/>
                  </a:moveTo>
                  <a:lnTo>
                    <a:pt x="8229600" y="682637"/>
                  </a:lnTo>
                  <a:lnTo>
                    <a:pt x="8229600" y="692162"/>
                  </a:lnTo>
                  <a:lnTo>
                    <a:pt x="8239125" y="692162"/>
                  </a:lnTo>
                  <a:lnTo>
                    <a:pt x="8239125" y="682637"/>
                  </a:lnTo>
                  <a:close/>
                </a:path>
                <a:path w="8524875" h="692785">
                  <a:moveTo>
                    <a:pt x="8296275" y="682637"/>
                  </a:moveTo>
                  <a:lnTo>
                    <a:pt x="8286750" y="682637"/>
                  </a:lnTo>
                  <a:lnTo>
                    <a:pt x="8286750" y="692162"/>
                  </a:lnTo>
                  <a:lnTo>
                    <a:pt x="8296275" y="692162"/>
                  </a:lnTo>
                  <a:lnTo>
                    <a:pt x="8296275" y="682637"/>
                  </a:lnTo>
                  <a:close/>
                </a:path>
                <a:path w="8524875" h="692785">
                  <a:moveTo>
                    <a:pt x="8353425" y="682637"/>
                  </a:moveTo>
                  <a:lnTo>
                    <a:pt x="8343900" y="682637"/>
                  </a:lnTo>
                  <a:lnTo>
                    <a:pt x="8343900" y="692162"/>
                  </a:lnTo>
                  <a:lnTo>
                    <a:pt x="8353425" y="692162"/>
                  </a:lnTo>
                  <a:lnTo>
                    <a:pt x="8353425" y="682637"/>
                  </a:lnTo>
                  <a:close/>
                </a:path>
                <a:path w="8524875" h="692785">
                  <a:moveTo>
                    <a:pt x="8410575" y="682637"/>
                  </a:moveTo>
                  <a:lnTo>
                    <a:pt x="8401050" y="682637"/>
                  </a:lnTo>
                  <a:lnTo>
                    <a:pt x="8401050" y="692162"/>
                  </a:lnTo>
                  <a:lnTo>
                    <a:pt x="8410575" y="692162"/>
                  </a:lnTo>
                  <a:lnTo>
                    <a:pt x="8410575" y="682637"/>
                  </a:lnTo>
                  <a:close/>
                </a:path>
                <a:path w="8524875" h="692785">
                  <a:moveTo>
                    <a:pt x="8467725" y="682637"/>
                  </a:moveTo>
                  <a:lnTo>
                    <a:pt x="8458200" y="682637"/>
                  </a:lnTo>
                  <a:lnTo>
                    <a:pt x="8458200" y="692162"/>
                  </a:lnTo>
                  <a:lnTo>
                    <a:pt x="8467725" y="692162"/>
                  </a:lnTo>
                  <a:lnTo>
                    <a:pt x="8467725" y="682637"/>
                  </a:lnTo>
                  <a:close/>
                </a:path>
                <a:path w="8524875" h="692785">
                  <a:moveTo>
                    <a:pt x="8524875" y="682637"/>
                  </a:moveTo>
                  <a:lnTo>
                    <a:pt x="8515350" y="682637"/>
                  </a:lnTo>
                  <a:lnTo>
                    <a:pt x="8515350" y="692162"/>
                  </a:lnTo>
                  <a:lnTo>
                    <a:pt x="8524875" y="692162"/>
                  </a:lnTo>
                  <a:lnTo>
                    <a:pt x="8524875" y="682637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943725" y="3549649"/>
              <a:ext cx="4010025" cy="9525"/>
            </a:xfrm>
            <a:custGeom>
              <a:avLst/>
              <a:gdLst/>
              <a:ahLst/>
              <a:cxnLst/>
              <a:rect l="l" t="t" r="r" b="b"/>
              <a:pathLst>
                <a:path w="4010025" h="9525">
                  <a:moveTo>
                    <a:pt x="95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  <a:path w="4010025" h="9525">
                  <a:moveTo>
                    <a:pt x="66675" y="0"/>
                  </a:moveTo>
                  <a:lnTo>
                    <a:pt x="57150" y="0"/>
                  </a:lnTo>
                  <a:lnTo>
                    <a:pt x="57150" y="9525"/>
                  </a:lnTo>
                  <a:lnTo>
                    <a:pt x="66675" y="9525"/>
                  </a:lnTo>
                  <a:lnTo>
                    <a:pt x="66675" y="0"/>
                  </a:lnTo>
                  <a:close/>
                </a:path>
                <a:path w="4010025" h="9525">
                  <a:moveTo>
                    <a:pt x="123825" y="0"/>
                  </a:moveTo>
                  <a:lnTo>
                    <a:pt x="114300" y="0"/>
                  </a:lnTo>
                  <a:lnTo>
                    <a:pt x="114300" y="9525"/>
                  </a:lnTo>
                  <a:lnTo>
                    <a:pt x="123825" y="9525"/>
                  </a:lnTo>
                  <a:lnTo>
                    <a:pt x="123825" y="0"/>
                  </a:lnTo>
                  <a:close/>
                </a:path>
                <a:path w="4010025" h="9525">
                  <a:moveTo>
                    <a:pt x="180975" y="0"/>
                  </a:moveTo>
                  <a:lnTo>
                    <a:pt x="171450" y="0"/>
                  </a:lnTo>
                  <a:lnTo>
                    <a:pt x="171450" y="9525"/>
                  </a:lnTo>
                  <a:lnTo>
                    <a:pt x="180975" y="9525"/>
                  </a:lnTo>
                  <a:lnTo>
                    <a:pt x="180975" y="0"/>
                  </a:lnTo>
                  <a:close/>
                </a:path>
                <a:path w="4010025" h="9525">
                  <a:moveTo>
                    <a:pt x="238125" y="0"/>
                  </a:moveTo>
                  <a:lnTo>
                    <a:pt x="228600" y="0"/>
                  </a:lnTo>
                  <a:lnTo>
                    <a:pt x="228600" y="9525"/>
                  </a:lnTo>
                  <a:lnTo>
                    <a:pt x="238125" y="9525"/>
                  </a:lnTo>
                  <a:lnTo>
                    <a:pt x="238125" y="0"/>
                  </a:lnTo>
                  <a:close/>
                </a:path>
                <a:path w="4010025" h="9525">
                  <a:moveTo>
                    <a:pt x="295275" y="0"/>
                  </a:moveTo>
                  <a:lnTo>
                    <a:pt x="285750" y="0"/>
                  </a:lnTo>
                  <a:lnTo>
                    <a:pt x="285750" y="9525"/>
                  </a:lnTo>
                  <a:lnTo>
                    <a:pt x="295275" y="9525"/>
                  </a:lnTo>
                  <a:lnTo>
                    <a:pt x="295275" y="0"/>
                  </a:lnTo>
                  <a:close/>
                </a:path>
                <a:path w="4010025" h="9525">
                  <a:moveTo>
                    <a:pt x="352425" y="0"/>
                  </a:moveTo>
                  <a:lnTo>
                    <a:pt x="342900" y="0"/>
                  </a:lnTo>
                  <a:lnTo>
                    <a:pt x="342900" y="9525"/>
                  </a:lnTo>
                  <a:lnTo>
                    <a:pt x="352425" y="9525"/>
                  </a:lnTo>
                  <a:lnTo>
                    <a:pt x="352425" y="0"/>
                  </a:lnTo>
                  <a:close/>
                </a:path>
                <a:path w="4010025" h="9525">
                  <a:moveTo>
                    <a:pt x="409575" y="0"/>
                  </a:moveTo>
                  <a:lnTo>
                    <a:pt x="400050" y="0"/>
                  </a:lnTo>
                  <a:lnTo>
                    <a:pt x="400050" y="9525"/>
                  </a:lnTo>
                  <a:lnTo>
                    <a:pt x="409575" y="9525"/>
                  </a:lnTo>
                  <a:lnTo>
                    <a:pt x="409575" y="0"/>
                  </a:lnTo>
                  <a:close/>
                </a:path>
                <a:path w="4010025" h="9525">
                  <a:moveTo>
                    <a:pt x="466725" y="0"/>
                  </a:moveTo>
                  <a:lnTo>
                    <a:pt x="457200" y="0"/>
                  </a:lnTo>
                  <a:lnTo>
                    <a:pt x="457200" y="9525"/>
                  </a:lnTo>
                  <a:lnTo>
                    <a:pt x="466725" y="9525"/>
                  </a:lnTo>
                  <a:lnTo>
                    <a:pt x="466725" y="0"/>
                  </a:lnTo>
                  <a:close/>
                </a:path>
                <a:path w="4010025" h="9525">
                  <a:moveTo>
                    <a:pt x="523875" y="0"/>
                  </a:moveTo>
                  <a:lnTo>
                    <a:pt x="514350" y="0"/>
                  </a:lnTo>
                  <a:lnTo>
                    <a:pt x="514350" y="9525"/>
                  </a:lnTo>
                  <a:lnTo>
                    <a:pt x="523875" y="9525"/>
                  </a:lnTo>
                  <a:lnTo>
                    <a:pt x="523875" y="0"/>
                  </a:lnTo>
                  <a:close/>
                </a:path>
                <a:path w="4010025" h="9525">
                  <a:moveTo>
                    <a:pt x="581025" y="0"/>
                  </a:moveTo>
                  <a:lnTo>
                    <a:pt x="571500" y="0"/>
                  </a:lnTo>
                  <a:lnTo>
                    <a:pt x="571500" y="9525"/>
                  </a:lnTo>
                  <a:lnTo>
                    <a:pt x="581025" y="9525"/>
                  </a:lnTo>
                  <a:lnTo>
                    <a:pt x="581025" y="0"/>
                  </a:lnTo>
                  <a:close/>
                </a:path>
                <a:path w="4010025" h="9525">
                  <a:moveTo>
                    <a:pt x="638175" y="0"/>
                  </a:moveTo>
                  <a:lnTo>
                    <a:pt x="628650" y="0"/>
                  </a:lnTo>
                  <a:lnTo>
                    <a:pt x="628650" y="9525"/>
                  </a:lnTo>
                  <a:lnTo>
                    <a:pt x="638175" y="9525"/>
                  </a:lnTo>
                  <a:lnTo>
                    <a:pt x="638175" y="0"/>
                  </a:lnTo>
                  <a:close/>
                </a:path>
                <a:path w="4010025" h="9525">
                  <a:moveTo>
                    <a:pt x="695325" y="0"/>
                  </a:moveTo>
                  <a:lnTo>
                    <a:pt x="685800" y="0"/>
                  </a:lnTo>
                  <a:lnTo>
                    <a:pt x="685800" y="9525"/>
                  </a:lnTo>
                  <a:lnTo>
                    <a:pt x="695325" y="9525"/>
                  </a:lnTo>
                  <a:lnTo>
                    <a:pt x="695325" y="0"/>
                  </a:lnTo>
                  <a:close/>
                </a:path>
                <a:path w="4010025" h="9525">
                  <a:moveTo>
                    <a:pt x="752475" y="0"/>
                  </a:moveTo>
                  <a:lnTo>
                    <a:pt x="742950" y="0"/>
                  </a:lnTo>
                  <a:lnTo>
                    <a:pt x="742950" y="9525"/>
                  </a:lnTo>
                  <a:lnTo>
                    <a:pt x="752475" y="9525"/>
                  </a:lnTo>
                  <a:lnTo>
                    <a:pt x="752475" y="0"/>
                  </a:lnTo>
                  <a:close/>
                </a:path>
                <a:path w="4010025" h="9525">
                  <a:moveTo>
                    <a:pt x="809625" y="0"/>
                  </a:moveTo>
                  <a:lnTo>
                    <a:pt x="800100" y="0"/>
                  </a:lnTo>
                  <a:lnTo>
                    <a:pt x="800100" y="9525"/>
                  </a:lnTo>
                  <a:lnTo>
                    <a:pt x="809625" y="9525"/>
                  </a:lnTo>
                  <a:lnTo>
                    <a:pt x="809625" y="0"/>
                  </a:lnTo>
                  <a:close/>
                </a:path>
                <a:path w="4010025" h="9525">
                  <a:moveTo>
                    <a:pt x="866775" y="0"/>
                  </a:moveTo>
                  <a:lnTo>
                    <a:pt x="857250" y="0"/>
                  </a:lnTo>
                  <a:lnTo>
                    <a:pt x="857250" y="9525"/>
                  </a:lnTo>
                  <a:lnTo>
                    <a:pt x="866775" y="9525"/>
                  </a:lnTo>
                  <a:lnTo>
                    <a:pt x="866775" y="0"/>
                  </a:lnTo>
                  <a:close/>
                </a:path>
                <a:path w="4010025" h="9525">
                  <a:moveTo>
                    <a:pt x="923925" y="0"/>
                  </a:moveTo>
                  <a:lnTo>
                    <a:pt x="914400" y="0"/>
                  </a:lnTo>
                  <a:lnTo>
                    <a:pt x="914400" y="9525"/>
                  </a:lnTo>
                  <a:lnTo>
                    <a:pt x="923925" y="9525"/>
                  </a:lnTo>
                  <a:lnTo>
                    <a:pt x="923925" y="0"/>
                  </a:lnTo>
                  <a:close/>
                </a:path>
                <a:path w="4010025" h="9525">
                  <a:moveTo>
                    <a:pt x="981075" y="0"/>
                  </a:moveTo>
                  <a:lnTo>
                    <a:pt x="971550" y="0"/>
                  </a:lnTo>
                  <a:lnTo>
                    <a:pt x="971550" y="9525"/>
                  </a:lnTo>
                  <a:lnTo>
                    <a:pt x="981075" y="9525"/>
                  </a:lnTo>
                  <a:lnTo>
                    <a:pt x="981075" y="0"/>
                  </a:lnTo>
                  <a:close/>
                </a:path>
                <a:path w="4010025" h="9525">
                  <a:moveTo>
                    <a:pt x="1038225" y="0"/>
                  </a:moveTo>
                  <a:lnTo>
                    <a:pt x="1028700" y="0"/>
                  </a:lnTo>
                  <a:lnTo>
                    <a:pt x="1028700" y="9525"/>
                  </a:lnTo>
                  <a:lnTo>
                    <a:pt x="1038225" y="9525"/>
                  </a:lnTo>
                  <a:lnTo>
                    <a:pt x="1038225" y="0"/>
                  </a:lnTo>
                  <a:close/>
                </a:path>
                <a:path w="4010025" h="9525">
                  <a:moveTo>
                    <a:pt x="1095375" y="0"/>
                  </a:moveTo>
                  <a:lnTo>
                    <a:pt x="1085850" y="0"/>
                  </a:lnTo>
                  <a:lnTo>
                    <a:pt x="1085850" y="9525"/>
                  </a:lnTo>
                  <a:lnTo>
                    <a:pt x="1095375" y="9525"/>
                  </a:lnTo>
                  <a:lnTo>
                    <a:pt x="1095375" y="0"/>
                  </a:lnTo>
                  <a:close/>
                </a:path>
                <a:path w="4010025" h="9525">
                  <a:moveTo>
                    <a:pt x="1152525" y="0"/>
                  </a:moveTo>
                  <a:lnTo>
                    <a:pt x="1143000" y="0"/>
                  </a:lnTo>
                  <a:lnTo>
                    <a:pt x="1143000" y="9525"/>
                  </a:lnTo>
                  <a:lnTo>
                    <a:pt x="1152525" y="9525"/>
                  </a:lnTo>
                  <a:lnTo>
                    <a:pt x="1152525" y="0"/>
                  </a:lnTo>
                  <a:close/>
                </a:path>
                <a:path w="4010025" h="9525">
                  <a:moveTo>
                    <a:pt x="1209675" y="0"/>
                  </a:moveTo>
                  <a:lnTo>
                    <a:pt x="1200150" y="0"/>
                  </a:lnTo>
                  <a:lnTo>
                    <a:pt x="1200150" y="9525"/>
                  </a:lnTo>
                  <a:lnTo>
                    <a:pt x="1209675" y="9525"/>
                  </a:lnTo>
                  <a:lnTo>
                    <a:pt x="1209675" y="0"/>
                  </a:lnTo>
                  <a:close/>
                </a:path>
                <a:path w="4010025" h="9525">
                  <a:moveTo>
                    <a:pt x="1266825" y="0"/>
                  </a:moveTo>
                  <a:lnTo>
                    <a:pt x="1257300" y="0"/>
                  </a:lnTo>
                  <a:lnTo>
                    <a:pt x="1257300" y="9525"/>
                  </a:lnTo>
                  <a:lnTo>
                    <a:pt x="1266825" y="9525"/>
                  </a:lnTo>
                  <a:lnTo>
                    <a:pt x="1266825" y="0"/>
                  </a:lnTo>
                  <a:close/>
                </a:path>
                <a:path w="4010025" h="9525">
                  <a:moveTo>
                    <a:pt x="1323975" y="0"/>
                  </a:moveTo>
                  <a:lnTo>
                    <a:pt x="1314450" y="0"/>
                  </a:lnTo>
                  <a:lnTo>
                    <a:pt x="1314450" y="9525"/>
                  </a:lnTo>
                  <a:lnTo>
                    <a:pt x="1323975" y="9525"/>
                  </a:lnTo>
                  <a:lnTo>
                    <a:pt x="1323975" y="0"/>
                  </a:lnTo>
                  <a:close/>
                </a:path>
                <a:path w="4010025" h="9525">
                  <a:moveTo>
                    <a:pt x="1381125" y="0"/>
                  </a:moveTo>
                  <a:lnTo>
                    <a:pt x="1371600" y="0"/>
                  </a:lnTo>
                  <a:lnTo>
                    <a:pt x="1371600" y="9525"/>
                  </a:lnTo>
                  <a:lnTo>
                    <a:pt x="1381125" y="9525"/>
                  </a:lnTo>
                  <a:lnTo>
                    <a:pt x="1381125" y="0"/>
                  </a:lnTo>
                  <a:close/>
                </a:path>
                <a:path w="4010025" h="9525">
                  <a:moveTo>
                    <a:pt x="1438275" y="0"/>
                  </a:moveTo>
                  <a:lnTo>
                    <a:pt x="1428750" y="0"/>
                  </a:lnTo>
                  <a:lnTo>
                    <a:pt x="1428750" y="9525"/>
                  </a:lnTo>
                  <a:lnTo>
                    <a:pt x="1438275" y="9525"/>
                  </a:lnTo>
                  <a:lnTo>
                    <a:pt x="1438275" y="0"/>
                  </a:lnTo>
                  <a:close/>
                </a:path>
                <a:path w="4010025" h="9525">
                  <a:moveTo>
                    <a:pt x="1495425" y="0"/>
                  </a:moveTo>
                  <a:lnTo>
                    <a:pt x="1485900" y="0"/>
                  </a:lnTo>
                  <a:lnTo>
                    <a:pt x="1485900" y="9525"/>
                  </a:lnTo>
                  <a:lnTo>
                    <a:pt x="1495425" y="9525"/>
                  </a:lnTo>
                  <a:lnTo>
                    <a:pt x="1495425" y="0"/>
                  </a:lnTo>
                  <a:close/>
                </a:path>
                <a:path w="4010025" h="9525">
                  <a:moveTo>
                    <a:pt x="1552575" y="0"/>
                  </a:moveTo>
                  <a:lnTo>
                    <a:pt x="1543050" y="0"/>
                  </a:lnTo>
                  <a:lnTo>
                    <a:pt x="1543050" y="9525"/>
                  </a:lnTo>
                  <a:lnTo>
                    <a:pt x="1552575" y="9525"/>
                  </a:lnTo>
                  <a:lnTo>
                    <a:pt x="1552575" y="0"/>
                  </a:lnTo>
                  <a:close/>
                </a:path>
                <a:path w="4010025" h="9525">
                  <a:moveTo>
                    <a:pt x="1609725" y="0"/>
                  </a:moveTo>
                  <a:lnTo>
                    <a:pt x="1600200" y="0"/>
                  </a:lnTo>
                  <a:lnTo>
                    <a:pt x="1600200" y="9525"/>
                  </a:lnTo>
                  <a:lnTo>
                    <a:pt x="1609725" y="9525"/>
                  </a:lnTo>
                  <a:lnTo>
                    <a:pt x="1609725" y="0"/>
                  </a:lnTo>
                  <a:close/>
                </a:path>
                <a:path w="4010025" h="9525">
                  <a:moveTo>
                    <a:pt x="1666875" y="0"/>
                  </a:moveTo>
                  <a:lnTo>
                    <a:pt x="1657350" y="0"/>
                  </a:lnTo>
                  <a:lnTo>
                    <a:pt x="1657350" y="9525"/>
                  </a:lnTo>
                  <a:lnTo>
                    <a:pt x="1666875" y="9525"/>
                  </a:lnTo>
                  <a:lnTo>
                    <a:pt x="1666875" y="0"/>
                  </a:lnTo>
                  <a:close/>
                </a:path>
                <a:path w="4010025" h="9525">
                  <a:moveTo>
                    <a:pt x="1724025" y="0"/>
                  </a:moveTo>
                  <a:lnTo>
                    <a:pt x="1714500" y="0"/>
                  </a:lnTo>
                  <a:lnTo>
                    <a:pt x="1714500" y="9525"/>
                  </a:lnTo>
                  <a:lnTo>
                    <a:pt x="1724025" y="9525"/>
                  </a:lnTo>
                  <a:lnTo>
                    <a:pt x="1724025" y="0"/>
                  </a:lnTo>
                  <a:close/>
                </a:path>
                <a:path w="4010025" h="9525">
                  <a:moveTo>
                    <a:pt x="1781175" y="0"/>
                  </a:moveTo>
                  <a:lnTo>
                    <a:pt x="1771650" y="0"/>
                  </a:lnTo>
                  <a:lnTo>
                    <a:pt x="1771650" y="9525"/>
                  </a:lnTo>
                  <a:lnTo>
                    <a:pt x="1781175" y="9525"/>
                  </a:lnTo>
                  <a:lnTo>
                    <a:pt x="1781175" y="0"/>
                  </a:lnTo>
                  <a:close/>
                </a:path>
                <a:path w="4010025" h="9525">
                  <a:moveTo>
                    <a:pt x="1838325" y="0"/>
                  </a:moveTo>
                  <a:lnTo>
                    <a:pt x="1828800" y="0"/>
                  </a:lnTo>
                  <a:lnTo>
                    <a:pt x="1828800" y="9525"/>
                  </a:lnTo>
                  <a:lnTo>
                    <a:pt x="1838325" y="9525"/>
                  </a:lnTo>
                  <a:lnTo>
                    <a:pt x="1838325" y="0"/>
                  </a:lnTo>
                  <a:close/>
                </a:path>
                <a:path w="4010025" h="9525">
                  <a:moveTo>
                    <a:pt x="1895475" y="0"/>
                  </a:moveTo>
                  <a:lnTo>
                    <a:pt x="1885950" y="0"/>
                  </a:lnTo>
                  <a:lnTo>
                    <a:pt x="1885950" y="9525"/>
                  </a:lnTo>
                  <a:lnTo>
                    <a:pt x="1895475" y="9525"/>
                  </a:lnTo>
                  <a:lnTo>
                    <a:pt x="1895475" y="0"/>
                  </a:lnTo>
                  <a:close/>
                </a:path>
                <a:path w="4010025" h="9525">
                  <a:moveTo>
                    <a:pt x="1952625" y="0"/>
                  </a:moveTo>
                  <a:lnTo>
                    <a:pt x="1943100" y="0"/>
                  </a:lnTo>
                  <a:lnTo>
                    <a:pt x="1943100" y="9525"/>
                  </a:lnTo>
                  <a:lnTo>
                    <a:pt x="1952625" y="9525"/>
                  </a:lnTo>
                  <a:lnTo>
                    <a:pt x="1952625" y="0"/>
                  </a:lnTo>
                  <a:close/>
                </a:path>
                <a:path w="4010025" h="9525">
                  <a:moveTo>
                    <a:pt x="2009775" y="0"/>
                  </a:moveTo>
                  <a:lnTo>
                    <a:pt x="2000250" y="0"/>
                  </a:lnTo>
                  <a:lnTo>
                    <a:pt x="2000250" y="9525"/>
                  </a:lnTo>
                  <a:lnTo>
                    <a:pt x="2009775" y="9525"/>
                  </a:lnTo>
                  <a:lnTo>
                    <a:pt x="2009775" y="0"/>
                  </a:lnTo>
                  <a:close/>
                </a:path>
                <a:path w="4010025" h="9525">
                  <a:moveTo>
                    <a:pt x="2066925" y="0"/>
                  </a:moveTo>
                  <a:lnTo>
                    <a:pt x="2057400" y="0"/>
                  </a:lnTo>
                  <a:lnTo>
                    <a:pt x="2057400" y="9525"/>
                  </a:lnTo>
                  <a:lnTo>
                    <a:pt x="2066925" y="9525"/>
                  </a:lnTo>
                  <a:lnTo>
                    <a:pt x="2066925" y="0"/>
                  </a:lnTo>
                  <a:close/>
                </a:path>
                <a:path w="4010025" h="9525">
                  <a:moveTo>
                    <a:pt x="2124075" y="0"/>
                  </a:moveTo>
                  <a:lnTo>
                    <a:pt x="2114550" y="0"/>
                  </a:lnTo>
                  <a:lnTo>
                    <a:pt x="2114550" y="9525"/>
                  </a:lnTo>
                  <a:lnTo>
                    <a:pt x="2124075" y="9525"/>
                  </a:lnTo>
                  <a:lnTo>
                    <a:pt x="2124075" y="0"/>
                  </a:lnTo>
                  <a:close/>
                </a:path>
                <a:path w="4010025" h="9525">
                  <a:moveTo>
                    <a:pt x="2181225" y="0"/>
                  </a:moveTo>
                  <a:lnTo>
                    <a:pt x="2171700" y="0"/>
                  </a:lnTo>
                  <a:lnTo>
                    <a:pt x="2171700" y="9525"/>
                  </a:lnTo>
                  <a:lnTo>
                    <a:pt x="2181225" y="9525"/>
                  </a:lnTo>
                  <a:lnTo>
                    <a:pt x="2181225" y="0"/>
                  </a:lnTo>
                  <a:close/>
                </a:path>
                <a:path w="4010025" h="9525">
                  <a:moveTo>
                    <a:pt x="2238375" y="0"/>
                  </a:moveTo>
                  <a:lnTo>
                    <a:pt x="2228850" y="0"/>
                  </a:lnTo>
                  <a:lnTo>
                    <a:pt x="2228850" y="9525"/>
                  </a:lnTo>
                  <a:lnTo>
                    <a:pt x="2238375" y="9525"/>
                  </a:lnTo>
                  <a:lnTo>
                    <a:pt x="2238375" y="0"/>
                  </a:lnTo>
                  <a:close/>
                </a:path>
                <a:path w="4010025" h="9525">
                  <a:moveTo>
                    <a:pt x="2295525" y="0"/>
                  </a:moveTo>
                  <a:lnTo>
                    <a:pt x="2286000" y="0"/>
                  </a:lnTo>
                  <a:lnTo>
                    <a:pt x="2286000" y="9525"/>
                  </a:lnTo>
                  <a:lnTo>
                    <a:pt x="2295525" y="9525"/>
                  </a:lnTo>
                  <a:lnTo>
                    <a:pt x="2295525" y="0"/>
                  </a:lnTo>
                  <a:close/>
                </a:path>
                <a:path w="4010025" h="9525">
                  <a:moveTo>
                    <a:pt x="2352675" y="0"/>
                  </a:moveTo>
                  <a:lnTo>
                    <a:pt x="2343150" y="0"/>
                  </a:lnTo>
                  <a:lnTo>
                    <a:pt x="2343150" y="9525"/>
                  </a:lnTo>
                  <a:lnTo>
                    <a:pt x="2352675" y="9525"/>
                  </a:lnTo>
                  <a:lnTo>
                    <a:pt x="2352675" y="0"/>
                  </a:lnTo>
                  <a:close/>
                </a:path>
                <a:path w="4010025" h="9525">
                  <a:moveTo>
                    <a:pt x="2409825" y="0"/>
                  </a:moveTo>
                  <a:lnTo>
                    <a:pt x="2400300" y="0"/>
                  </a:lnTo>
                  <a:lnTo>
                    <a:pt x="2400300" y="9525"/>
                  </a:lnTo>
                  <a:lnTo>
                    <a:pt x="2409825" y="9525"/>
                  </a:lnTo>
                  <a:lnTo>
                    <a:pt x="2409825" y="0"/>
                  </a:lnTo>
                  <a:close/>
                </a:path>
                <a:path w="4010025" h="9525">
                  <a:moveTo>
                    <a:pt x="2466975" y="0"/>
                  </a:moveTo>
                  <a:lnTo>
                    <a:pt x="2457450" y="0"/>
                  </a:lnTo>
                  <a:lnTo>
                    <a:pt x="2457450" y="9525"/>
                  </a:lnTo>
                  <a:lnTo>
                    <a:pt x="2466975" y="9525"/>
                  </a:lnTo>
                  <a:lnTo>
                    <a:pt x="2466975" y="0"/>
                  </a:lnTo>
                  <a:close/>
                </a:path>
                <a:path w="4010025" h="9525">
                  <a:moveTo>
                    <a:pt x="2524125" y="0"/>
                  </a:moveTo>
                  <a:lnTo>
                    <a:pt x="2514600" y="0"/>
                  </a:lnTo>
                  <a:lnTo>
                    <a:pt x="2514600" y="9525"/>
                  </a:lnTo>
                  <a:lnTo>
                    <a:pt x="2524125" y="9525"/>
                  </a:lnTo>
                  <a:lnTo>
                    <a:pt x="2524125" y="0"/>
                  </a:lnTo>
                  <a:close/>
                </a:path>
                <a:path w="4010025" h="9525">
                  <a:moveTo>
                    <a:pt x="2581275" y="0"/>
                  </a:moveTo>
                  <a:lnTo>
                    <a:pt x="2571750" y="0"/>
                  </a:lnTo>
                  <a:lnTo>
                    <a:pt x="2571750" y="9525"/>
                  </a:lnTo>
                  <a:lnTo>
                    <a:pt x="2581275" y="9525"/>
                  </a:lnTo>
                  <a:lnTo>
                    <a:pt x="2581275" y="0"/>
                  </a:lnTo>
                  <a:close/>
                </a:path>
                <a:path w="4010025" h="9525">
                  <a:moveTo>
                    <a:pt x="2638425" y="0"/>
                  </a:moveTo>
                  <a:lnTo>
                    <a:pt x="2628900" y="0"/>
                  </a:lnTo>
                  <a:lnTo>
                    <a:pt x="2628900" y="9525"/>
                  </a:lnTo>
                  <a:lnTo>
                    <a:pt x="2638425" y="9525"/>
                  </a:lnTo>
                  <a:lnTo>
                    <a:pt x="2638425" y="0"/>
                  </a:lnTo>
                  <a:close/>
                </a:path>
                <a:path w="4010025" h="9525">
                  <a:moveTo>
                    <a:pt x="2695575" y="0"/>
                  </a:moveTo>
                  <a:lnTo>
                    <a:pt x="2686050" y="0"/>
                  </a:lnTo>
                  <a:lnTo>
                    <a:pt x="2686050" y="9525"/>
                  </a:lnTo>
                  <a:lnTo>
                    <a:pt x="2695575" y="9525"/>
                  </a:lnTo>
                  <a:lnTo>
                    <a:pt x="2695575" y="0"/>
                  </a:lnTo>
                  <a:close/>
                </a:path>
                <a:path w="4010025" h="9525">
                  <a:moveTo>
                    <a:pt x="2752725" y="0"/>
                  </a:moveTo>
                  <a:lnTo>
                    <a:pt x="2743200" y="0"/>
                  </a:lnTo>
                  <a:lnTo>
                    <a:pt x="2743200" y="9525"/>
                  </a:lnTo>
                  <a:lnTo>
                    <a:pt x="2752725" y="9525"/>
                  </a:lnTo>
                  <a:lnTo>
                    <a:pt x="2752725" y="0"/>
                  </a:lnTo>
                  <a:close/>
                </a:path>
                <a:path w="4010025" h="9525">
                  <a:moveTo>
                    <a:pt x="2809875" y="0"/>
                  </a:moveTo>
                  <a:lnTo>
                    <a:pt x="2800350" y="0"/>
                  </a:lnTo>
                  <a:lnTo>
                    <a:pt x="2800350" y="9525"/>
                  </a:lnTo>
                  <a:lnTo>
                    <a:pt x="2809875" y="9525"/>
                  </a:lnTo>
                  <a:lnTo>
                    <a:pt x="2809875" y="0"/>
                  </a:lnTo>
                  <a:close/>
                </a:path>
                <a:path w="4010025" h="9525">
                  <a:moveTo>
                    <a:pt x="2867025" y="0"/>
                  </a:moveTo>
                  <a:lnTo>
                    <a:pt x="2857500" y="0"/>
                  </a:lnTo>
                  <a:lnTo>
                    <a:pt x="2857500" y="9525"/>
                  </a:lnTo>
                  <a:lnTo>
                    <a:pt x="2867025" y="9525"/>
                  </a:lnTo>
                  <a:lnTo>
                    <a:pt x="2867025" y="0"/>
                  </a:lnTo>
                  <a:close/>
                </a:path>
                <a:path w="4010025" h="9525">
                  <a:moveTo>
                    <a:pt x="2924175" y="0"/>
                  </a:moveTo>
                  <a:lnTo>
                    <a:pt x="2914650" y="0"/>
                  </a:lnTo>
                  <a:lnTo>
                    <a:pt x="2914650" y="9525"/>
                  </a:lnTo>
                  <a:lnTo>
                    <a:pt x="2924175" y="9525"/>
                  </a:lnTo>
                  <a:lnTo>
                    <a:pt x="2924175" y="0"/>
                  </a:lnTo>
                  <a:close/>
                </a:path>
                <a:path w="4010025" h="9525">
                  <a:moveTo>
                    <a:pt x="2981325" y="0"/>
                  </a:moveTo>
                  <a:lnTo>
                    <a:pt x="2971800" y="0"/>
                  </a:lnTo>
                  <a:lnTo>
                    <a:pt x="2971800" y="9525"/>
                  </a:lnTo>
                  <a:lnTo>
                    <a:pt x="2981325" y="9525"/>
                  </a:lnTo>
                  <a:lnTo>
                    <a:pt x="2981325" y="0"/>
                  </a:lnTo>
                  <a:close/>
                </a:path>
                <a:path w="4010025" h="9525">
                  <a:moveTo>
                    <a:pt x="3038475" y="0"/>
                  </a:moveTo>
                  <a:lnTo>
                    <a:pt x="3028950" y="0"/>
                  </a:lnTo>
                  <a:lnTo>
                    <a:pt x="3028950" y="9525"/>
                  </a:lnTo>
                  <a:lnTo>
                    <a:pt x="3038475" y="9525"/>
                  </a:lnTo>
                  <a:lnTo>
                    <a:pt x="3038475" y="0"/>
                  </a:lnTo>
                  <a:close/>
                </a:path>
                <a:path w="4010025" h="9525">
                  <a:moveTo>
                    <a:pt x="3095625" y="0"/>
                  </a:moveTo>
                  <a:lnTo>
                    <a:pt x="3086100" y="0"/>
                  </a:lnTo>
                  <a:lnTo>
                    <a:pt x="3086100" y="9525"/>
                  </a:lnTo>
                  <a:lnTo>
                    <a:pt x="3095625" y="9525"/>
                  </a:lnTo>
                  <a:lnTo>
                    <a:pt x="3095625" y="0"/>
                  </a:lnTo>
                  <a:close/>
                </a:path>
                <a:path w="4010025" h="9525">
                  <a:moveTo>
                    <a:pt x="3152775" y="0"/>
                  </a:moveTo>
                  <a:lnTo>
                    <a:pt x="3143250" y="0"/>
                  </a:lnTo>
                  <a:lnTo>
                    <a:pt x="3143250" y="9525"/>
                  </a:lnTo>
                  <a:lnTo>
                    <a:pt x="3152775" y="9525"/>
                  </a:lnTo>
                  <a:lnTo>
                    <a:pt x="3152775" y="0"/>
                  </a:lnTo>
                  <a:close/>
                </a:path>
                <a:path w="4010025" h="9525">
                  <a:moveTo>
                    <a:pt x="3209925" y="0"/>
                  </a:moveTo>
                  <a:lnTo>
                    <a:pt x="3200400" y="0"/>
                  </a:lnTo>
                  <a:lnTo>
                    <a:pt x="3200400" y="9525"/>
                  </a:lnTo>
                  <a:lnTo>
                    <a:pt x="3209925" y="9525"/>
                  </a:lnTo>
                  <a:lnTo>
                    <a:pt x="3209925" y="0"/>
                  </a:lnTo>
                  <a:close/>
                </a:path>
                <a:path w="4010025" h="9525">
                  <a:moveTo>
                    <a:pt x="3267075" y="0"/>
                  </a:moveTo>
                  <a:lnTo>
                    <a:pt x="3257550" y="0"/>
                  </a:lnTo>
                  <a:lnTo>
                    <a:pt x="3257550" y="9525"/>
                  </a:lnTo>
                  <a:lnTo>
                    <a:pt x="3267075" y="9525"/>
                  </a:lnTo>
                  <a:lnTo>
                    <a:pt x="3267075" y="0"/>
                  </a:lnTo>
                  <a:close/>
                </a:path>
                <a:path w="4010025" h="9525">
                  <a:moveTo>
                    <a:pt x="3324225" y="0"/>
                  </a:moveTo>
                  <a:lnTo>
                    <a:pt x="3314700" y="0"/>
                  </a:lnTo>
                  <a:lnTo>
                    <a:pt x="3314700" y="9525"/>
                  </a:lnTo>
                  <a:lnTo>
                    <a:pt x="3324225" y="9525"/>
                  </a:lnTo>
                  <a:lnTo>
                    <a:pt x="3324225" y="0"/>
                  </a:lnTo>
                  <a:close/>
                </a:path>
                <a:path w="4010025" h="9525">
                  <a:moveTo>
                    <a:pt x="3381375" y="0"/>
                  </a:moveTo>
                  <a:lnTo>
                    <a:pt x="3371850" y="0"/>
                  </a:lnTo>
                  <a:lnTo>
                    <a:pt x="3371850" y="9525"/>
                  </a:lnTo>
                  <a:lnTo>
                    <a:pt x="3381375" y="9525"/>
                  </a:lnTo>
                  <a:lnTo>
                    <a:pt x="3381375" y="0"/>
                  </a:lnTo>
                  <a:close/>
                </a:path>
                <a:path w="4010025" h="9525">
                  <a:moveTo>
                    <a:pt x="3438525" y="0"/>
                  </a:moveTo>
                  <a:lnTo>
                    <a:pt x="3429000" y="0"/>
                  </a:lnTo>
                  <a:lnTo>
                    <a:pt x="3429000" y="9525"/>
                  </a:lnTo>
                  <a:lnTo>
                    <a:pt x="3438525" y="9525"/>
                  </a:lnTo>
                  <a:lnTo>
                    <a:pt x="3438525" y="0"/>
                  </a:lnTo>
                  <a:close/>
                </a:path>
                <a:path w="4010025" h="9525">
                  <a:moveTo>
                    <a:pt x="3495675" y="0"/>
                  </a:moveTo>
                  <a:lnTo>
                    <a:pt x="3486150" y="0"/>
                  </a:lnTo>
                  <a:lnTo>
                    <a:pt x="3486150" y="9525"/>
                  </a:lnTo>
                  <a:lnTo>
                    <a:pt x="3495675" y="9525"/>
                  </a:lnTo>
                  <a:lnTo>
                    <a:pt x="3495675" y="0"/>
                  </a:lnTo>
                  <a:close/>
                </a:path>
                <a:path w="4010025" h="9525">
                  <a:moveTo>
                    <a:pt x="3552825" y="0"/>
                  </a:moveTo>
                  <a:lnTo>
                    <a:pt x="3543300" y="0"/>
                  </a:lnTo>
                  <a:lnTo>
                    <a:pt x="3543300" y="9525"/>
                  </a:lnTo>
                  <a:lnTo>
                    <a:pt x="3552825" y="9525"/>
                  </a:lnTo>
                  <a:lnTo>
                    <a:pt x="3552825" y="0"/>
                  </a:lnTo>
                  <a:close/>
                </a:path>
                <a:path w="4010025" h="9525">
                  <a:moveTo>
                    <a:pt x="3609975" y="0"/>
                  </a:moveTo>
                  <a:lnTo>
                    <a:pt x="3600450" y="0"/>
                  </a:lnTo>
                  <a:lnTo>
                    <a:pt x="3600450" y="9525"/>
                  </a:lnTo>
                  <a:lnTo>
                    <a:pt x="3609975" y="9525"/>
                  </a:lnTo>
                  <a:lnTo>
                    <a:pt x="3609975" y="0"/>
                  </a:lnTo>
                  <a:close/>
                </a:path>
                <a:path w="4010025" h="9525">
                  <a:moveTo>
                    <a:pt x="3667125" y="0"/>
                  </a:moveTo>
                  <a:lnTo>
                    <a:pt x="3657600" y="0"/>
                  </a:lnTo>
                  <a:lnTo>
                    <a:pt x="3657600" y="9525"/>
                  </a:lnTo>
                  <a:lnTo>
                    <a:pt x="3667125" y="9525"/>
                  </a:lnTo>
                  <a:lnTo>
                    <a:pt x="3667125" y="0"/>
                  </a:lnTo>
                  <a:close/>
                </a:path>
                <a:path w="4010025" h="9525">
                  <a:moveTo>
                    <a:pt x="3724275" y="0"/>
                  </a:moveTo>
                  <a:lnTo>
                    <a:pt x="3714750" y="0"/>
                  </a:lnTo>
                  <a:lnTo>
                    <a:pt x="3714750" y="9525"/>
                  </a:lnTo>
                  <a:lnTo>
                    <a:pt x="3724275" y="9525"/>
                  </a:lnTo>
                  <a:lnTo>
                    <a:pt x="3724275" y="0"/>
                  </a:lnTo>
                  <a:close/>
                </a:path>
                <a:path w="4010025" h="9525">
                  <a:moveTo>
                    <a:pt x="3781425" y="0"/>
                  </a:moveTo>
                  <a:lnTo>
                    <a:pt x="3771900" y="0"/>
                  </a:lnTo>
                  <a:lnTo>
                    <a:pt x="3771900" y="9525"/>
                  </a:lnTo>
                  <a:lnTo>
                    <a:pt x="3781425" y="9525"/>
                  </a:lnTo>
                  <a:lnTo>
                    <a:pt x="3781425" y="0"/>
                  </a:lnTo>
                  <a:close/>
                </a:path>
                <a:path w="4010025" h="9525">
                  <a:moveTo>
                    <a:pt x="3838575" y="0"/>
                  </a:moveTo>
                  <a:lnTo>
                    <a:pt x="3829050" y="0"/>
                  </a:lnTo>
                  <a:lnTo>
                    <a:pt x="3829050" y="9525"/>
                  </a:lnTo>
                  <a:lnTo>
                    <a:pt x="3838575" y="9525"/>
                  </a:lnTo>
                  <a:lnTo>
                    <a:pt x="3838575" y="0"/>
                  </a:lnTo>
                  <a:close/>
                </a:path>
                <a:path w="4010025" h="9525">
                  <a:moveTo>
                    <a:pt x="3895725" y="0"/>
                  </a:moveTo>
                  <a:lnTo>
                    <a:pt x="3886200" y="0"/>
                  </a:lnTo>
                  <a:lnTo>
                    <a:pt x="3886200" y="9525"/>
                  </a:lnTo>
                  <a:lnTo>
                    <a:pt x="3895725" y="9525"/>
                  </a:lnTo>
                  <a:lnTo>
                    <a:pt x="3895725" y="0"/>
                  </a:lnTo>
                  <a:close/>
                </a:path>
                <a:path w="4010025" h="9525">
                  <a:moveTo>
                    <a:pt x="3952875" y="0"/>
                  </a:moveTo>
                  <a:lnTo>
                    <a:pt x="3943350" y="0"/>
                  </a:lnTo>
                  <a:lnTo>
                    <a:pt x="3943350" y="9525"/>
                  </a:lnTo>
                  <a:lnTo>
                    <a:pt x="3952875" y="9525"/>
                  </a:lnTo>
                  <a:lnTo>
                    <a:pt x="3952875" y="0"/>
                  </a:lnTo>
                  <a:close/>
                </a:path>
                <a:path w="4010025" h="9525">
                  <a:moveTo>
                    <a:pt x="4010025" y="0"/>
                  </a:moveTo>
                  <a:lnTo>
                    <a:pt x="4000500" y="0"/>
                  </a:lnTo>
                  <a:lnTo>
                    <a:pt x="4000500" y="9525"/>
                  </a:lnTo>
                  <a:lnTo>
                    <a:pt x="4010025" y="9525"/>
                  </a:lnTo>
                  <a:lnTo>
                    <a:pt x="4010025" y="0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857625" y="2867037"/>
              <a:ext cx="8524875" cy="692150"/>
            </a:xfrm>
            <a:custGeom>
              <a:avLst/>
              <a:gdLst/>
              <a:ahLst/>
              <a:cxnLst/>
              <a:rect l="l" t="t" r="r" b="b"/>
              <a:pathLst>
                <a:path w="8524875" h="692150">
                  <a:moveTo>
                    <a:pt x="95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  <a:path w="8524875" h="692150">
                  <a:moveTo>
                    <a:pt x="66675" y="0"/>
                  </a:moveTo>
                  <a:lnTo>
                    <a:pt x="57150" y="0"/>
                  </a:lnTo>
                  <a:lnTo>
                    <a:pt x="57150" y="9525"/>
                  </a:lnTo>
                  <a:lnTo>
                    <a:pt x="66675" y="9525"/>
                  </a:lnTo>
                  <a:lnTo>
                    <a:pt x="66675" y="0"/>
                  </a:lnTo>
                  <a:close/>
                </a:path>
                <a:path w="8524875" h="692150">
                  <a:moveTo>
                    <a:pt x="352425" y="0"/>
                  </a:moveTo>
                  <a:lnTo>
                    <a:pt x="342900" y="0"/>
                  </a:lnTo>
                  <a:lnTo>
                    <a:pt x="342900" y="9525"/>
                  </a:lnTo>
                  <a:lnTo>
                    <a:pt x="352425" y="9525"/>
                  </a:lnTo>
                  <a:lnTo>
                    <a:pt x="352425" y="0"/>
                  </a:lnTo>
                  <a:close/>
                </a:path>
                <a:path w="8524875" h="692150">
                  <a:moveTo>
                    <a:pt x="409575" y="0"/>
                  </a:moveTo>
                  <a:lnTo>
                    <a:pt x="400050" y="0"/>
                  </a:lnTo>
                  <a:lnTo>
                    <a:pt x="400050" y="9525"/>
                  </a:lnTo>
                  <a:lnTo>
                    <a:pt x="409575" y="9525"/>
                  </a:lnTo>
                  <a:lnTo>
                    <a:pt x="409575" y="0"/>
                  </a:lnTo>
                  <a:close/>
                </a:path>
                <a:path w="8524875" h="692150">
                  <a:moveTo>
                    <a:pt x="466725" y="0"/>
                  </a:moveTo>
                  <a:lnTo>
                    <a:pt x="457200" y="0"/>
                  </a:lnTo>
                  <a:lnTo>
                    <a:pt x="457200" y="9525"/>
                  </a:lnTo>
                  <a:lnTo>
                    <a:pt x="466725" y="9525"/>
                  </a:lnTo>
                  <a:lnTo>
                    <a:pt x="466725" y="0"/>
                  </a:lnTo>
                  <a:close/>
                </a:path>
                <a:path w="8524875" h="692150">
                  <a:moveTo>
                    <a:pt x="523875" y="0"/>
                  </a:moveTo>
                  <a:lnTo>
                    <a:pt x="514350" y="0"/>
                  </a:lnTo>
                  <a:lnTo>
                    <a:pt x="514350" y="9525"/>
                  </a:lnTo>
                  <a:lnTo>
                    <a:pt x="523875" y="9525"/>
                  </a:lnTo>
                  <a:lnTo>
                    <a:pt x="523875" y="0"/>
                  </a:lnTo>
                  <a:close/>
                </a:path>
                <a:path w="8524875" h="692150">
                  <a:moveTo>
                    <a:pt x="581025" y="0"/>
                  </a:moveTo>
                  <a:lnTo>
                    <a:pt x="571500" y="0"/>
                  </a:lnTo>
                  <a:lnTo>
                    <a:pt x="571500" y="9525"/>
                  </a:lnTo>
                  <a:lnTo>
                    <a:pt x="581025" y="9525"/>
                  </a:lnTo>
                  <a:lnTo>
                    <a:pt x="581025" y="0"/>
                  </a:lnTo>
                  <a:close/>
                </a:path>
                <a:path w="8524875" h="692150">
                  <a:moveTo>
                    <a:pt x="638175" y="0"/>
                  </a:moveTo>
                  <a:lnTo>
                    <a:pt x="628650" y="0"/>
                  </a:lnTo>
                  <a:lnTo>
                    <a:pt x="628650" y="9525"/>
                  </a:lnTo>
                  <a:lnTo>
                    <a:pt x="638175" y="9525"/>
                  </a:lnTo>
                  <a:lnTo>
                    <a:pt x="638175" y="0"/>
                  </a:lnTo>
                  <a:close/>
                </a:path>
                <a:path w="8524875" h="692150">
                  <a:moveTo>
                    <a:pt x="695325" y="0"/>
                  </a:moveTo>
                  <a:lnTo>
                    <a:pt x="685800" y="0"/>
                  </a:lnTo>
                  <a:lnTo>
                    <a:pt x="685800" y="9525"/>
                  </a:lnTo>
                  <a:lnTo>
                    <a:pt x="695325" y="9525"/>
                  </a:lnTo>
                  <a:lnTo>
                    <a:pt x="695325" y="0"/>
                  </a:lnTo>
                  <a:close/>
                </a:path>
                <a:path w="8524875" h="692150">
                  <a:moveTo>
                    <a:pt x="752475" y="0"/>
                  </a:moveTo>
                  <a:lnTo>
                    <a:pt x="742950" y="0"/>
                  </a:lnTo>
                  <a:lnTo>
                    <a:pt x="742950" y="9525"/>
                  </a:lnTo>
                  <a:lnTo>
                    <a:pt x="752475" y="9525"/>
                  </a:lnTo>
                  <a:lnTo>
                    <a:pt x="752475" y="0"/>
                  </a:lnTo>
                  <a:close/>
                </a:path>
                <a:path w="8524875" h="692150">
                  <a:moveTo>
                    <a:pt x="809625" y="0"/>
                  </a:moveTo>
                  <a:lnTo>
                    <a:pt x="800100" y="0"/>
                  </a:lnTo>
                  <a:lnTo>
                    <a:pt x="800100" y="9525"/>
                  </a:lnTo>
                  <a:lnTo>
                    <a:pt x="809625" y="9525"/>
                  </a:lnTo>
                  <a:lnTo>
                    <a:pt x="809625" y="0"/>
                  </a:lnTo>
                  <a:close/>
                </a:path>
                <a:path w="8524875" h="692150">
                  <a:moveTo>
                    <a:pt x="866775" y="0"/>
                  </a:moveTo>
                  <a:lnTo>
                    <a:pt x="857250" y="0"/>
                  </a:lnTo>
                  <a:lnTo>
                    <a:pt x="857250" y="9525"/>
                  </a:lnTo>
                  <a:lnTo>
                    <a:pt x="866775" y="9525"/>
                  </a:lnTo>
                  <a:lnTo>
                    <a:pt x="866775" y="0"/>
                  </a:lnTo>
                  <a:close/>
                </a:path>
                <a:path w="8524875" h="692150">
                  <a:moveTo>
                    <a:pt x="923925" y="0"/>
                  </a:moveTo>
                  <a:lnTo>
                    <a:pt x="914400" y="0"/>
                  </a:lnTo>
                  <a:lnTo>
                    <a:pt x="914400" y="9525"/>
                  </a:lnTo>
                  <a:lnTo>
                    <a:pt x="923925" y="9525"/>
                  </a:lnTo>
                  <a:lnTo>
                    <a:pt x="923925" y="0"/>
                  </a:lnTo>
                  <a:close/>
                </a:path>
                <a:path w="8524875" h="692150">
                  <a:moveTo>
                    <a:pt x="981075" y="0"/>
                  </a:moveTo>
                  <a:lnTo>
                    <a:pt x="971550" y="0"/>
                  </a:lnTo>
                  <a:lnTo>
                    <a:pt x="971550" y="9525"/>
                  </a:lnTo>
                  <a:lnTo>
                    <a:pt x="981075" y="9525"/>
                  </a:lnTo>
                  <a:lnTo>
                    <a:pt x="981075" y="0"/>
                  </a:lnTo>
                  <a:close/>
                </a:path>
                <a:path w="8524875" h="692150">
                  <a:moveTo>
                    <a:pt x="1038225" y="0"/>
                  </a:moveTo>
                  <a:lnTo>
                    <a:pt x="1028700" y="0"/>
                  </a:lnTo>
                  <a:lnTo>
                    <a:pt x="1028700" y="9525"/>
                  </a:lnTo>
                  <a:lnTo>
                    <a:pt x="1038225" y="9525"/>
                  </a:lnTo>
                  <a:lnTo>
                    <a:pt x="1038225" y="0"/>
                  </a:lnTo>
                  <a:close/>
                </a:path>
                <a:path w="8524875" h="692150">
                  <a:moveTo>
                    <a:pt x="1095375" y="0"/>
                  </a:moveTo>
                  <a:lnTo>
                    <a:pt x="1085850" y="0"/>
                  </a:lnTo>
                  <a:lnTo>
                    <a:pt x="1085850" y="9525"/>
                  </a:lnTo>
                  <a:lnTo>
                    <a:pt x="1095375" y="9525"/>
                  </a:lnTo>
                  <a:lnTo>
                    <a:pt x="1095375" y="0"/>
                  </a:lnTo>
                  <a:close/>
                </a:path>
                <a:path w="8524875" h="692150">
                  <a:moveTo>
                    <a:pt x="1152525" y="0"/>
                  </a:moveTo>
                  <a:lnTo>
                    <a:pt x="1143000" y="0"/>
                  </a:lnTo>
                  <a:lnTo>
                    <a:pt x="1143000" y="9525"/>
                  </a:lnTo>
                  <a:lnTo>
                    <a:pt x="1152525" y="9525"/>
                  </a:lnTo>
                  <a:lnTo>
                    <a:pt x="1152525" y="0"/>
                  </a:lnTo>
                  <a:close/>
                </a:path>
                <a:path w="8524875" h="692150">
                  <a:moveTo>
                    <a:pt x="1209675" y="0"/>
                  </a:moveTo>
                  <a:lnTo>
                    <a:pt x="1200150" y="0"/>
                  </a:lnTo>
                  <a:lnTo>
                    <a:pt x="1200150" y="9525"/>
                  </a:lnTo>
                  <a:lnTo>
                    <a:pt x="1209675" y="9525"/>
                  </a:lnTo>
                  <a:lnTo>
                    <a:pt x="1209675" y="0"/>
                  </a:lnTo>
                  <a:close/>
                </a:path>
                <a:path w="8524875" h="692150">
                  <a:moveTo>
                    <a:pt x="1266825" y="0"/>
                  </a:moveTo>
                  <a:lnTo>
                    <a:pt x="1257300" y="0"/>
                  </a:lnTo>
                  <a:lnTo>
                    <a:pt x="1257300" y="9525"/>
                  </a:lnTo>
                  <a:lnTo>
                    <a:pt x="1266825" y="9525"/>
                  </a:lnTo>
                  <a:lnTo>
                    <a:pt x="1266825" y="0"/>
                  </a:lnTo>
                  <a:close/>
                </a:path>
                <a:path w="8524875" h="692150">
                  <a:moveTo>
                    <a:pt x="1323975" y="0"/>
                  </a:moveTo>
                  <a:lnTo>
                    <a:pt x="1314450" y="0"/>
                  </a:lnTo>
                  <a:lnTo>
                    <a:pt x="1314450" y="9525"/>
                  </a:lnTo>
                  <a:lnTo>
                    <a:pt x="1323975" y="9525"/>
                  </a:lnTo>
                  <a:lnTo>
                    <a:pt x="1323975" y="0"/>
                  </a:lnTo>
                  <a:close/>
                </a:path>
                <a:path w="8524875" h="692150">
                  <a:moveTo>
                    <a:pt x="1381125" y="0"/>
                  </a:moveTo>
                  <a:lnTo>
                    <a:pt x="1371600" y="0"/>
                  </a:lnTo>
                  <a:lnTo>
                    <a:pt x="1371600" y="9525"/>
                  </a:lnTo>
                  <a:lnTo>
                    <a:pt x="1381125" y="9525"/>
                  </a:lnTo>
                  <a:lnTo>
                    <a:pt x="1381125" y="0"/>
                  </a:lnTo>
                  <a:close/>
                </a:path>
                <a:path w="8524875" h="692150">
                  <a:moveTo>
                    <a:pt x="1438275" y="0"/>
                  </a:moveTo>
                  <a:lnTo>
                    <a:pt x="1428750" y="0"/>
                  </a:lnTo>
                  <a:lnTo>
                    <a:pt x="1428750" y="9525"/>
                  </a:lnTo>
                  <a:lnTo>
                    <a:pt x="1438275" y="9525"/>
                  </a:lnTo>
                  <a:lnTo>
                    <a:pt x="1438275" y="0"/>
                  </a:lnTo>
                  <a:close/>
                </a:path>
                <a:path w="8524875" h="692150">
                  <a:moveTo>
                    <a:pt x="1495425" y="0"/>
                  </a:moveTo>
                  <a:lnTo>
                    <a:pt x="1485900" y="0"/>
                  </a:lnTo>
                  <a:lnTo>
                    <a:pt x="1485900" y="9525"/>
                  </a:lnTo>
                  <a:lnTo>
                    <a:pt x="1495425" y="9525"/>
                  </a:lnTo>
                  <a:lnTo>
                    <a:pt x="1495425" y="0"/>
                  </a:lnTo>
                  <a:close/>
                </a:path>
                <a:path w="8524875" h="692150">
                  <a:moveTo>
                    <a:pt x="1552575" y="0"/>
                  </a:moveTo>
                  <a:lnTo>
                    <a:pt x="1543050" y="0"/>
                  </a:lnTo>
                  <a:lnTo>
                    <a:pt x="1543050" y="9525"/>
                  </a:lnTo>
                  <a:lnTo>
                    <a:pt x="1552575" y="9525"/>
                  </a:lnTo>
                  <a:lnTo>
                    <a:pt x="1552575" y="0"/>
                  </a:lnTo>
                  <a:close/>
                </a:path>
                <a:path w="8524875" h="692150">
                  <a:moveTo>
                    <a:pt x="1609725" y="0"/>
                  </a:moveTo>
                  <a:lnTo>
                    <a:pt x="1600200" y="0"/>
                  </a:lnTo>
                  <a:lnTo>
                    <a:pt x="1600200" y="9525"/>
                  </a:lnTo>
                  <a:lnTo>
                    <a:pt x="1609725" y="9525"/>
                  </a:lnTo>
                  <a:lnTo>
                    <a:pt x="1609725" y="0"/>
                  </a:lnTo>
                  <a:close/>
                </a:path>
                <a:path w="8524875" h="692150">
                  <a:moveTo>
                    <a:pt x="1666875" y="0"/>
                  </a:moveTo>
                  <a:lnTo>
                    <a:pt x="1657350" y="0"/>
                  </a:lnTo>
                  <a:lnTo>
                    <a:pt x="1657350" y="9525"/>
                  </a:lnTo>
                  <a:lnTo>
                    <a:pt x="1666875" y="9525"/>
                  </a:lnTo>
                  <a:lnTo>
                    <a:pt x="1666875" y="0"/>
                  </a:lnTo>
                  <a:close/>
                </a:path>
                <a:path w="8524875" h="692150">
                  <a:moveTo>
                    <a:pt x="1724025" y="0"/>
                  </a:moveTo>
                  <a:lnTo>
                    <a:pt x="1714500" y="0"/>
                  </a:lnTo>
                  <a:lnTo>
                    <a:pt x="1714500" y="9525"/>
                  </a:lnTo>
                  <a:lnTo>
                    <a:pt x="1724025" y="9525"/>
                  </a:lnTo>
                  <a:lnTo>
                    <a:pt x="1724025" y="0"/>
                  </a:lnTo>
                  <a:close/>
                </a:path>
                <a:path w="8524875" h="692150">
                  <a:moveTo>
                    <a:pt x="1781175" y="0"/>
                  </a:moveTo>
                  <a:lnTo>
                    <a:pt x="1771650" y="0"/>
                  </a:lnTo>
                  <a:lnTo>
                    <a:pt x="1771650" y="9525"/>
                  </a:lnTo>
                  <a:lnTo>
                    <a:pt x="1781175" y="9525"/>
                  </a:lnTo>
                  <a:lnTo>
                    <a:pt x="1781175" y="0"/>
                  </a:lnTo>
                  <a:close/>
                </a:path>
                <a:path w="8524875" h="692150">
                  <a:moveTo>
                    <a:pt x="1838325" y="0"/>
                  </a:moveTo>
                  <a:lnTo>
                    <a:pt x="1828800" y="0"/>
                  </a:lnTo>
                  <a:lnTo>
                    <a:pt x="1828800" y="9525"/>
                  </a:lnTo>
                  <a:lnTo>
                    <a:pt x="1838325" y="9525"/>
                  </a:lnTo>
                  <a:lnTo>
                    <a:pt x="1838325" y="0"/>
                  </a:lnTo>
                  <a:close/>
                </a:path>
                <a:path w="8524875" h="692150">
                  <a:moveTo>
                    <a:pt x="1895475" y="0"/>
                  </a:moveTo>
                  <a:lnTo>
                    <a:pt x="1885950" y="0"/>
                  </a:lnTo>
                  <a:lnTo>
                    <a:pt x="1885950" y="9525"/>
                  </a:lnTo>
                  <a:lnTo>
                    <a:pt x="1895475" y="9525"/>
                  </a:lnTo>
                  <a:lnTo>
                    <a:pt x="1895475" y="0"/>
                  </a:lnTo>
                  <a:close/>
                </a:path>
                <a:path w="8524875" h="692150">
                  <a:moveTo>
                    <a:pt x="1952625" y="0"/>
                  </a:moveTo>
                  <a:lnTo>
                    <a:pt x="1943100" y="0"/>
                  </a:lnTo>
                  <a:lnTo>
                    <a:pt x="1943100" y="9525"/>
                  </a:lnTo>
                  <a:lnTo>
                    <a:pt x="1952625" y="9525"/>
                  </a:lnTo>
                  <a:lnTo>
                    <a:pt x="1952625" y="0"/>
                  </a:lnTo>
                  <a:close/>
                </a:path>
                <a:path w="8524875" h="692150">
                  <a:moveTo>
                    <a:pt x="2009775" y="0"/>
                  </a:moveTo>
                  <a:lnTo>
                    <a:pt x="2000250" y="0"/>
                  </a:lnTo>
                  <a:lnTo>
                    <a:pt x="2000250" y="9525"/>
                  </a:lnTo>
                  <a:lnTo>
                    <a:pt x="2009775" y="9525"/>
                  </a:lnTo>
                  <a:lnTo>
                    <a:pt x="2009775" y="0"/>
                  </a:lnTo>
                  <a:close/>
                </a:path>
                <a:path w="8524875" h="692150">
                  <a:moveTo>
                    <a:pt x="2066925" y="0"/>
                  </a:moveTo>
                  <a:lnTo>
                    <a:pt x="2057400" y="0"/>
                  </a:lnTo>
                  <a:lnTo>
                    <a:pt x="2057400" y="9525"/>
                  </a:lnTo>
                  <a:lnTo>
                    <a:pt x="2066925" y="9525"/>
                  </a:lnTo>
                  <a:lnTo>
                    <a:pt x="2066925" y="0"/>
                  </a:lnTo>
                  <a:close/>
                </a:path>
                <a:path w="8524875" h="692150">
                  <a:moveTo>
                    <a:pt x="2124075" y="0"/>
                  </a:moveTo>
                  <a:lnTo>
                    <a:pt x="2114550" y="0"/>
                  </a:lnTo>
                  <a:lnTo>
                    <a:pt x="2114550" y="9525"/>
                  </a:lnTo>
                  <a:lnTo>
                    <a:pt x="2124075" y="9525"/>
                  </a:lnTo>
                  <a:lnTo>
                    <a:pt x="2124075" y="0"/>
                  </a:lnTo>
                  <a:close/>
                </a:path>
                <a:path w="8524875" h="692150">
                  <a:moveTo>
                    <a:pt x="2181225" y="0"/>
                  </a:moveTo>
                  <a:lnTo>
                    <a:pt x="2171700" y="0"/>
                  </a:lnTo>
                  <a:lnTo>
                    <a:pt x="2171700" y="9525"/>
                  </a:lnTo>
                  <a:lnTo>
                    <a:pt x="2181225" y="9525"/>
                  </a:lnTo>
                  <a:lnTo>
                    <a:pt x="2181225" y="0"/>
                  </a:lnTo>
                  <a:close/>
                </a:path>
                <a:path w="8524875" h="692150">
                  <a:moveTo>
                    <a:pt x="2238375" y="0"/>
                  </a:moveTo>
                  <a:lnTo>
                    <a:pt x="2228850" y="0"/>
                  </a:lnTo>
                  <a:lnTo>
                    <a:pt x="2228850" y="9525"/>
                  </a:lnTo>
                  <a:lnTo>
                    <a:pt x="2238375" y="9525"/>
                  </a:lnTo>
                  <a:lnTo>
                    <a:pt x="2238375" y="0"/>
                  </a:lnTo>
                  <a:close/>
                </a:path>
                <a:path w="8524875" h="692150">
                  <a:moveTo>
                    <a:pt x="2295525" y="0"/>
                  </a:moveTo>
                  <a:lnTo>
                    <a:pt x="2286000" y="0"/>
                  </a:lnTo>
                  <a:lnTo>
                    <a:pt x="2286000" y="9525"/>
                  </a:lnTo>
                  <a:lnTo>
                    <a:pt x="2295525" y="9525"/>
                  </a:lnTo>
                  <a:lnTo>
                    <a:pt x="2295525" y="0"/>
                  </a:lnTo>
                  <a:close/>
                </a:path>
                <a:path w="8524875" h="692150">
                  <a:moveTo>
                    <a:pt x="2352675" y="0"/>
                  </a:moveTo>
                  <a:lnTo>
                    <a:pt x="2343150" y="0"/>
                  </a:lnTo>
                  <a:lnTo>
                    <a:pt x="2343150" y="9525"/>
                  </a:lnTo>
                  <a:lnTo>
                    <a:pt x="2352675" y="9525"/>
                  </a:lnTo>
                  <a:lnTo>
                    <a:pt x="2352675" y="0"/>
                  </a:lnTo>
                  <a:close/>
                </a:path>
                <a:path w="8524875" h="692150">
                  <a:moveTo>
                    <a:pt x="2409825" y="0"/>
                  </a:moveTo>
                  <a:lnTo>
                    <a:pt x="2400300" y="0"/>
                  </a:lnTo>
                  <a:lnTo>
                    <a:pt x="2400300" y="9525"/>
                  </a:lnTo>
                  <a:lnTo>
                    <a:pt x="2409825" y="9525"/>
                  </a:lnTo>
                  <a:lnTo>
                    <a:pt x="2409825" y="0"/>
                  </a:lnTo>
                  <a:close/>
                </a:path>
                <a:path w="8524875" h="692150">
                  <a:moveTo>
                    <a:pt x="2466975" y="0"/>
                  </a:moveTo>
                  <a:lnTo>
                    <a:pt x="2457450" y="0"/>
                  </a:lnTo>
                  <a:lnTo>
                    <a:pt x="2457450" y="9525"/>
                  </a:lnTo>
                  <a:lnTo>
                    <a:pt x="2466975" y="9525"/>
                  </a:lnTo>
                  <a:lnTo>
                    <a:pt x="2466975" y="0"/>
                  </a:lnTo>
                  <a:close/>
                </a:path>
                <a:path w="8524875" h="692150">
                  <a:moveTo>
                    <a:pt x="2524125" y="0"/>
                  </a:moveTo>
                  <a:lnTo>
                    <a:pt x="2514600" y="0"/>
                  </a:lnTo>
                  <a:lnTo>
                    <a:pt x="2514600" y="9525"/>
                  </a:lnTo>
                  <a:lnTo>
                    <a:pt x="2524125" y="9525"/>
                  </a:lnTo>
                  <a:lnTo>
                    <a:pt x="2524125" y="0"/>
                  </a:lnTo>
                  <a:close/>
                </a:path>
                <a:path w="8524875" h="692150">
                  <a:moveTo>
                    <a:pt x="2581275" y="0"/>
                  </a:moveTo>
                  <a:lnTo>
                    <a:pt x="2571750" y="0"/>
                  </a:lnTo>
                  <a:lnTo>
                    <a:pt x="2571750" y="9525"/>
                  </a:lnTo>
                  <a:lnTo>
                    <a:pt x="2581275" y="9525"/>
                  </a:lnTo>
                  <a:lnTo>
                    <a:pt x="2581275" y="0"/>
                  </a:lnTo>
                  <a:close/>
                </a:path>
                <a:path w="8524875" h="692150">
                  <a:moveTo>
                    <a:pt x="2638425" y="0"/>
                  </a:moveTo>
                  <a:lnTo>
                    <a:pt x="2628900" y="0"/>
                  </a:lnTo>
                  <a:lnTo>
                    <a:pt x="2628900" y="9525"/>
                  </a:lnTo>
                  <a:lnTo>
                    <a:pt x="2638425" y="9525"/>
                  </a:lnTo>
                  <a:lnTo>
                    <a:pt x="2638425" y="0"/>
                  </a:lnTo>
                  <a:close/>
                </a:path>
                <a:path w="8524875" h="692150">
                  <a:moveTo>
                    <a:pt x="2695575" y="0"/>
                  </a:moveTo>
                  <a:lnTo>
                    <a:pt x="2686050" y="0"/>
                  </a:lnTo>
                  <a:lnTo>
                    <a:pt x="2686050" y="9525"/>
                  </a:lnTo>
                  <a:lnTo>
                    <a:pt x="2695575" y="9525"/>
                  </a:lnTo>
                  <a:lnTo>
                    <a:pt x="2695575" y="0"/>
                  </a:lnTo>
                  <a:close/>
                </a:path>
                <a:path w="8524875" h="692150">
                  <a:moveTo>
                    <a:pt x="2752725" y="0"/>
                  </a:moveTo>
                  <a:lnTo>
                    <a:pt x="2743200" y="0"/>
                  </a:lnTo>
                  <a:lnTo>
                    <a:pt x="2743200" y="9525"/>
                  </a:lnTo>
                  <a:lnTo>
                    <a:pt x="2752725" y="9525"/>
                  </a:lnTo>
                  <a:lnTo>
                    <a:pt x="2752725" y="0"/>
                  </a:lnTo>
                  <a:close/>
                </a:path>
                <a:path w="8524875" h="692150">
                  <a:moveTo>
                    <a:pt x="7096125" y="682612"/>
                  </a:moveTo>
                  <a:lnTo>
                    <a:pt x="7086600" y="682612"/>
                  </a:lnTo>
                  <a:lnTo>
                    <a:pt x="7086600" y="692137"/>
                  </a:lnTo>
                  <a:lnTo>
                    <a:pt x="7096125" y="692137"/>
                  </a:lnTo>
                  <a:lnTo>
                    <a:pt x="7096125" y="682612"/>
                  </a:lnTo>
                  <a:close/>
                </a:path>
                <a:path w="8524875" h="692150">
                  <a:moveTo>
                    <a:pt x="7153275" y="682612"/>
                  </a:moveTo>
                  <a:lnTo>
                    <a:pt x="7143750" y="682612"/>
                  </a:lnTo>
                  <a:lnTo>
                    <a:pt x="7143750" y="692137"/>
                  </a:lnTo>
                  <a:lnTo>
                    <a:pt x="7153275" y="692137"/>
                  </a:lnTo>
                  <a:lnTo>
                    <a:pt x="7153275" y="682612"/>
                  </a:lnTo>
                  <a:close/>
                </a:path>
                <a:path w="8524875" h="692150">
                  <a:moveTo>
                    <a:pt x="7210425" y="682612"/>
                  </a:moveTo>
                  <a:lnTo>
                    <a:pt x="7200900" y="682612"/>
                  </a:lnTo>
                  <a:lnTo>
                    <a:pt x="7200900" y="692137"/>
                  </a:lnTo>
                  <a:lnTo>
                    <a:pt x="7210425" y="692137"/>
                  </a:lnTo>
                  <a:lnTo>
                    <a:pt x="7210425" y="682612"/>
                  </a:lnTo>
                  <a:close/>
                </a:path>
                <a:path w="8524875" h="692150">
                  <a:moveTo>
                    <a:pt x="7267575" y="682612"/>
                  </a:moveTo>
                  <a:lnTo>
                    <a:pt x="7258050" y="682612"/>
                  </a:lnTo>
                  <a:lnTo>
                    <a:pt x="7258050" y="692137"/>
                  </a:lnTo>
                  <a:lnTo>
                    <a:pt x="7267575" y="692137"/>
                  </a:lnTo>
                  <a:lnTo>
                    <a:pt x="7267575" y="682612"/>
                  </a:lnTo>
                  <a:close/>
                </a:path>
                <a:path w="8524875" h="692150">
                  <a:moveTo>
                    <a:pt x="7324725" y="682612"/>
                  </a:moveTo>
                  <a:lnTo>
                    <a:pt x="7315200" y="682612"/>
                  </a:lnTo>
                  <a:lnTo>
                    <a:pt x="7315200" y="692137"/>
                  </a:lnTo>
                  <a:lnTo>
                    <a:pt x="7324725" y="692137"/>
                  </a:lnTo>
                  <a:lnTo>
                    <a:pt x="7324725" y="682612"/>
                  </a:lnTo>
                  <a:close/>
                </a:path>
                <a:path w="8524875" h="692150">
                  <a:moveTo>
                    <a:pt x="7381875" y="682612"/>
                  </a:moveTo>
                  <a:lnTo>
                    <a:pt x="7372350" y="682612"/>
                  </a:lnTo>
                  <a:lnTo>
                    <a:pt x="7372350" y="692137"/>
                  </a:lnTo>
                  <a:lnTo>
                    <a:pt x="7381875" y="692137"/>
                  </a:lnTo>
                  <a:lnTo>
                    <a:pt x="7381875" y="682612"/>
                  </a:lnTo>
                  <a:close/>
                </a:path>
                <a:path w="8524875" h="692150">
                  <a:moveTo>
                    <a:pt x="7439025" y="682612"/>
                  </a:moveTo>
                  <a:lnTo>
                    <a:pt x="7429500" y="682612"/>
                  </a:lnTo>
                  <a:lnTo>
                    <a:pt x="7429500" y="692137"/>
                  </a:lnTo>
                  <a:lnTo>
                    <a:pt x="7439025" y="692137"/>
                  </a:lnTo>
                  <a:lnTo>
                    <a:pt x="7439025" y="682612"/>
                  </a:lnTo>
                  <a:close/>
                </a:path>
                <a:path w="8524875" h="692150">
                  <a:moveTo>
                    <a:pt x="7496175" y="682612"/>
                  </a:moveTo>
                  <a:lnTo>
                    <a:pt x="7486650" y="682612"/>
                  </a:lnTo>
                  <a:lnTo>
                    <a:pt x="7486650" y="692137"/>
                  </a:lnTo>
                  <a:lnTo>
                    <a:pt x="7496175" y="692137"/>
                  </a:lnTo>
                  <a:lnTo>
                    <a:pt x="7496175" y="682612"/>
                  </a:lnTo>
                  <a:close/>
                </a:path>
                <a:path w="8524875" h="692150">
                  <a:moveTo>
                    <a:pt x="7553325" y="682612"/>
                  </a:moveTo>
                  <a:lnTo>
                    <a:pt x="7543800" y="682612"/>
                  </a:lnTo>
                  <a:lnTo>
                    <a:pt x="7543800" y="692137"/>
                  </a:lnTo>
                  <a:lnTo>
                    <a:pt x="7553325" y="692137"/>
                  </a:lnTo>
                  <a:lnTo>
                    <a:pt x="7553325" y="682612"/>
                  </a:lnTo>
                  <a:close/>
                </a:path>
                <a:path w="8524875" h="692150">
                  <a:moveTo>
                    <a:pt x="7610475" y="682612"/>
                  </a:moveTo>
                  <a:lnTo>
                    <a:pt x="7600950" y="682612"/>
                  </a:lnTo>
                  <a:lnTo>
                    <a:pt x="7600950" y="692137"/>
                  </a:lnTo>
                  <a:lnTo>
                    <a:pt x="7610475" y="692137"/>
                  </a:lnTo>
                  <a:lnTo>
                    <a:pt x="7610475" y="682612"/>
                  </a:lnTo>
                  <a:close/>
                </a:path>
                <a:path w="8524875" h="692150">
                  <a:moveTo>
                    <a:pt x="7667625" y="682612"/>
                  </a:moveTo>
                  <a:lnTo>
                    <a:pt x="7658100" y="682612"/>
                  </a:lnTo>
                  <a:lnTo>
                    <a:pt x="7658100" y="692137"/>
                  </a:lnTo>
                  <a:lnTo>
                    <a:pt x="7667625" y="692137"/>
                  </a:lnTo>
                  <a:lnTo>
                    <a:pt x="7667625" y="682612"/>
                  </a:lnTo>
                  <a:close/>
                </a:path>
                <a:path w="8524875" h="692150">
                  <a:moveTo>
                    <a:pt x="7724775" y="682612"/>
                  </a:moveTo>
                  <a:lnTo>
                    <a:pt x="7715250" y="682612"/>
                  </a:lnTo>
                  <a:lnTo>
                    <a:pt x="7715250" y="692137"/>
                  </a:lnTo>
                  <a:lnTo>
                    <a:pt x="7724775" y="692137"/>
                  </a:lnTo>
                  <a:lnTo>
                    <a:pt x="7724775" y="682612"/>
                  </a:lnTo>
                  <a:close/>
                </a:path>
                <a:path w="8524875" h="692150">
                  <a:moveTo>
                    <a:pt x="7781925" y="682612"/>
                  </a:moveTo>
                  <a:lnTo>
                    <a:pt x="7772400" y="682612"/>
                  </a:lnTo>
                  <a:lnTo>
                    <a:pt x="7772400" y="692137"/>
                  </a:lnTo>
                  <a:lnTo>
                    <a:pt x="7781925" y="692137"/>
                  </a:lnTo>
                  <a:lnTo>
                    <a:pt x="7781925" y="682612"/>
                  </a:lnTo>
                  <a:close/>
                </a:path>
                <a:path w="8524875" h="692150">
                  <a:moveTo>
                    <a:pt x="7839075" y="682612"/>
                  </a:moveTo>
                  <a:lnTo>
                    <a:pt x="7829550" y="682612"/>
                  </a:lnTo>
                  <a:lnTo>
                    <a:pt x="7829550" y="692137"/>
                  </a:lnTo>
                  <a:lnTo>
                    <a:pt x="7839075" y="692137"/>
                  </a:lnTo>
                  <a:lnTo>
                    <a:pt x="7839075" y="682612"/>
                  </a:lnTo>
                  <a:close/>
                </a:path>
                <a:path w="8524875" h="692150">
                  <a:moveTo>
                    <a:pt x="7896225" y="682612"/>
                  </a:moveTo>
                  <a:lnTo>
                    <a:pt x="7886700" y="682612"/>
                  </a:lnTo>
                  <a:lnTo>
                    <a:pt x="7886700" y="692137"/>
                  </a:lnTo>
                  <a:lnTo>
                    <a:pt x="7896225" y="692137"/>
                  </a:lnTo>
                  <a:lnTo>
                    <a:pt x="7896225" y="682612"/>
                  </a:lnTo>
                  <a:close/>
                </a:path>
                <a:path w="8524875" h="692150">
                  <a:moveTo>
                    <a:pt x="7953375" y="682612"/>
                  </a:moveTo>
                  <a:lnTo>
                    <a:pt x="7943850" y="682612"/>
                  </a:lnTo>
                  <a:lnTo>
                    <a:pt x="7943850" y="692137"/>
                  </a:lnTo>
                  <a:lnTo>
                    <a:pt x="7953375" y="692137"/>
                  </a:lnTo>
                  <a:lnTo>
                    <a:pt x="7953375" y="682612"/>
                  </a:lnTo>
                  <a:close/>
                </a:path>
                <a:path w="8524875" h="692150">
                  <a:moveTo>
                    <a:pt x="8010525" y="682612"/>
                  </a:moveTo>
                  <a:lnTo>
                    <a:pt x="8001000" y="682612"/>
                  </a:lnTo>
                  <a:lnTo>
                    <a:pt x="8001000" y="692137"/>
                  </a:lnTo>
                  <a:lnTo>
                    <a:pt x="8010525" y="692137"/>
                  </a:lnTo>
                  <a:lnTo>
                    <a:pt x="8010525" y="682612"/>
                  </a:lnTo>
                  <a:close/>
                </a:path>
                <a:path w="8524875" h="692150">
                  <a:moveTo>
                    <a:pt x="8067675" y="682612"/>
                  </a:moveTo>
                  <a:lnTo>
                    <a:pt x="8058150" y="682612"/>
                  </a:lnTo>
                  <a:lnTo>
                    <a:pt x="8058150" y="692137"/>
                  </a:lnTo>
                  <a:lnTo>
                    <a:pt x="8067675" y="692137"/>
                  </a:lnTo>
                  <a:lnTo>
                    <a:pt x="8067675" y="682612"/>
                  </a:lnTo>
                  <a:close/>
                </a:path>
                <a:path w="8524875" h="692150">
                  <a:moveTo>
                    <a:pt x="8124825" y="682612"/>
                  </a:moveTo>
                  <a:lnTo>
                    <a:pt x="8115300" y="682612"/>
                  </a:lnTo>
                  <a:lnTo>
                    <a:pt x="8115300" y="692137"/>
                  </a:lnTo>
                  <a:lnTo>
                    <a:pt x="8124825" y="692137"/>
                  </a:lnTo>
                  <a:lnTo>
                    <a:pt x="8124825" y="682612"/>
                  </a:lnTo>
                  <a:close/>
                </a:path>
                <a:path w="8524875" h="692150">
                  <a:moveTo>
                    <a:pt x="8181975" y="682612"/>
                  </a:moveTo>
                  <a:lnTo>
                    <a:pt x="8172450" y="682612"/>
                  </a:lnTo>
                  <a:lnTo>
                    <a:pt x="8172450" y="692137"/>
                  </a:lnTo>
                  <a:lnTo>
                    <a:pt x="8181975" y="692137"/>
                  </a:lnTo>
                  <a:lnTo>
                    <a:pt x="8181975" y="682612"/>
                  </a:lnTo>
                  <a:close/>
                </a:path>
                <a:path w="8524875" h="692150">
                  <a:moveTo>
                    <a:pt x="8239125" y="682612"/>
                  </a:moveTo>
                  <a:lnTo>
                    <a:pt x="8229600" y="682612"/>
                  </a:lnTo>
                  <a:lnTo>
                    <a:pt x="8229600" y="692137"/>
                  </a:lnTo>
                  <a:lnTo>
                    <a:pt x="8239125" y="692137"/>
                  </a:lnTo>
                  <a:lnTo>
                    <a:pt x="8239125" y="682612"/>
                  </a:lnTo>
                  <a:close/>
                </a:path>
                <a:path w="8524875" h="692150">
                  <a:moveTo>
                    <a:pt x="8296275" y="682612"/>
                  </a:moveTo>
                  <a:lnTo>
                    <a:pt x="8286750" y="682612"/>
                  </a:lnTo>
                  <a:lnTo>
                    <a:pt x="8286750" y="692137"/>
                  </a:lnTo>
                  <a:lnTo>
                    <a:pt x="8296275" y="692137"/>
                  </a:lnTo>
                  <a:lnTo>
                    <a:pt x="8296275" y="682612"/>
                  </a:lnTo>
                  <a:close/>
                </a:path>
                <a:path w="8524875" h="692150">
                  <a:moveTo>
                    <a:pt x="8353425" y="682612"/>
                  </a:moveTo>
                  <a:lnTo>
                    <a:pt x="8343900" y="682612"/>
                  </a:lnTo>
                  <a:lnTo>
                    <a:pt x="8343900" y="692137"/>
                  </a:lnTo>
                  <a:lnTo>
                    <a:pt x="8353425" y="692137"/>
                  </a:lnTo>
                  <a:lnTo>
                    <a:pt x="8353425" y="682612"/>
                  </a:lnTo>
                  <a:close/>
                </a:path>
                <a:path w="8524875" h="692150">
                  <a:moveTo>
                    <a:pt x="8410575" y="682612"/>
                  </a:moveTo>
                  <a:lnTo>
                    <a:pt x="8401050" y="682612"/>
                  </a:lnTo>
                  <a:lnTo>
                    <a:pt x="8401050" y="692137"/>
                  </a:lnTo>
                  <a:lnTo>
                    <a:pt x="8410575" y="692137"/>
                  </a:lnTo>
                  <a:lnTo>
                    <a:pt x="8410575" y="682612"/>
                  </a:lnTo>
                  <a:close/>
                </a:path>
                <a:path w="8524875" h="692150">
                  <a:moveTo>
                    <a:pt x="8467725" y="682612"/>
                  </a:moveTo>
                  <a:lnTo>
                    <a:pt x="8458200" y="682612"/>
                  </a:lnTo>
                  <a:lnTo>
                    <a:pt x="8458200" y="692137"/>
                  </a:lnTo>
                  <a:lnTo>
                    <a:pt x="8467725" y="692137"/>
                  </a:lnTo>
                  <a:lnTo>
                    <a:pt x="8467725" y="682612"/>
                  </a:lnTo>
                  <a:close/>
                </a:path>
                <a:path w="8524875" h="692150">
                  <a:moveTo>
                    <a:pt x="8524875" y="682612"/>
                  </a:moveTo>
                  <a:lnTo>
                    <a:pt x="8515350" y="682612"/>
                  </a:lnTo>
                  <a:lnTo>
                    <a:pt x="8515350" y="692137"/>
                  </a:lnTo>
                  <a:lnTo>
                    <a:pt x="8524875" y="692137"/>
                  </a:lnTo>
                  <a:lnTo>
                    <a:pt x="8524875" y="682612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600825" y="2867037"/>
              <a:ext cx="4010025" cy="9525"/>
            </a:xfrm>
            <a:custGeom>
              <a:avLst/>
              <a:gdLst/>
              <a:ahLst/>
              <a:cxnLst/>
              <a:rect l="l" t="t" r="r" b="b"/>
              <a:pathLst>
                <a:path w="4010025" h="9525">
                  <a:moveTo>
                    <a:pt x="95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  <a:path w="4010025" h="9525">
                  <a:moveTo>
                    <a:pt x="66675" y="0"/>
                  </a:moveTo>
                  <a:lnTo>
                    <a:pt x="57150" y="0"/>
                  </a:lnTo>
                  <a:lnTo>
                    <a:pt x="57150" y="9525"/>
                  </a:lnTo>
                  <a:lnTo>
                    <a:pt x="66675" y="9525"/>
                  </a:lnTo>
                  <a:lnTo>
                    <a:pt x="66675" y="0"/>
                  </a:lnTo>
                  <a:close/>
                </a:path>
                <a:path w="4010025" h="9525">
                  <a:moveTo>
                    <a:pt x="123825" y="0"/>
                  </a:moveTo>
                  <a:lnTo>
                    <a:pt x="114300" y="0"/>
                  </a:lnTo>
                  <a:lnTo>
                    <a:pt x="114300" y="9525"/>
                  </a:lnTo>
                  <a:lnTo>
                    <a:pt x="123825" y="9525"/>
                  </a:lnTo>
                  <a:lnTo>
                    <a:pt x="123825" y="0"/>
                  </a:lnTo>
                  <a:close/>
                </a:path>
                <a:path w="4010025" h="9525">
                  <a:moveTo>
                    <a:pt x="180975" y="0"/>
                  </a:moveTo>
                  <a:lnTo>
                    <a:pt x="171450" y="0"/>
                  </a:lnTo>
                  <a:lnTo>
                    <a:pt x="171450" y="9525"/>
                  </a:lnTo>
                  <a:lnTo>
                    <a:pt x="180975" y="9525"/>
                  </a:lnTo>
                  <a:lnTo>
                    <a:pt x="180975" y="0"/>
                  </a:lnTo>
                  <a:close/>
                </a:path>
                <a:path w="4010025" h="9525">
                  <a:moveTo>
                    <a:pt x="238125" y="0"/>
                  </a:moveTo>
                  <a:lnTo>
                    <a:pt x="228600" y="0"/>
                  </a:lnTo>
                  <a:lnTo>
                    <a:pt x="228600" y="9525"/>
                  </a:lnTo>
                  <a:lnTo>
                    <a:pt x="238125" y="9525"/>
                  </a:lnTo>
                  <a:lnTo>
                    <a:pt x="238125" y="0"/>
                  </a:lnTo>
                  <a:close/>
                </a:path>
                <a:path w="4010025" h="9525">
                  <a:moveTo>
                    <a:pt x="295275" y="0"/>
                  </a:moveTo>
                  <a:lnTo>
                    <a:pt x="285750" y="0"/>
                  </a:lnTo>
                  <a:lnTo>
                    <a:pt x="285750" y="9525"/>
                  </a:lnTo>
                  <a:lnTo>
                    <a:pt x="295275" y="9525"/>
                  </a:lnTo>
                  <a:lnTo>
                    <a:pt x="295275" y="0"/>
                  </a:lnTo>
                  <a:close/>
                </a:path>
                <a:path w="4010025" h="9525">
                  <a:moveTo>
                    <a:pt x="352425" y="0"/>
                  </a:moveTo>
                  <a:lnTo>
                    <a:pt x="342900" y="0"/>
                  </a:lnTo>
                  <a:lnTo>
                    <a:pt x="342900" y="9525"/>
                  </a:lnTo>
                  <a:lnTo>
                    <a:pt x="352425" y="9525"/>
                  </a:lnTo>
                  <a:lnTo>
                    <a:pt x="352425" y="0"/>
                  </a:lnTo>
                  <a:close/>
                </a:path>
                <a:path w="4010025" h="9525">
                  <a:moveTo>
                    <a:pt x="409575" y="0"/>
                  </a:moveTo>
                  <a:lnTo>
                    <a:pt x="400050" y="0"/>
                  </a:lnTo>
                  <a:lnTo>
                    <a:pt x="400050" y="9525"/>
                  </a:lnTo>
                  <a:lnTo>
                    <a:pt x="409575" y="9525"/>
                  </a:lnTo>
                  <a:lnTo>
                    <a:pt x="409575" y="0"/>
                  </a:lnTo>
                  <a:close/>
                </a:path>
                <a:path w="4010025" h="9525">
                  <a:moveTo>
                    <a:pt x="466725" y="0"/>
                  </a:moveTo>
                  <a:lnTo>
                    <a:pt x="457200" y="0"/>
                  </a:lnTo>
                  <a:lnTo>
                    <a:pt x="457200" y="9525"/>
                  </a:lnTo>
                  <a:lnTo>
                    <a:pt x="466725" y="9525"/>
                  </a:lnTo>
                  <a:lnTo>
                    <a:pt x="466725" y="0"/>
                  </a:lnTo>
                  <a:close/>
                </a:path>
                <a:path w="4010025" h="9525">
                  <a:moveTo>
                    <a:pt x="523875" y="0"/>
                  </a:moveTo>
                  <a:lnTo>
                    <a:pt x="514350" y="0"/>
                  </a:lnTo>
                  <a:lnTo>
                    <a:pt x="514350" y="9525"/>
                  </a:lnTo>
                  <a:lnTo>
                    <a:pt x="523875" y="9525"/>
                  </a:lnTo>
                  <a:lnTo>
                    <a:pt x="523875" y="0"/>
                  </a:lnTo>
                  <a:close/>
                </a:path>
                <a:path w="4010025" h="9525">
                  <a:moveTo>
                    <a:pt x="581025" y="0"/>
                  </a:moveTo>
                  <a:lnTo>
                    <a:pt x="571500" y="0"/>
                  </a:lnTo>
                  <a:lnTo>
                    <a:pt x="571500" y="9525"/>
                  </a:lnTo>
                  <a:lnTo>
                    <a:pt x="581025" y="9525"/>
                  </a:lnTo>
                  <a:lnTo>
                    <a:pt x="581025" y="0"/>
                  </a:lnTo>
                  <a:close/>
                </a:path>
                <a:path w="4010025" h="9525">
                  <a:moveTo>
                    <a:pt x="638175" y="0"/>
                  </a:moveTo>
                  <a:lnTo>
                    <a:pt x="628650" y="0"/>
                  </a:lnTo>
                  <a:lnTo>
                    <a:pt x="628650" y="9525"/>
                  </a:lnTo>
                  <a:lnTo>
                    <a:pt x="638175" y="9525"/>
                  </a:lnTo>
                  <a:lnTo>
                    <a:pt x="638175" y="0"/>
                  </a:lnTo>
                  <a:close/>
                </a:path>
                <a:path w="4010025" h="9525">
                  <a:moveTo>
                    <a:pt x="695325" y="0"/>
                  </a:moveTo>
                  <a:lnTo>
                    <a:pt x="685800" y="0"/>
                  </a:lnTo>
                  <a:lnTo>
                    <a:pt x="685800" y="9525"/>
                  </a:lnTo>
                  <a:lnTo>
                    <a:pt x="695325" y="9525"/>
                  </a:lnTo>
                  <a:lnTo>
                    <a:pt x="695325" y="0"/>
                  </a:lnTo>
                  <a:close/>
                </a:path>
                <a:path w="4010025" h="9525">
                  <a:moveTo>
                    <a:pt x="752475" y="0"/>
                  </a:moveTo>
                  <a:lnTo>
                    <a:pt x="742950" y="0"/>
                  </a:lnTo>
                  <a:lnTo>
                    <a:pt x="742950" y="9525"/>
                  </a:lnTo>
                  <a:lnTo>
                    <a:pt x="752475" y="9525"/>
                  </a:lnTo>
                  <a:lnTo>
                    <a:pt x="752475" y="0"/>
                  </a:lnTo>
                  <a:close/>
                </a:path>
                <a:path w="4010025" h="9525">
                  <a:moveTo>
                    <a:pt x="809625" y="0"/>
                  </a:moveTo>
                  <a:lnTo>
                    <a:pt x="800100" y="0"/>
                  </a:lnTo>
                  <a:lnTo>
                    <a:pt x="800100" y="9525"/>
                  </a:lnTo>
                  <a:lnTo>
                    <a:pt x="809625" y="9525"/>
                  </a:lnTo>
                  <a:lnTo>
                    <a:pt x="809625" y="0"/>
                  </a:lnTo>
                  <a:close/>
                </a:path>
                <a:path w="4010025" h="9525">
                  <a:moveTo>
                    <a:pt x="866775" y="0"/>
                  </a:moveTo>
                  <a:lnTo>
                    <a:pt x="857250" y="0"/>
                  </a:lnTo>
                  <a:lnTo>
                    <a:pt x="857250" y="9525"/>
                  </a:lnTo>
                  <a:lnTo>
                    <a:pt x="866775" y="9525"/>
                  </a:lnTo>
                  <a:lnTo>
                    <a:pt x="866775" y="0"/>
                  </a:lnTo>
                  <a:close/>
                </a:path>
                <a:path w="4010025" h="9525">
                  <a:moveTo>
                    <a:pt x="923925" y="0"/>
                  </a:moveTo>
                  <a:lnTo>
                    <a:pt x="914400" y="0"/>
                  </a:lnTo>
                  <a:lnTo>
                    <a:pt x="914400" y="9525"/>
                  </a:lnTo>
                  <a:lnTo>
                    <a:pt x="923925" y="9525"/>
                  </a:lnTo>
                  <a:lnTo>
                    <a:pt x="923925" y="0"/>
                  </a:lnTo>
                  <a:close/>
                </a:path>
                <a:path w="4010025" h="9525">
                  <a:moveTo>
                    <a:pt x="981075" y="0"/>
                  </a:moveTo>
                  <a:lnTo>
                    <a:pt x="971550" y="0"/>
                  </a:lnTo>
                  <a:lnTo>
                    <a:pt x="971550" y="9525"/>
                  </a:lnTo>
                  <a:lnTo>
                    <a:pt x="981075" y="9525"/>
                  </a:lnTo>
                  <a:lnTo>
                    <a:pt x="981075" y="0"/>
                  </a:lnTo>
                  <a:close/>
                </a:path>
                <a:path w="4010025" h="9525">
                  <a:moveTo>
                    <a:pt x="1038225" y="0"/>
                  </a:moveTo>
                  <a:lnTo>
                    <a:pt x="1028700" y="0"/>
                  </a:lnTo>
                  <a:lnTo>
                    <a:pt x="1028700" y="9525"/>
                  </a:lnTo>
                  <a:lnTo>
                    <a:pt x="1038225" y="9525"/>
                  </a:lnTo>
                  <a:lnTo>
                    <a:pt x="1038225" y="0"/>
                  </a:lnTo>
                  <a:close/>
                </a:path>
                <a:path w="4010025" h="9525">
                  <a:moveTo>
                    <a:pt x="1095375" y="0"/>
                  </a:moveTo>
                  <a:lnTo>
                    <a:pt x="1085850" y="0"/>
                  </a:lnTo>
                  <a:lnTo>
                    <a:pt x="1085850" y="9525"/>
                  </a:lnTo>
                  <a:lnTo>
                    <a:pt x="1095375" y="9525"/>
                  </a:lnTo>
                  <a:lnTo>
                    <a:pt x="1095375" y="0"/>
                  </a:lnTo>
                  <a:close/>
                </a:path>
                <a:path w="4010025" h="9525">
                  <a:moveTo>
                    <a:pt x="1152525" y="0"/>
                  </a:moveTo>
                  <a:lnTo>
                    <a:pt x="1143000" y="0"/>
                  </a:lnTo>
                  <a:lnTo>
                    <a:pt x="1143000" y="9525"/>
                  </a:lnTo>
                  <a:lnTo>
                    <a:pt x="1152525" y="9525"/>
                  </a:lnTo>
                  <a:lnTo>
                    <a:pt x="1152525" y="0"/>
                  </a:lnTo>
                  <a:close/>
                </a:path>
                <a:path w="4010025" h="9525">
                  <a:moveTo>
                    <a:pt x="1209675" y="0"/>
                  </a:moveTo>
                  <a:lnTo>
                    <a:pt x="1200150" y="0"/>
                  </a:lnTo>
                  <a:lnTo>
                    <a:pt x="1200150" y="9525"/>
                  </a:lnTo>
                  <a:lnTo>
                    <a:pt x="1209675" y="9525"/>
                  </a:lnTo>
                  <a:lnTo>
                    <a:pt x="1209675" y="0"/>
                  </a:lnTo>
                  <a:close/>
                </a:path>
                <a:path w="4010025" h="9525">
                  <a:moveTo>
                    <a:pt x="1266825" y="0"/>
                  </a:moveTo>
                  <a:lnTo>
                    <a:pt x="1257300" y="0"/>
                  </a:lnTo>
                  <a:lnTo>
                    <a:pt x="1257300" y="9525"/>
                  </a:lnTo>
                  <a:lnTo>
                    <a:pt x="1266825" y="9525"/>
                  </a:lnTo>
                  <a:lnTo>
                    <a:pt x="1266825" y="0"/>
                  </a:lnTo>
                  <a:close/>
                </a:path>
                <a:path w="4010025" h="9525">
                  <a:moveTo>
                    <a:pt x="1323975" y="0"/>
                  </a:moveTo>
                  <a:lnTo>
                    <a:pt x="1314450" y="0"/>
                  </a:lnTo>
                  <a:lnTo>
                    <a:pt x="1314450" y="9525"/>
                  </a:lnTo>
                  <a:lnTo>
                    <a:pt x="1323975" y="9525"/>
                  </a:lnTo>
                  <a:lnTo>
                    <a:pt x="1323975" y="0"/>
                  </a:lnTo>
                  <a:close/>
                </a:path>
                <a:path w="4010025" h="9525">
                  <a:moveTo>
                    <a:pt x="1381125" y="0"/>
                  </a:moveTo>
                  <a:lnTo>
                    <a:pt x="1371600" y="0"/>
                  </a:lnTo>
                  <a:lnTo>
                    <a:pt x="1371600" y="9525"/>
                  </a:lnTo>
                  <a:lnTo>
                    <a:pt x="1381125" y="9525"/>
                  </a:lnTo>
                  <a:lnTo>
                    <a:pt x="1381125" y="0"/>
                  </a:lnTo>
                  <a:close/>
                </a:path>
                <a:path w="4010025" h="9525">
                  <a:moveTo>
                    <a:pt x="1438275" y="0"/>
                  </a:moveTo>
                  <a:lnTo>
                    <a:pt x="1428750" y="0"/>
                  </a:lnTo>
                  <a:lnTo>
                    <a:pt x="1428750" y="9525"/>
                  </a:lnTo>
                  <a:lnTo>
                    <a:pt x="1438275" y="9525"/>
                  </a:lnTo>
                  <a:lnTo>
                    <a:pt x="1438275" y="0"/>
                  </a:lnTo>
                  <a:close/>
                </a:path>
                <a:path w="4010025" h="9525">
                  <a:moveTo>
                    <a:pt x="1495425" y="0"/>
                  </a:moveTo>
                  <a:lnTo>
                    <a:pt x="1485900" y="0"/>
                  </a:lnTo>
                  <a:lnTo>
                    <a:pt x="1485900" y="9525"/>
                  </a:lnTo>
                  <a:lnTo>
                    <a:pt x="1495425" y="9525"/>
                  </a:lnTo>
                  <a:lnTo>
                    <a:pt x="1495425" y="0"/>
                  </a:lnTo>
                  <a:close/>
                </a:path>
                <a:path w="4010025" h="9525">
                  <a:moveTo>
                    <a:pt x="1552575" y="0"/>
                  </a:moveTo>
                  <a:lnTo>
                    <a:pt x="1543050" y="0"/>
                  </a:lnTo>
                  <a:lnTo>
                    <a:pt x="1543050" y="9525"/>
                  </a:lnTo>
                  <a:lnTo>
                    <a:pt x="1552575" y="9525"/>
                  </a:lnTo>
                  <a:lnTo>
                    <a:pt x="1552575" y="0"/>
                  </a:lnTo>
                  <a:close/>
                </a:path>
                <a:path w="4010025" h="9525">
                  <a:moveTo>
                    <a:pt x="1609725" y="0"/>
                  </a:moveTo>
                  <a:lnTo>
                    <a:pt x="1600200" y="0"/>
                  </a:lnTo>
                  <a:lnTo>
                    <a:pt x="1600200" y="9525"/>
                  </a:lnTo>
                  <a:lnTo>
                    <a:pt x="1609725" y="9525"/>
                  </a:lnTo>
                  <a:lnTo>
                    <a:pt x="1609725" y="0"/>
                  </a:lnTo>
                  <a:close/>
                </a:path>
                <a:path w="4010025" h="9525">
                  <a:moveTo>
                    <a:pt x="1666875" y="0"/>
                  </a:moveTo>
                  <a:lnTo>
                    <a:pt x="1657350" y="0"/>
                  </a:lnTo>
                  <a:lnTo>
                    <a:pt x="1657350" y="9525"/>
                  </a:lnTo>
                  <a:lnTo>
                    <a:pt x="1666875" y="9525"/>
                  </a:lnTo>
                  <a:lnTo>
                    <a:pt x="1666875" y="0"/>
                  </a:lnTo>
                  <a:close/>
                </a:path>
                <a:path w="4010025" h="9525">
                  <a:moveTo>
                    <a:pt x="1724025" y="0"/>
                  </a:moveTo>
                  <a:lnTo>
                    <a:pt x="1714500" y="0"/>
                  </a:lnTo>
                  <a:lnTo>
                    <a:pt x="1714500" y="9525"/>
                  </a:lnTo>
                  <a:lnTo>
                    <a:pt x="1724025" y="9525"/>
                  </a:lnTo>
                  <a:lnTo>
                    <a:pt x="1724025" y="0"/>
                  </a:lnTo>
                  <a:close/>
                </a:path>
                <a:path w="4010025" h="9525">
                  <a:moveTo>
                    <a:pt x="1781175" y="0"/>
                  </a:moveTo>
                  <a:lnTo>
                    <a:pt x="1771650" y="0"/>
                  </a:lnTo>
                  <a:lnTo>
                    <a:pt x="1771650" y="9525"/>
                  </a:lnTo>
                  <a:lnTo>
                    <a:pt x="1781175" y="9525"/>
                  </a:lnTo>
                  <a:lnTo>
                    <a:pt x="1781175" y="0"/>
                  </a:lnTo>
                  <a:close/>
                </a:path>
                <a:path w="4010025" h="9525">
                  <a:moveTo>
                    <a:pt x="1838325" y="0"/>
                  </a:moveTo>
                  <a:lnTo>
                    <a:pt x="1828800" y="0"/>
                  </a:lnTo>
                  <a:lnTo>
                    <a:pt x="1828800" y="9525"/>
                  </a:lnTo>
                  <a:lnTo>
                    <a:pt x="1838325" y="9525"/>
                  </a:lnTo>
                  <a:lnTo>
                    <a:pt x="1838325" y="0"/>
                  </a:lnTo>
                  <a:close/>
                </a:path>
                <a:path w="4010025" h="9525">
                  <a:moveTo>
                    <a:pt x="1895475" y="0"/>
                  </a:moveTo>
                  <a:lnTo>
                    <a:pt x="1885950" y="0"/>
                  </a:lnTo>
                  <a:lnTo>
                    <a:pt x="1885950" y="9525"/>
                  </a:lnTo>
                  <a:lnTo>
                    <a:pt x="1895475" y="9525"/>
                  </a:lnTo>
                  <a:lnTo>
                    <a:pt x="1895475" y="0"/>
                  </a:lnTo>
                  <a:close/>
                </a:path>
                <a:path w="4010025" h="9525">
                  <a:moveTo>
                    <a:pt x="1952625" y="0"/>
                  </a:moveTo>
                  <a:lnTo>
                    <a:pt x="1943100" y="0"/>
                  </a:lnTo>
                  <a:lnTo>
                    <a:pt x="1943100" y="9525"/>
                  </a:lnTo>
                  <a:lnTo>
                    <a:pt x="1952625" y="9525"/>
                  </a:lnTo>
                  <a:lnTo>
                    <a:pt x="1952625" y="0"/>
                  </a:lnTo>
                  <a:close/>
                </a:path>
                <a:path w="4010025" h="9525">
                  <a:moveTo>
                    <a:pt x="2009775" y="0"/>
                  </a:moveTo>
                  <a:lnTo>
                    <a:pt x="2000250" y="0"/>
                  </a:lnTo>
                  <a:lnTo>
                    <a:pt x="2000250" y="9525"/>
                  </a:lnTo>
                  <a:lnTo>
                    <a:pt x="2009775" y="9525"/>
                  </a:lnTo>
                  <a:lnTo>
                    <a:pt x="2009775" y="0"/>
                  </a:lnTo>
                  <a:close/>
                </a:path>
                <a:path w="4010025" h="9525">
                  <a:moveTo>
                    <a:pt x="2066925" y="0"/>
                  </a:moveTo>
                  <a:lnTo>
                    <a:pt x="2057400" y="0"/>
                  </a:lnTo>
                  <a:lnTo>
                    <a:pt x="2057400" y="9525"/>
                  </a:lnTo>
                  <a:lnTo>
                    <a:pt x="2066925" y="9525"/>
                  </a:lnTo>
                  <a:lnTo>
                    <a:pt x="2066925" y="0"/>
                  </a:lnTo>
                  <a:close/>
                </a:path>
                <a:path w="4010025" h="9525">
                  <a:moveTo>
                    <a:pt x="2124075" y="0"/>
                  </a:moveTo>
                  <a:lnTo>
                    <a:pt x="2114550" y="0"/>
                  </a:lnTo>
                  <a:lnTo>
                    <a:pt x="2114550" y="9525"/>
                  </a:lnTo>
                  <a:lnTo>
                    <a:pt x="2124075" y="9525"/>
                  </a:lnTo>
                  <a:lnTo>
                    <a:pt x="2124075" y="0"/>
                  </a:lnTo>
                  <a:close/>
                </a:path>
                <a:path w="4010025" h="9525">
                  <a:moveTo>
                    <a:pt x="2181225" y="0"/>
                  </a:moveTo>
                  <a:lnTo>
                    <a:pt x="2171700" y="0"/>
                  </a:lnTo>
                  <a:lnTo>
                    <a:pt x="2171700" y="9525"/>
                  </a:lnTo>
                  <a:lnTo>
                    <a:pt x="2181225" y="9525"/>
                  </a:lnTo>
                  <a:lnTo>
                    <a:pt x="2181225" y="0"/>
                  </a:lnTo>
                  <a:close/>
                </a:path>
                <a:path w="4010025" h="9525">
                  <a:moveTo>
                    <a:pt x="2238375" y="0"/>
                  </a:moveTo>
                  <a:lnTo>
                    <a:pt x="2228850" y="0"/>
                  </a:lnTo>
                  <a:lnTo>
                    <a:pt x="2228850" y="9525"/>
                  </a:lnTo>
                  <a:lnTo>
                    <a:pt x="2238375" y="9525"/>
                  </a:lnTo>
                  <a:lnTo>
                    <a:pt x="2238375" y="0"/>
                  </a:lnTo>
                  <a:close/>
                </a:path>
                <a:path w="4010025" h="9525">
                  <a:moveTo>
                    <a:pt x="2295525" y="0"/>
                  </a:moveTo>
                  <a:lnTo>
                    <a:pt x="2286000" y="0"/>
                  </a:lnTo>
                  <a:lnTo>
                    <a:pt x="2286000" y="9525"/>
                  </a:lnTo>
                  <a:lnTo>
                    <a:pt x="2295525" y="9525"/>
                  </a:lnTo>
                  <a:lnTo>
                    <a:pt x="2295525" y="0"/>
                  </a:lnTo>
                  <a:close/>
                </a:path>
                <a:path w="4010025" h="9525">
                  <a:moveTo>
                    <a:pt x="2352675" y="0"/>
                  </a:moveTo>
                  <a:lnTo>
                    <a:pt x="2343150" y="0"/>
                  </a:lnTo>
                  <a:lnTo>
                    <a:pt x="2343150" y="9525"/>
                  </a:lnTo>
                  <a:lnTo>
                    <a:pt x="2352675" y="9525"/>
                  </a:lnTo>
                  <a:lnTo>
                    <a:pt x="2352675" y="0"/>
                  </a:lnTo>
                  <a:close/>
                </a:path>
                <a:path w="4010025" h="9525">
                  <a:moveTo>
                    <a:pt x="2409825" y="0"/>
                  </a:moveTo>
                  <a:lnTo>
                    <a:pt x="2400300" y="0"/>
                  </a:lnTo>
                  <a:lnTo>
                    <a:pt x="2400300" y="9525"/>
                  </a:lnTo>
                  <a:lnTo>
                    <a:pt x="2409825" y="9525"/>
                  </a:lnTo>
                  <a:lnTo>
                    <a:pt x="2409825" y="0"/>
                  </a:lnTo>
                  <a:close/>
                </a:path>
                <a:path w="4010025" h="9525">
                  <a:moveTo>
                    <a:pt x="2466975" y="0"/>
                  </a:moveTo>
                  <a:lnTo>
                    <a:pt x="2457450" y="0"/>
                  </a:lnTo>
                  <a:lnTo>
                    <a:pt x="2457450" y="9525"/>
                  </a:lnTo>
                  <a:lnTo>
                    <a:pt x="2466975" y="9525"/>
                  </a:lnTo>
                  <a:lnTo>
                    <a:pt x="2466975" y="0"/>
                  </a:lnTo>
                  <a:close/>
                </a:path>
                <a:path w="4010025" h="9525">
                  <a:moveTo>
                    <a:pt x="2524125" y="0"/>
                  </a:moveTo>
                  <a:lnTo>
                    <a:pt x="2514600" y="0"/>
                  </a:lnTo>
                  <a:lnTo>
                    <a:pt x="2514600" y="9525"/>
                  </a:lnTo>
                  <a:lnTo>
                    <a:pt x="2524125" y="9525"/>
                  </a:lnTo>
                  <a:lnTo>
                    <a:pt x="2524125" y="0"/>
                  </a:lnTo>
                  <a:close/>
                </a:path>
                <a:path w="4010025" h="9525">
                  <a:moveTo>
                    <a:pt x="2581275" y="0"/>
                  </a:moveTo>
                  <a:lnTo>
                    <a:pt x="2571750" y="0"/>
                  </a:lnTo>
                  <a:lnTo>
                    <a:pt x="2571750" y="9525"/>
                  </a:lnTo>
                  <a:lnTo>
                    <a:pt x="2581275" y="9525"/>
                  </a:lnTo>
                  <a:lnTo>
                    <a:pt x="2581275" y="0"/>
                  </a:lnTo>
                  <a:close/>
                </a:path>
                <a:path w="4010025" h="9525">
                  <a:moveTo>
                    <a:pt x="2638425" y="0"/>
                  </a:moveTo>
                  <a:lnTo>
                    <a:pt x="2628900" y="0"/>
                  </a:lnTo>
                  <a:lnTo>
                    <a:pt x="2628900" y="9525"/>
                  </a:lnTo>
                  <a:lnTo>
                    <a:pt x="2638425" y="9525"/>
                  </a:lnTo>
                  <a:lnTo>
                    <a:pt x="2638425" y="0"/>
                  </a:lnTo>
                  <a:close/>
                </a:path>
                <a:path w="4010025" h="9525">
                  <a:moveTo>
                    <a:pt x="2695575" y="0"/>
                  </a:moveTo>
                  <a:lnTo>
                    <a:pt x="2686050" y="0"/>
                  </a:lnTo>
                  <a:lnTo>
                    <a:pt x="2686050" y="9525"/>
                  </a:lnTo>
                  <a:lnTo>
                    <a:pt x="2695575" y="9525"/>
                  </a:lnTo>
                  <a:lnTo>
                    <a:pt x="2695575" y="0"/>
                  </a:lnTo>
                  <a:close/>
                </a:path>
                <a:path w="4010025" h="9525">
                  <a:moveTo>
                    <a:pt x="2752725" y="0"/>
                  </a:moveTo>
                  <a:lnTo>
                    <a:pt x="2743200" y="0"/>
                  </a:lnTo>
                  <a:lnTo>
                    <a:pt x="2743200" y="9525"/>
                  </a:lnTo>
                  <a:lnTo>
                    <a:pt x="2752725" y="9525"/>
                  </a:lnTo>
                  <a:lnTo>
                    <a:pt x="2752725" y="0"/>
                  </a:lnTo>
                  <a:close/>
                </a:path>
                <a:path w="4010025" h="9525">
                  <a:moveTo>
                    <a:pt x="2809875" y="0"/>
                  </a:moveTo>
                  <a:lnTo>
                    <a:pt x="2800350" y="0"/>
                  </a:lnTo>
                  <a:lnTo>
                    <a:pt x="2800350" y="9525"/>
                  </a:lnTo>
                  <a:lnTo>
                    <a:pt x="2809875" y="9525"/>
                  </a:lnTo>
                  <a:lnTo>
                    <a:pt x="2809875" y="0"/>
                  </a:lnTo>
                  <a:close/>
                </a:path>
                <a:path w="4010025" h="9525">
                  <a:moveTo>
                    <a:pt x="2867025" y="0"/>
                  </a:moveTo>
                  <a:lnTo>
                    <a:pt x="2857500" y="0"/>
                  </a:lnTo>
                  <a:lnTo>
                    <a:pt x="2857500" y="9525"/>
                  </a:lnTo>
                  <a:lnTo>
                    <a:pt x="2867025" y="9525"/>
                  </a:lnTo>
                  <a:lnTo>
                    <a:pt x="2867025" y="0"/>
                  </a:lnTo>
                  <a:close/>
                </a:path>
                <a:path w="4010025" h="9525">
                  <a:moveTo>
                    <a:pt x="2924175" y="0"/>
                  </a:moveTo>
                  <a:lnTo>
                    <a:pt x="2914650" y="0"/>
                  </a:lnTo>
                  <a:lnTo>
                    <a:pt x="2914650" y="9525"/>
                  </a:lnTo>
                  <a:lnTo>
                    <a:pt x="2924175" y="9525"/>
                  </a:lnTo>
                  <a:lnTo>
                    <a:pt x="2924175" y="0"/>
                  </a:lnTo>
                  <a:close/>
                </a:path>
                <a:path w="4010025" h="9525">
                  <a:moveTo>
                    <a:pt x="2981325" y="0"/>
                  </a:moveTo>
                  <a:lnTo>
                    <a:pt x="2971800" y="0"/>
                  </a:lnTo>
                  <a:lnTo>
                    <a:pt x="2971800" y="9525"/>
                  </a:lnTo>
                  <a:lnTo>
                    <a:pt x="2981325" y="9525"/>
                  </a:lnTo>
                  <a:lnTo>
                    <a:pt x="2981325" y="0"/>
                  </a:lnTo>
                  <a:close/>
                </a:path>
                <a:path w="4010025" h="9525">
                  <a:moveTo>
                    <a:pt x="3038475" y="0"/>
                  </a:moveTo>
                  <a:lnTo>
                    <a:pt x="3028950" y="0"/>
                  </a:lnTo>
                  <a:lnTo>
                    <a:pt x="3028950" y="9525"/>
                  </a:lnTo>
                  <a:lnTo>
                    <a:pt x="3038475" y="9525"/>
                  </a:lnTo>
                  <a:lnTo>
                    <a:pt x="3038475" y="0"/>
                  </a:lnTo>
                  <a:close/>
                </a:path>
                <a:path w="4010025" h="9525">
                  <a:moveTo>
                    <a:pt x="3095625" y="0"/>
                  </a:moveTo>
                  <a:lnTo>
                    <a:pt x="3086100" y="0"/>
                  </a:lnTo>
                  <a:lnTo>
                    <a:pt x="3086100" y="9525"/>
                  </a:lnTo>
                  <a:lnTo>
                    <a:pt x="3095625" y="9525"/>
                  </a:lnTo>
                  <a:lnTo>
                    <a:pt x="3095625" y="0"/>
                  </a:lnTo>
                  <a:close/>
                </a:path>
                <a:path w="4010025" h="9525">
                  <a:moveTo>
                    <a:pt x="3152775" y="0"/>
                  </a:moveTo>
                  <a:lnTo>
                    <a:pt x="3143250" y="0"/>
                  </a:lnTo>
                  <a:lnTo>
                    <a:pt x="3143250" y="9525"/>
                  </a:lnTo>
                  <a:lnTo>
                    <a:pt x="3152775" y="9525"/>
                  </a:lnTo>
                  <a:lnTo>
                    <a:pt x="3152775" y="0"/>
                  </a:lnTo>
                  <a:close/>
                </a:path>
                <a:path w="4010025" h="9525">
                  <a:moveTo>
                    <a:pt x="3209925" y="0"/>
                  </a:moveTo>
                  <a:lnTo>
                    <a:pt x="3200400" y="0"/>
                  </a:lnTo>
                  <a:lnTo>
                    <a:pt x="3200400" y="9525"/>
                  </a:lnTo>
                  <a:lnTo>
                    <a:pt x="3209925" y="9525"/>
                  </a:lnTo>
                  <a:lnTo>
                    <a:pt x="3209925" y="0"/>
                  </a:lnTo>
                  <a:close/>
                </a:path>
                <a:path w="4010025" h="9525">
                  <a:moveTo>
                    <a:pt x="3267075" y="0"/>
                  </a:moveTo>
                  <a:lnTo>
                    <a:pt x="3257550" y="0"/>
                  </a:lnTo>
                  <a:lnTo>
                    <a:pt x="3257550" y="9525"/>
                  </a:lnTo>
                  <a:lnTo>
                    <a:pt x="3267075" y="9525"/>
                  </a:lnTo>
                  <a:lnTo>
                    <a:pt x="3267075" y="0"/>
                  </a:lnTo>
                  <a:close/>
                </a:path>
                <a:path w="4010025" h="9525">
                  <a:moveTo>
                    <a:pt x="3324225" y="0"/>
                  </a:moveTo>
                  <a:lnTo>
                    <a:pt x="3314700" y="0"/>
                  </a:lnTo>
                  <a:lnTo>
                    <a:pt x="3314700" y="9525"/>
                  </a:lnTo>
                  <a:lnTo>
                    <a:pt x="3324225" y="9525"/>
                  </a:lnTo>
                  <a:lnTo>
                    <a:pt x="3324225" y="0"/>
                  </a:lnTo>
                  <a:close/>
                </a:path>
                <a:path w="4010025" h="9525">
                  <a:moveTo>
                    <a:pt x="3381375" y="0"/>
                  </a:moveTo>
                  <a:lnTo>
                    <a:pt x="3371850" y="0"/>
                  </a:lnTo>
                  <a:lnTo>
                    <a:pt x="3371850" y="9525"/>
                  </a:lnTo>
                  <a:lnTo>
                    <a:pt x="3381375" y="9525"/>
                  </a:lnTo>
                  <a:lnTo>
                    <a:pt x="3381375" y="0"/>
                  </a:lnTo>
                  <a:close/>
                </a:path>
                <a:path w="4010025" h="9525">
                  <a:moveTo>
                    <a:pt x="3438525" y="0"/>
                  </a:moveTo>
                  <a:lnTo>
                    <a:pt x="3429000" y="0"/>
                  </a:lnTo>
                  <a:lnTo>
                    <a:pt x="3429000" y="9525"/>
                  </a:lnTo>
                  <a:lnTo>
                    <a:pt x="3438525" y="9525"/>
                  </a:lnTo>
                  <a:lnTo>
                    <a:pt x="3438525" y="0"/>
                  </a:lnTo>
                  <a:close/>
                </a:path>
                <a:path w="4010025" h="9525">
                  <a:moveTo>
                    <a:pt x="3495675" y="0"/>
                  </a:moveTo>
                  <a:lnTo>
                    <a:pt x="3486150" y="0"/>
                  </a:lnTo>
                  <a:lnTo>
                    <a:pt x="3486150" y="9525"/>
                  </a:lnTo>
                  <a:lnTo>
                    <a:pt x="3495675" y="9525"/>
                  </a:lnTo>
                  <a:lnTo>
                    <a:pt x="3495675" y="0"/>
                  </a:lnTo>
                  <a:close/>
                </a:path>
                <a:path w="4010025" h="9525">
                  <a:moveTo>
                    <a:pt x="3552825" y="0"/>
                  </a:moveTo>
                  <a:lnTo>
                    <a:pt x="3543300" y="0"/>
                  </a:lnTo>
                  <a:lnTo>
                    <a:pt x="3543300" y="9525"/>
                  </a:lnTo>
                  <a:lnTo>
                    <a:pt x="3552825" y="9525"/>
                  </a:lnTo>
                  <a:lnTo>
                    <a:pt x="3552825" y="0"/>
                  </a:lnTo>
                  <a:close/>
                </a:path>
                <a:path w="4010025" h="9525">
                  <a:moveTo>
                    <a:pt x="3609975" y="0"/>
                  </a:moveTo>
                  <a:lnTo>
                    <a:pt x="3600450" y="0"/>
                  </a:lnTo>
                  <a:lnTo>
                    <a:pt x="3600450" y="9525"/>
                  </a:lnTo>
                  <a:lnTo>
                    <a:pt x="3609975" y="9525"/>
                  </a:lnTo>
                  <a:lnTo>
                    <a:pt x="3609975" y="0"/>
                  </a:lnTo>
                  <a:close/>
                </a:path>
                <a:path w="4010025" h="9525">
                  <a:moveTo>
                    <a:pt x="3667125" y="0"/>
                  </a:moveTo>
                  <a:lnTo>
                    <a:pt x="3657600" y="0"/>
                  </a:lnTo>
                  <a:lnTo>
                    <a:pt x="3657600" y="9525"/>
                  </a:lnTo>
                  <a:lnTo>
                    <a:pt x="3667125" y="9525"/>
                  </a:lnTo>
                  <a:lnTo>
                    <a:pt x="3667125" y="0"/>
                  </a:lnTo>
                  <a:close/>
                </a:path>
                <a:path w="4010025" h="9525">
                  <a:moveTo>
                    <a:pt x="3724275" y="0"/>
                  </a:moveTo>
                  <a:lnTo>
                    <a:pt x="3714750" y="0"/>
                  </a:lnTo>
                  <a:lnTo>
                    <a:pt x="3714750" y="9525"/>
                  </a:lnTo>
                  <a:lnTo>
                    <a:pt x="3724275" y="9525"/>
                  </a:lnTo>
                  <a:lnTo>
                    <a:pt x="3724275" y="0"/>
                  </a:lnTo>
                  <a:close/>
                </a:path>
                <a:path w="4010025" h="9525">
                  <a:moveTo>
                    <a:pt x="3781425" y="0"/>
                  </a:moveTo>
                  <a:lnTo>
                    <a:pt x="3771900" y="0"/>
                  </a:lnTo>
                  <a:lnTo>
                    <a:pt x="3771900" y="9525"/>
                  </a:lnTo>
                  <a:lnTo>
                    <a:pt x="3781425" y="9525"/>
                  </a:lnTo>
                  <a:lnTo>
                    <a:pt x="3781425" y="0"/>
                  </a:lnTo>
                  <a:close/>
                </a:path>
                <a:path w="4010025" h="9525">
                  <a:moveTo>
                    <a:pt x="3838575" y="0"/>
                  </a:moveTo>
                  <a:lnTo>
                    <a:pt x="3829050" y="0"/>
                  </a:lnTo>
                  <a:lnTo>
                    <a:pt x="3829050" y="9525"/>
                  </a:lnTo>
                  <a:lnTo>
                    <a:pt x="3838575" y="9525"/>
                  </a:lnTo>
                  <a:lnTo>
                    <a:pt x="3838575" y="0"/>
                  </a:lnTo>
                  <a:close/>
                </a:path>
                <a:path w="4010025" h="9525">
                  <a:moveTo>
                    <a:pt x="3895725" y="0"/>
                  </a:moveTo>
                  <a:lnTo>
                    <a:pt x="3886200" y="0"/>
                  </a:lnTo>
                  <a:lnTo>
                    <a:pt x="3886200" y="9525"/>
                  </a:lnTo>
                  <a:lnTo>
                    <a:pt x="3895725" y="9525"/>
                  </a:lnTo>
                  <a:lnTo>
                    <a:pt x="3895725" y="0"/>
                  </a:lnTo>
                  <a:close/>
                </a:path>
                <a:path w="4010025" h="9525">
                  <a:moveTo>
                    <a:pt x="3952875" y="0"/>
                  </a:moveTo>
                  <a:lnTo>
                    <a:pt x="3943350" y="0"/>
                  </a:lnTo>
                  <a:lnTo>
                    <a:pt x="3943350" y="9525"/>
                  </a:lnTo>
                  <a:lnTo>
                    <a:pt x="3952875" y="9525"/>
                  </a:lnTo>
                  <a:lnTo>
                    <a:pt x="3952875" y="0"/>
                  </a:lnTo>
                  <a:close/>
                </a:path>
                <a:path w="4010025" h="9525">
                  <a:moveTo>
                    <a:pt x="4010025" y="0"/>
                  </a:moveTo>
                  <a:lnTo>
                    <a:pt x="4000500" y="0"/>
                  </a:lnTo>
                  <a:lnTo>
                    <a:pt x="4000500" y="9525"/>
                  </a:lnTo>
                  <a:lnTo>
                    <a:pt x="4010025" y="9525"/>
                  </a:lnTo>
                  <a:lnTo>
                    <a:pt x="4010025" y="0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857625" y="2184412"/>
              <a:ext cx="8524875" cy="692150"/>
            </a:xfrm>
            <a:custGeom>
              <a:avLst/>
              <a:gdLst/>
              <a:ahLst/>
              <a:cxnLst/>
              <a:rect l="l" t="t" r="r" b="b"/>
              <a:pathLst>
                <a:path w="8524875" h="692150">
                  <a:moveTo>
                    <a:pt x="95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  <a:path w="8524875" h="692150">
                  <a:moveTo>
                    <a:pt x="66675" y="0"/>
                  </a:moveTo>
                  <a:lnTo>
                    <a:pt x="57150" y="0"/>
                  </a:lnTo>
                  <a:lnTo>
                    <a:pt x="57150" y="9525"/>
                  </a:lnTo>
                  <a:lnTo>
                    <a:pt x="66675" y="9525"/>
                  </a:lnTo>
                  <a:lnTo>
                    <a:pt x="66675" y="0"/>
                  </a:lnTo>
                  <a:close/>
                </a:path>
                <a:path w="8524875" h="692150">
                  <a:moveTo>
                    <a:pt x="352425" y="0"/>
                  </a:moveTo>
                  <a:lnTo>
                    <a:pt x="342900" y="0"/>
                  </a:lnTo>
                  <a:lnTo>
                    <a:pt x="342900" y="9525"/>
                  </a:lnTo>
                  <a:lnTo>
                    <a:pt x="352425" y="9525"/>
                  </a:lnTo>
                  <a:lnTo>
                    <a:pt x="352425" y="0"/>
                  </a:lnTo>
                  <a:close/>
                </a:path>
                <a:path w="8524875" h="692150">
                  <a:moveTo>
                    <a:pt x="409575" y="0"/>
                  </a:moveTo>
                  <a:lnTo>
                    <a:pt x="400050" y="0"/>
                  </a:lnTo>
                  <a:lnTo>
                    <a:pt x="400050" y="9525"/>
                  </a:lnTo>
                  <a:lnTo>
                    <a:pt x="409575" y="9525"/>
                  </a:lnTo>
                  <a:lnTo>
                    <a:pt x="409575" y="0"/>
                  </a:lnTo>
                  <a:close/>
                </a:path>
                <a:path w="8524875" h="692150">
                  <a:moveTo>
                    <a:pt x="466725" y="0"/>
                  </a:moveTo>
                  <a:lnTo>
                    <a:pt x="457200" y="0"/>
                  </a:lnTo>
                  <a:lnTo>
                    <a:pt x="457200" y="9525"/>
                  </a:lnTo>
                  <a:lnTo>
                    <a:pt x="466725" y="9525"/>
                  </a:lnTo>
                  <a:lnTo>
                    <a:pt x="466725" y="0"/>
                  </a:lnTo>
                  <a:close/>
                </a:path>
                <a:path w="8524875" h="692150">
                  <a:moveTo>
                    <a:pt x="523875" y="0"/>
                  </a:moveTo>
                  <a:lnTo>
                    <a:pt x="514350" y="0"/>
                  </a:lnTo>
                  <a:lnTo>
                    <a:pt x="514350" y="9525"/>
                  </a:lnTo>
                  <a:lnTo>
                    <a:pt x="523875" y="9525"/>
                  </a:lnTo>
                  <a:lnTo>
                    <a:pt x="523875" y="0"/>
                  </a:lnTo>
                  <a:close/>
                </a:path>
                <a:path w="8524875" h="692150">
                  <a:moveTo>
                    <a:pt x="581025" y="0"/>
                  </a:moveTo>
                  <a:lnTo>
                    <a:pt x="571500" y="0"/>
                  </a:lnTo>
                  <a:lnTo>
                    <a:pt x="571500" y="9525"/>
                  </a:lnTo>
                  <a:lnTo>
                    <a:pt x="581025" y="9525"/>
                  </a:lnTo>
                  <a:lnTo>
                    <a:pt x="581025" y="0"/>
                  </a:lnTo>
                  <a:close/>
                </a:path>
                <a:path w="8524875" h="692150">
                  <a:moveTo>
                    <a:pt x="638175" y="0"/>
                  </a:moveTo>
                  <a:lnTo>
                    <a:pt x="628650" y="0"/>
                  </a:lnTo>
                  <a:lnTo>
                    <a:pt x="628650" y="9525"/>
                  </a:lnTo>
                  <a:lnTo>
                    <a:pt x="638175" y="9525"/>
                  </a:lnTo>
                  <a:lnTo>
                    <a:pt x="638175" y="0"/>
                  </a:lnTo>
                  <a:close/>
                </a:path>
                <a:path w="8524875" h="692150">
                  <a:moveTo>
                    <a:pt x="695325" y="0"/>
                  </a:moveTo>
                  <a:lnTo>
                    <a:pt x="685800" y="0"/>
                  </a:lnTo>
                  <a:lnTo>
                    <a:pt x="685800" y="9525"/>
                  </a:lnTo>
                  <a:lnTo>
                    <a:pt x="695325" y="9525"/>
                  </a:lnTo>
                  <a:lnTo>
                    <a:pt x="695325" y="0"/>
                  </a:lnTo>
                  <a:close/>
                </a:path>
                <a:path w="8524875" h="692150">
                  <a:moveTo>
                    <a:pt x="752475" y="0"/>
                  </a:moveTo>
                  <a:lnTo>
                    <a:pt x="742950" y="0"/>
                  </a:lnTo>
                  <a:lnTo>
                    <a:pt x="742950" y="9525"/>
                  </a:lnTo>
                  <a:lnTo>
                    <a:pt x="752475" y="9525"/>
                  </a:lnTo>
                  <a:lnTo>
                    <a:pt x="752475" y="0"/>
                  </a:lnTo>
                  <a:close/>
                </a:path>
                <a:path w="8524875" h="692150">
                  <a:moveTo>
                    <a:pt x="809625" y="0"/>
                  </a:moveTo>
                  <a:lnTo>
                    <a:pt x="800100" y="0"/>
                  </a:lnTo>
                  <a:lnTo>
                    <a:pt x="800100" y="9525"/>
                  </a:lnTo>
                  <a:lnTo>
                    <a:pt x="809625" y="9525"/>
                  </a:lnTo>
                  <a:lnTo>
                    <a:pt x="809625" y="0"/>
                  </a:lnTo>
                  <a:close/>
                </a:path>
                <a:path w="8524875" h="692150">
                  <a:moveTo>
                    <a:pt x="866775" y="0"/>
                  </a:moveTo>
                  <a:lnTo>
                    <a:pt x="857250" y="0"/>
                  </a:lnTo>
                  <a:lnTo>
                    <a:pt x="857250" y="9525"/>
                  </a:lnTo>
                  <a:lnTo>
                    <a:pt x="866775" y="9525"/>
                  </a:lnTo>
                  <a:lnTo>
                    <a:pt x="866775" y="0"/>
                  </a:lnTo>
                  <a:close/>
                </a:path>
                <a:path w="8524875" h="692150">
                  <a:moveTo>
                    <a:pt x="923925" y="0"/>
                  </a:moveTo>
                  <a:lnTo>
                    <a:pt x="914400" y="0"/>
                  </a:lnTo>
                  <a:lnTo>
                    <a:pt x="914400" y="9525"/>
                  </a:lnTo>
                  <a:lnTo>
                    <a:pt x="923925" y="9525"/>
                  </a:lnTo>
                  <a:lnTo>
                    <a:pt x="923925" y="0"/>
                  </a:lnTo>
                  <a:close/>
                </a:path>
                <a:path w="8524875" h="692150">
                  <a:moveTo>
                    <a:pt x="981075" y="0"/>
                  </a:moveTo>
                  <a:lnTo>
                    <a:pt x="971550" y="0"/>
                  </a:lnTo>
                  <a:lnTo>
                    <a:pt x="971550" y="9525"/>
                  </a:lnTo>
                  <a:lnTo>
                    <a:pt x="981075" y="9525"/>
                  </a:lnTo>
                  <a:lnTo>
                    <a:pt x="981075" y="0"/>
                  </a:lnTo>
                  <a:close/>
                </a:path>
                <a:path w="8524875" h="692150">
                  <a:moveTo>
                    <a:pt x="1038225" y="0"/>
                  </a:moveTo>
                  <a:lnTo>
                    <a:pt x="1028700" y="0"/>
                  </a:lnTo>
                  <a:lnTo>
                    <a:pt x="1028700" y="9525"/>
                  </a:lnTo>
                  <a:lnTo>
                    <a:pt x="1038225" y="9525"/>
                  </a:lnTo>
                  <a:lnTo>
                    <a:pt x="1038225" y="0"/>
                  </a:lnTo>
                  <a:close/>
                </a:path>
                <a:path w="8524875" h="692150">
                  <a:moveTo>
                    <a:pt x="1095375" y="0"/>
                  </a:moveTo>
                  <a:lnTo>
                    <a:pt x="1085850" y="0"/>
                  </a:lnTo>
                  <a:lnTo>
                    <a:pt x="1085850" y="9525"/>
                  </a:lnTo>
                  <a:lnTo>
                    <a:pt x="1095375" y="9525"/>
                  </a:lnTo>
                  <a:lnTo>
                    <a:pt x="1095375" y="0"/>
                  </a:lnTo>
                  <a:close/>
                </a:path>
                <a:path w="8524875" h="692150">
                  <a:moveTo>
                    <a:pt x="1152525" y="0"/>
                  </a:moveTo>
                  <a:lnTo>
                    <a:pt x="1143000" y="0"/>
                  </a:lnTo>
                  <a:lnTo>
                    <a:pt x="1143000" y="9525"/>
                  </a:lnTo>
                  <a:lnTo>
                    <a:pt x="1152525" y="9525"/>
                  </a:lnTo>
                  <a:lnTo>
                    <a:pt x="1152525" y="0"/>
                  </a:lnTo>
                  <a:close/>
                </a:path>
                <a:path w="8524875" h="692150">
                  <a:moveTo>
                    <a:pt x="1209675" y="0"/>
                  </a:moveTo>
                  <a:lnTo>
                    <a:pt x="1200150" y="0"/>
                  </a:lnTo>
                  <a:lnTo>
                    <a:pt x="1200150" y="9525"/>
                  </a:lnTo>
                  <a:lnTo>
                    <a:pt x="1209675" y="9525"/>
                  </a:lnTo>
                  <a:lnTo>
                    <a:pt x="1209675" y="0"/>
                  </a:lnTo>
                  <a:close/>
                </a:path>
                <a:path w="8524875" h="692150">
                  <a:moveTo>
                    <a:pt x="1266825" y="0"/>
                  </a:moveTo>
                  <a:lnTo>
                    <a:pt x="1257300" y="0"/>
                  </a:lnTo>
                  <a:lnTo>
                    <a:pt x="1257300" y="9525"/>
                  </a:lnTo>
                  <a:lnTo>
                    <a:pt x="1266825" y="9525"/>
                  </a:lnTo>
                  <a:lnTo>
                    <a:pt x="1266825" y="0"/>
                  </a:lnTo>
                  <a:close/>
                </a:path>
                <a:path w="8524875" h="692150">
                  <a:moveTo>
                    <a:pt x="1323975" y="0"/>
                  </a:moveTo>
                  <a:lnTo>
                    <a:pt x="1314450" y="0"/>
                  </a:lnTo>
                  <a:lnTo>
                    <a:pt x="1314450" y="9525"/>
                  </a:lnTo>
                  <a:lnTo>
                    <a:pt x="1323975" y="9525"/>
                  </a:lnTo>
                  <a:lnTo>
                    <a:pt x="1323975" y="0"/>
                  </a:lnTo>
                  <a:close/>
                </a:path>
                <a:path w="8524875" h="692150">
                  <a:moveTo>
                    <a:pt x="1381125" y="0"/>
                  </a:moveTo>
                  <a:lnTo>
                    <a:pt x="1371600" y="0"/>
                  </a:lnTo>
                  <a:lnTo>
                    <a:pt x="1371600" y="9525"/>
                  </a:lnTo>
                  <a:lnTo>
                    <a:pt x="1381125" y="9525"/>
                  </a:lnTo>
                  <a:lnTo>
                    <a:pt x="1381125" y="0"/>
                  </a:lnTo>
                  <a:close/>
                </a:path>
                <a:path w="8524875" h="692150">
                  <a:moveTo>
                    <a:pt x="1438275" y="0"/>
                  </a:moveTo>
                  <a:lnTo>
                    <a:pt x="1428750" y="0"/>
                  </a:lnTo>
                  <a:lnTo>
                    <a:pt x="1428750" y="9525"/>
                  </a:lnTo>
                  <a:lnTo>
                    <a:pt x="1438275" y="9525"/>
                  </a:lnTo>
                  <a:lnTo>
                    <a:pt x="1438275" y="0"/>
                  </a:lnTo>
                  <a:close/>
                </a:path>
                <a:path w="8524875" h="692150">
                  <a:moveTo>
                    <a:pt x="1495425" y="0"/>
                  </a:moveTo>
                  <a:lnTo>
                    <a:pt x="1485900" y="0"/>
                  </a:lnTo>
                  <a:lnTo>
                    <a:pt x="1485900" y="9525"/>
                  </a:lnTo>
                  <a:lnTo>
                    <a:pt x="1495425" y="9525"/>
                  </a:lnTo>
                  <a:lnTo>
                    <a:pt x="1495425" y="0"/>
                  </a:lnTo>
                  <a:close/>
                </a:path>
                <a:path w="8524875" h="692150">
                  <a:moveTo>
                    <a:pt x="1552575" y="0"/>
                  </a:moveTo>
                  <a:lnTo>
                    <a:pt x="1543050" y="0"/>
                  </a:lnTo>
                  <a:lnTo>
                    <a:pt x="1543050" y="9525"/>
                  </a:lnTo>
                  <a:lnTo>
                    <a:pt x="1552575" y="9525"/>
                  </a:lnTo>
                  <a:lnTo>
                    <a:pt x="1552575" y="0"/>
                  </a:lnTo>
                  <a:close/>
                </a:path>
                <a:path w="8524875" h="692150">
                  <a:moveTo>
                    <a:pt x="1609725" y="0"/>
                  </a:moveTo>
                  <a:lnTo>
                    <a:pt x="1600200" y="0"/>
                  </a:lnTo>
                  <a:lnTo>
                    <a:pt x="1600200" y="9525"/>
                  </a:lnTo>
                  <a:lnTo>
                    <a:pt x="1609725" y="9525"/>
                  </a:lnTo>
                  <a:lnTo>
                    <a:pt x="1609725" y="0"/>
                  </a:lnTo>
                  <a:close/>
                </a:path>
                <a:path w="8524875" h="692150">
                  <a:moveTo>
                    <a:pt x="1666875" y="0"/>
                  </a:moveTo>
                  <a:lnTo>
                    <a:pt x="1657350" y="0"/>
                  </a:lnTo>
                  <a:lnTo>
                    <a:pt x="1657350" y="9525"/>
                  </a:lnTo>
                  <a:lnTo>
                    <a:pt x="1666875" y="9525"/>
                  </a:lnTo>
                  <a:lnTo>
                    <a:pt x="1666875" y="0"/>
                  </a:lnTo>
                  <a:close/>
                </a:path>
                <a:path w="8524875" h="692150">
                  <a:moveTo>
                    <a:pt x="1724025" y="0"/>
                  </a:moveTo>
                  <a:lnTo>
                    <a:pt x="1714500" y="0"/>
                  </a:lnTo>
                  <a:lnTo>
                    <a:pt x="1714500" y="9525"/>
                  </a:lnTo>
                  <a:lnTo>
                    <a:pt x="1724025" y="9525"/>
                  </a:lnTo>
                  <a:lnTo>
                    <a:pt x="1724025" y="0"/>
                  </a:lnTo>
                  <a:close/>
                </a:path>
                <a:path w="8524875" h="692150">
                  <a:moveTo>
                    <a:pt x="1781175" y="0"/>
                  </a:moveTo>
                  <a:lnTo>
                    <a:pt x="1771650" y="0"/>
                  </a:lnTo>
                  <a:lnTo>
                    <a:pt x="1771650" y="9525"/>
                  </a:lnTo>
                  <a:lnTo>
                    <a:pt x="1781175" y="9525"/>
                  </a:lnTo>
                  <a:lnTo>
                    <a:pt x="1781175" y="0"/>
                  </a:lnTo>
                  <a:close/>
                </a:path>
                <a:path w="8524875" h="692150">
                  <a:moveTo>
                    <a:pt x="1838325" y="0"/>
                  </a:moveTo>
                  <a:lnTo>
                    <a:pt x="1828800" y="0"/>
                  </a:lnTo>
                  <a:lnTo>
                    <a:pt x="1828800" y="9525"/>
                  </a:lnTo>
                  <a:lnTo>
                    <a:pt x="1838325" y="9525"/>
                  </a:lnTo>
                  <a:lnTo>
                    <a:pt x="1838325" y="0"/>
                  </a:lnTo>
                  <a:close/>
                </a:path>
                <a:path w="8524875" h="692150">
                  <a:moveTo>
                    <a:pt x="1895475" y="0"/>
                  </a:moveTo>
                  <a:lnTo>
                    <a:pt x="1885950" y="0"/>
                  </a:lnTo>
                  <a:lnTo>
                    <a:pt x="1885950" y="9525"/>
                  </a:lnTo>
                  <a:lnTo>
                    <a:pt x="1895475" y="9525"/>
                  </a:lnTo>
                  <a:lnTo>
                    <a:pt x="1895475" y="0"/>
                  </a:lnTo>
                  <a:close/>
                </a:path>
                <a:path w="8524875" h="692150">
                  <a:moveTo>
                    <a:pt x="1952625" y="0"/>
                  </a:moveTo>
                  <a:lnTo>
                    <a:pt x="1943100" y="0"/>
                  </a:lnTo>
                  <a:lnTo>
                    <a:pt x="1943100" y="9525"/>
                  </a:lnTo>
                  <a:lnTo>
                    <a:pt x="1952625" y="9525"/>
                  </a:lnTo>
                  <a:lnTo>
                    <a:pt x="1952625" y="0"/>
                  </a:lnTo>
                  <a:close/>
                </a:path>
                <a:path w="8524875" h="692150">
                  <a:moveTo>
                    <a:pt x="2009775" y="0"/>
                  </a:moveTo>
                  <a:lnTo>
                    <a:pt x="2000250" y="0"/>
                  </a:lnTo>
                  <a:lnTo>
                    <a:pt x="2000250" y="9525"/>
                  </a:lnTo>
                  <a:lnTo>
                    <a:pt x="2009775" y="9525"/>
                  </a:lnTo>
                  <a:lnTo>
                    <a:pt x="2009775" y="0"/>
                  </a:lnTo>
                  <a:close/>
                </a:path>
                <a:path w="8524875" h="692150">
                  <a:moveTo>
                    <a:pt x="2066925" y="0"/>
                  </a:moveTo>
                  <a:lnTo>
                    <a:pt x="2057400" y="0"/>
                  </a:lnTo>
                  <a:lnTo>
                    <a:pt x="2057400" y="9525"/>
                  </a:lnTo>
                  <a:lnTo>
                    <a:pt x="2066925" y="9525"/>
                  </a:lnTo>
                  <a:lnTo>
                    <a:pt x="2066925" y="0"/>
                  </a:lnTo>
                  <a:close/>
                </a:path>
                <a:path w="8524875" h="692150">
                  <a:moveTo>
                    <a:pt x="2124075" y="0"/>
                  </a:moveTo>
                  <a:lnTo>
                    <a:pt x="2114550" y="0"/>
                  </a:lnTo>
                  <a:lnTo>
                    <a:pt x="2114550" y="9525"/>
                  </a:lnTo>
                  <a:lnTo>
                    <a:pt x="2124075" y="9525"/>
                  </a:lnTo>
                  <a:lnTo>
                    <a:pt x="2124075" y="0"/>
                  </a:lnTo>
                  <a:close/>
                </a:path>
                <a:path w="8524875" h="692150">
                  <a:moveTo>
                    <a:pt x="2181225" y="0"/>
                  </a:moveTo>
                  <a:lnTo>
                    <a:pt x="2171700" y="0"/>
                  </a:lnTo>
                  <a:lnTo>
                    <a:pt x="2171700" y="9525"/>
                  </a:lnTo>
                  <a:lnTo>
                    <a:pt x="2181225" y="9525"/>
                  </a:lnTo>
                  <a:lnTo>
                    <a:pt x="2181225" y="0"/>
                  </a:lnTo>
                  <a:close/>
                </a:path>
                <a:path w="8524875" h="692150">
                  <a:moveTo>
                    <a:pt x="2238375" y="0"/>
                  </a:moveTo>
                  <a:lnTo>
                    <a:pt x="2228850" y="0"/>
                  </a:lnTo>
                  <a:lnTo>
                    <a:pt x="2228850" y="9525"/>
                  </a:lnTo>
                  <a:lnTo>
                    <a:pt x="2238375" y="9525"/>
                  </a:lnTo>
                  <a:lnTo>
                    <a:pt x="2238375" y="0"/>
                  </a:lnTo>
                  <a:close/>
                </a:path>
                <a:path w="8524875" h="692150">
                  <a:moveTo>
                    <a:pt x="2295525" y="0"/>
                  </a:moveTo>
                  <a:lnTo>
                    <a:pt x="2286000" y="0"/>
                  </a:lnTo>
                  <a:lnTo>
                    <a:pt x="2286000" y="9525"/>
                  </a:lnTo>
                  <a:lnTo>
                    <a:pt x="2295525" y="9525"/>
                  </a:lnTo>
                  <a:lnTo>
                    <a:pt x="2295525" y="0"/>
                  </a:lnTo>
                  <a:close/>
                </a:path>
                <a:path w="8524875" h="692150">
                  <a:moveTo>
                    <a:pt x="2352675" y="0"/>
                  </a:moveTo>
                  <a:lnTo>
                    <a:pt x="2343150" y="0"/>
                  </a:lnTo>
                  <a:lnTo>
                    <a:pt x="2343150" y="9525"/>
                  </a:lnTo>
                  <a:lnTo>
                    <a:pt x="2352675" y="9525"/>
                  </a:lnTo>
                  <a:lnTo>
                    <a:pt x="2352675" y="0"/>
                  </a:lnTo>
                  <a:close/>
                </a:path>
                <a:path w="8524875" h="692150">
                  <a:moveTo>
                    <a:pt x="2409825" y="0"/>
                  </a:moveTo>
                  <a:lnTo>
                    <a:pt x="2400300" y="0"/>
                  </a:lnTo>
                  <a:lnTo>
                    <a:pt x="2400300" y="9525"/>
                  </a:lnTo>
                  <a:lnTo>
                    <a:pt x="2409825" y="9525"/>
                  </a:lnTo>
                  <a:lnTo>
                    <a:pt x="2409825" y="0"/>
                  </a:lnTo>
                  <a:close/>
                </a:path>
                <a:path w="8524875" h="692150">
                  <a:moveTo>
                    <a:pt x="6753225" y="682625"/>
                  </a:moveTo>
                  <a:lnTo>
                    <a:pt x="6743700" y="682625"/>
                  </a:lnTo>
                  <a:lnTo>
                    <a:pt x="6743700" y="692150"/>
                  </a:lnTo>
                  <a:lnTo>
                    <a:pt x="6753225" y="692150"/>
                  </a:lnTo>
                  <a:lnTo>
                    <a:pt x="6753225" y="682625"/>
                  </a:lnTo>
                  <a:close/>
                </a:path>
                <a:path w="8524875" h="692150">
                  <a:moveTo>
                    <a:pt x="6810375" y="682625"/>
                  </a:moveTo>
                  <a:lnTo>
                    <a:pt x="6800850" y="682625"/>
                  </a:lnTo>
                  <a:lnTo>
                    <a:pt x="6800850" y="692150"/>
                  </a:lnTo>
                  <a:lnTo>
                    <a:pt x="6810375" y="692150"/>
                  </a:lnTo>
                  <a:lnTo>
                    <a:pt x="6810375" y="682625"/>
                  </a:lnTo>
                  <a:close/>
                </a:path>
                <a:path w="8524875" h="692150">
                  <a:moveTo>
                    <a:pt x="6867525" y="682625"/>
                  </a:moveTo>
                  <a:lnTo>
                    <a:pt x="6858000" y="682625"/>
                  </a:lnTo>
                  <a:lnTo>
                    <a:pt x="6858000" y="692150"/>
                  </a:lnTo>
                  <a:lnTo>
                    <a:pt x="6867525" y="692150"/>
                  </a:lnTo>
                  <a:lnTo>
                    <a:pt x="6867525" y="682625"/>
                  </a:lnTo>
                  <a:close/>
                </a:path>
                <a:path w="8524875" h="692150">
                  <a:moveTo>
                    <a:pt x="6924675" y="682625"/>
                  </a:moveTo>
                  <a:lnTo>
                    <a:pt x="6915150" y="682625"/>
                  </a:lnTo>
                  <a:lnTo>
                    <a:pt x="6915150" y="692150"/>
                  </a:lnTo>
                  <a:lnTo>
                    <a:pt x="6924675" y="692150"/>
                  </a:lnTo>
                  <a:lnTo>
                    <a:pt x="6924675" y="682625"/>
                  </a:lnTo>
                  <a:close/>
                </a:path>
                <a:path w="8524875" h="692150">
                  <a:moveTo>
                    <a:pt x="6981825" y="682625"/>
                  </a:moveTo>
                  <a:lnTo>
                    <a:pt x="6972300" y="682625"/>
                  </a:lnTo>
                  <a:lnTo>
                    <a:pt x="6972300" y="692150"/>
                  </a:lnTo>
                  <a:lnTo>
                    <a:pt x="6981825" y="692150"/>
                  </a:lnTo>
                  <a:lnTo>
                    <a:pt x="6981825" y="682625"/>
                  </a:lnTo>
                  <a:close/>
                </a:path>
                <a:path w="8524875" h="692150">
                  <a:moveTo>
                    <a:pt x="7038975" y="682625"/>
                  </a:moveTo>
                  <a:lnTo>
                    <a:pt x="7029450" y="682625"/>
                  </a:lnTo>
                  <a:lnTo>
                    <a:pt x="7029450" y="692150"/>
                  </a:lnTo>
                  <a:lnTo>
                    <a:pt x="7038975" y="692150"/>
                  </a:lnTo>
                  <a:lnTo>
                    <a:pt x="7038975" y="682625"/>
                  </a:lnTo>
                  <a:close/>
                </a:path>
                <a:path w="8524875" h="692150">
                  <a:moveTo>
                    <a:pt x="7096125" y="682625"/>
                  </a:moveTo>
                  <a:lnTo>
                    <a:pt x="7086600" y="682625"/>
                  </a:lnTo>
                  <a:lnTo>
                    <a:pt x="7086600" y="692150"/>
                  </a:lnTo>
                  <a:lnTo>
                    <a:pt x="7096125" y="692150"/>
                  </a:lnTo>
                  <a:lnTo>
                    <a:pt x="7096125" y="682625"/>
                  </a:lnTo>
                  <a:close/>
                </a:path>
                <a:path w="8524875" h="692150">
                  <a:moveTo>
                    <a:pt x="7153275" y="682625"/>
                  </a:moveTo>
                  <a:lnTo>
                    <a:pt x="7143750" y="682625"/>
                  </a:lnTo>
                  <a:lnTo>
                    <a:pt x="7143750" y="692150"/>
                  </a:lnTo>
                  <a:lnTo>
                    <a:pt x="7153275" y="692150"/>
                  </a:lnTo>
                  <a:lnTo>
                    <a:pt x="7153275" y="682625"/>
                  </a:lnTo>
                  <a:close/>
                </a:path>
                <a:path w="8524875" h="692150">
                  <a:moveTo>
                    <a:pt x="7210425" y="682625"/>
                  </a:moveTo>
                  <a:lnTo>
                    <a:pt x="7200900" y="682625"/>
                  </a:lnTo>
                  <a:lnTo>
                    <a:pt x="7200900" y="692150"/>
                  </a:lnTo>
                  <a:lnTo>
                    <a:pt x="7210425" y="692150"/>
                  </a:lnTo>
                  <a:lnTo>
                    <a:pt x="7210425" y="682625"/>
                  </a:lnTo>
                  <a:close/>
                </a:path>
                <a:path w="8524875" h="692150">
                  <a:moveTo>
                    <a:pt x="7267575" y="682625"/>
                  </a:moveTo>
                  <a:lnTo>
                    <a:pt x="7258050" y="682625"/>
                  </a:lnTo>
                  <a:lnTo>
                    <a:pt x="7258050" y="692150"/>
                  </a:lnTo>
                  <a:lnTo>
                    <a:pt x="7267575" y="692150"/>
                  </a:lnTo>
                  <a:lnTo>
                    <a:pt x="7267575" y="682625"/>
                  </a:lnTo>
                  <a:close/>
                </a:path>
                <a:path w="8524875" h="692150">
                  <a:moveTo>
                    <a:pt x="7324725" y="682625"/>
                  </a:moveTo>
                  <a:lnTo>
                    <a:pt x="7315200" y="682625"/>
                  </a:lnTo>
                  <a:lnTo>
                    <a:pt x="7315200" y="692150"/>
                  </a:lnTo>
                  <a:lnTo>
                    <a:pt x="7324725" y="692150"/>
                  </a:lnTo>
                  <a:lnTo>
                    <a:pt x="7324725" y="682625"/>
                  </a:lnTo>
                  <a:close/>
                </a:path>
                <a:path w="8524875" h="692150">
                  <a:moveTo>
                    <a:pt x="7381875" y="682625"/>
                  </a:moveTo>
                  <a:lnTo>
                    <a:pt x="7372350" y="682625"/>
                  </a:lnTo>
                  <a:lnTo>
                    <a:pt x="7372350" y="692150"/>
                  </a:lnTo>
                  <a:lnTo>
                    <a:pt x="7381875" y="692150"/>
                  </a:lnTo>
                  <a:lnTo>
                    <a:pt x="7381875" y="682625"/>
                  </a:lnTo>
                  <a:close/>
                </a:path>
                <a:path w="8524875" h="692150">
                  <a:moveTo>
                    <a:pt x="7439025" y="682625"/>
                  </a:moveTo>
                  <a:lnTo>
                    <a:pt x="7429500" y="682625"/>
                  </a:lnTo>
                  <a:lnTo>
                    <a:pt x="7429500" y="692150"/>
                  </a:lnTo>
                  <a:lnTo>
                    <a:pt x="7439025" y="692150"/>
                  </a:lnTo>
                  <a:lnTo>
                    <a:pt x="7439025" y="682625"/>
                  </a:lnTo>
                  <a:close/>
                </a:path>
                <a:path w="8524875" h="692150">
                  <a:moveTo>
                    <a:pt x="7496175" y="682625"/>
                  </a:moveTo>
                  <a:lnTo>
                    <a:pt x="7486650" y="682625"/>
                  </a:lnTo>
                  <a:lnTo>
                    <a:pt x="7486650" y="692150"/>
                  </a:lnTo>
                  <a:lnTo>
                    <a:pt x="7496175" y="692150"/>
                  </a:lnTo>
                  <a:lnTo>
                    <a:pt x="7496175" y="682625"/>
                  </a:lnTo>
                  <a:close/>
                </a:path>
                <a:path w="8524875" h="692150">
                  <a:moveTo>
                    <a:pt x="7553325" y="682625"/>
                  </a:moveTo>
                  <a:lnTo>
                    <a:pt x="7543800" y="682625"/>
                  </a:lnTo>
                  <a:lnTo>
                    <a:pt x="7543800" y="692150"/>
                  </a:lnTo>
                  <a:lnTo>
                    <a:pt x="7553325" y="692150"/>
                  </a:lnTo>
                  <a:lnTo>
                    <a:pt x="7553325" y="682625"/>
                  </a:lnTo>
                  <a:close/>
                </a:path>
                <a:path w="8524875" h="692150">
                  <a:moveTo>
                    <a:pt x="7610475" y="682625"/>
                  </a:moveTo>
                  <a:lnTo>
                    <a:pt x="7600950" y="682625"/>
                  </a:lnTo>
                  <a:lnTo>
                    <a:pt x="7600950" y="692150"/>
                  </a:lnTo>
                  <a:lnTo>
                    <a:pt x="7610475" y="692150"/>
                  </a:lnTo>
                  <a:lnTo>
                    <a:pt x="7610475" y="682625"/>
                  </a:lnTo>
                  <a:close/>
                </a:path>
                <a:path w="8524875" h="692150">
                  <a:moveTo>
                    <a:pt x="7667625" y="682625"/>
                  </a:moveTo>
                  <a:lnTo>
                    <a:pt x="7658100" y="682625"/>
                  </a:lnTo>
                  <a:lnTo>
                    <a:pt x="7658100" y="692150"/>
                  </a:lnTo>
                  <a:lnTo>
                    <a:pt x="7667625" y="692150"/>
                  </a:lnTo>
                  <a:lnTo>
                    <a:pt x="7667625" y="682625"/>
                  </a:lnTo>
                  <a:close/>
                </a:path>
                <a:path w="8524875" h="692150">
                  <a:moveTo>
                    <a:pt x="7724775" y="682625"/>
                  </a:moveTo>
                  <a:lnTo>
                    <a:pt x="7715250" y="682625"/>
                  </a:lnTo>
                  <a:lnTo>
                    <a:pt x="7715250" y="692150"/>
                  </a:lnTo>
                  <a:lnTo>
                    <a:pt x="7724775" y="692150"/>
                  </a:lnTo>
                  <a:lnTo>
                    <a:pt x="7724775" y="682625"/>
                  </a:lnTo>
                  <a:close/>
                </a:path>
                <a:path w="8524875" h="692150">
                  <a:moveTo>
                    <a:pt x="7781925" y="682625"/>
                  </a:moveTo>
                  <a:lnTo>
                    <a:pt x="7772400" y="682625"/>
                  </a:lnTo>
                  <a:lnTo>
                    <a:pt x="7772400" y="692150"/>
                  </a:lnTo>
                  <a:lnTo>
                    <a:pt x="7781925" y="692150"/>
                  </a:lnTo>
                  <a:lnTo>
                    <a:pt x="7781925" y="682625"/>
                  </a:lnTo>
                  <a:close/>
                </a:path>
                <a:path w="8524875" h="692150">
                  <a:moveTo>
                    <a:pt x="7839075" y="682625"/>
                  </a:moveTo>
                  <a:lnTo>
                    <a:pt x="7829550" y="682625"/>
                  </a:lnTo>
                  <a:lnTo>
                    <a:pt x="7829550" y="692150"/>
                  </a:lnTo>
                  <a:lnTo>
                    <a:pt x="7839075" y="692150"/>
                  </a:lnTo>
                  <a:lnTo>
                    <a:pt x="7839075" y="682625"/>
                  </a:lnTo>
                  <a:close/>
                </a:path>
                <a:path w="8524875" h="692150">
                  <a:moveTo>
                    <a:pt x="7896225" y="682625"/>
                  </a:moveTo>
                  <a:lnTo>
                    <a:pt x="7886700" y="682625"/>
                  </a:lnTo>
                  <a:lnTo>
                    <a:pt x="7886700" y="692150"/>
                  </a:lnTo>
                  <a:lnTo>
                    <a:pt x="7896225" y="692150"/>
                  </a:lnTo>
                  <a:lnTo>
                    <a:pt x="7896225" y="682625"/>
                  </a:lnTo>
                  <a:close/>
                </a:path>
                <a:path w="8524875" h="692150">
                  <a:moveTo>
                    <a:pt x="7953375" y="682625"/>
                  </a:moveTo>
                  <a:lnTo>
                    <a:pt x="7943850" y="682625"/>
                  </a:lnTo>
                  <a:lnTo>
                    <a:pt x="7943850" y="692150"/>
                  </a:lnTo>
                  <a:lnTo>
                    <a:pt x="7953375" y="692150"/>
                  </a:lnTo>
                  <a:lnTo>
                    <a:pt x="7953375" y="682625"/>
                  </a:lnTo>
                  <a:close/>
                </a:path>
                <a:path w="8524875" h="692150">
                  <a:moveTo>
                    <a:pt x="8010525" y="682625"/>
                  </a:moveTo>
                  <a:lnTo>
                    <a:pt x="8001000" y="682625"/>
                  </a:lnTo>
                  <a:lnTo>
                    <a:pt x="8001000" y="692150"/>
                  </a:lnTo>
                  <a:lnTo>
                    <a:pt x="8010525" y="692150"/>
                  </a:lnTo>
                  <a:lnTo>
                    <a:pt x="8010525" y="682625"/>
                  </a:lnTo>
                  <a:close/>
                </a:path>
                <a:path w="8524875" h="692150">
                  <a:moveTo>
                    <a:pt x="8067675" y="682625"/>
                  </a:moveTo>
                  <a:lnTo>
                    <a:pt x="8058150" y="682625"/>
                  </a:lnTo>
                  <a:lnTo>
                    <a:pt x="8058150" y="692150"/>
                  </a:lnTo>
                  <a:lnTo>
                    <a:pt x="8067675" y="692150"/>
                  </a:lnTo>
                  <a:lnTo>
                    <a:pt x="8067675" y="682625"/>
                  </a:lnTo>
                  <a:close/>
                </a:path>
                <a:path w="8524875" h="692150">
                  <a:moveTo>
                    <a:pt x="8124825" y="682625"/>
                  </a:moveTo>
                  <a:lnTo>
                    <a:pt x="8115300" y="682625"/>
                  </a:lnTo>
                  <a:lnTo>
                    <a:pt x="8115300" y="692150"/>
                  </a:lnTo>
                  <a:lnTo>
                    <a:pt x="8124825" y="692150"/>
                  </a:lnTo>
                  <a:lnTo>
                    <a:pt x="8124825" y="682625"/>
                  </a:lnTo>
                  <a:close/>
                </a:path>
                <a:path w="8524875" h="692150">
                  <a:moveTo>
                    <a:pt x="8181975" y="682625"/>
                  </a:moveTo>
                  <a:lnTo>
                    <a:pt x="8172450" y="682625"/>
                  </a:lnTo>
                  <a:lnTo>
                    <a:pt x="8172450" y="692150"/>
                  </a:lnTo>
                  <a:lnTo>
                    <a:pt x="8181975" y="692150"/>
                  </a:lnTo>
                  <a:lnTo>
                    <a:pt x="8181975" y="682625"/>
                  </a:lnTo>
                  <a:close/>
                </a:path>
                <a:path w="8524875" h="692150">
                  <a:moveTo>
                    <a:pt x="8239125" y="682625"/>
                  </a:moveTo>
                  <a:lnTo>
                    <a:pt x="8229600" y="682625"/>
                  </a:lnTo>
                  <a:lnTo>
                    <a:pt x="8229600" y="692150"/>
                  </a:lnTo>
                  <a:lnTo>
                    <a:pt x="8239125" y="692150"/>
                  </a:lnTo>
                  <a:lnTo>
                    <a:pt x="8239125" y="682625"/>
                  </a:lnTo>
                  <a:close/>
                </a:path>
                <a:path w="8524875" h="692150">
                  <a:moveTo>
                    <a:pt x="8296275" y="682625"/>
                  </a:moveTo>
                  <a:lnTo>
                    <a:pt x="8286750" y="682625"/>
                  </a:lnTo>
                  <a:lnTo>
                    <a:pt x="8286750" y="692150"/>
                  </a:lnTo>
                  <a:lnTo>
                    <a:pt x="8296275" y="692150"/>
                  </a:lnTo>
                  <a:lnTo>
                    <a:pt x="8296275" y="682625"/>
                  </a:lnTo>
                  <a:close/>
                </a:path>
                <a:path w="8524875" h="692150">
                  <a:moveTo>
                    <a:pt x="8353425" y="682625"/>
                  </a:moveTo>
                  <a:lnTo>
                    <a:pt x="8343900" y="682625"/>
                  </a:lnTo>
                  <a:lnTo>
                    <a:pt x="8343900" y="692150"/>
                  </a:lnTo>
                  <a:lnTo>
                    <a:pt x="8353425" y="692150"/>
                  </a:lnTo>
                  <a:lnTo>
                    <a:pt x="8353425" y="682625"/>
                  </a:lnTo>
                  <a:close/>
                </a:path>
                <a:path w="8524875" h="692150">
                  <a:moveTo>
                    <a:pt x="8410575" y="682625"/>
                  </a:moveTo>
                  <a:lnTo>
                    <a:pt x="8401050" y="682625"/>
                  </a:lnTo>
                  <a:lnTo>
                    <a:pt x="8401050" y="692150"/>
                  </a:lnTo>
                  <a:lnTo>
                    <a:pt x="8410575" y="692150"/>
                  </a:lnTo>
                  <a:lnTo>
                    <a:pt x="8410575" y="682625"/>
                  </a:lnTo>
                  <a:close/>
                </a:path>
                <a:path w="8524875" h="692150">
                  <a:moveTo>
                    <a:pt x="8467725" y="682625"/>
                  </a:moveTo>
                  <a:lnTo>
                    <a:pt x="8458200" y="682625"/>
                  </a:lnTo>
                  <a:lnTo>
                    <a:pt x="8458200" y="692150"/>
                  </a:lnTo>
                  <a:lnTo>
                    <a:pt x="8467725" y="692150"/>
                  </a:lnTo>
                  <a:lnTo>
                    <a:pt x="8467725" y="682625"/>
                  </a:lnTo>
                  <a:close/>
                </a:path>
                <a:path w="8524875" h="692150">
                  <a:moveTo>
                    <a:pt x="8524875" y="682625"/>
                  </a:moveTo>
                  <a:lnTo>
                    <a:pt x="8515350" y="682625"/>
                  </a:lnTo>
                  <a:lnTo>
                    <a:pt x="8515350" y="692150"/>
                  </a:lnTo>
                  <a:lnTo>
                    <a:pt x="8524875" y="692150"/>
                  </a:lnTo>
                  <a:lnTo>
                    <a:pt x="8524875" y="682625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257925" y="2184412"/>
              <a:ext cx="4010025" cy="9525"/>
            </a:xfrm>
            <a:custGeom>
              <a:avLst/>
              <a:gdLst/>
              <a:ahLst/>
              <a:cxnLst/>
              <a:rect l="l" t="t" r="r" b="b"/>
              <a:pathLst>
                <a:path w="4010025" h="9525">
                  <a:moveTo>
                    <a:pt x="95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  <a:path w="4010025" h="9525">
                  <a:moveTo>
                    <a:pt x="66675" y="0"/>
                  </a:moveTo>
                  <a:lnTo>
                    <a:pt x="57150" y="0"/>
                  </a:lnTo>
                  <a:lnTo>
                    <a:pt x="57150" y="9525"/>
                  </a:lnTo>
                  <a:lnTo>
                    <a:pt x="66675" y="9525"/>
                  </a:lnTo>
                  <a:lnTo>
                    <a:pt x="66675" y="0"/>
                  </a:lnTo>
                  <a:close/>
                </a:path>
                <a:path w="4010025" h="9525">
                  <a:moveTo>
                    <a:pt x="123825" y="0"/>
                  </a:moveTo>
                  <a:lnTo>
                    <a:pt x="114300" y="0"/>
                  </a:lnTo>
                  <a:lnTo>
                    <a:pt x="114300" y="9525"/>
                  </a:lnTo>
                  <a:lnTo>
                    <a:pt x="123825" y="9525"/>
                  </a:lnTo>
                  <a:lnTo>
                    <a:pt x="123825" y="0"/>
                  </a:lnTo>
                  <a:close/>
                </a:path>
                <a:path w="4010025" h="9525">
                  <a:moveTo>
                    <a:pt x="180975" y="0"/>
                  </a:moveTo>
                  <a:lnTo>
                    <a:pt x="171450" y="0"/>
                  </a:lnTo>
                  <a:lnTo>
                    <a:pt x="171450" y="9525"/>
                  </a:lnTo>
                  <a:lnTo>
                    <a:pt x="180975" y="9525"/>
                  </a:lnTo>
                  <a:lnTo>
                    <a:pt x="180975" y="0"/>
                  </a:lnTo>
                  <a:close/>
                </a:path>
                <a:path w="4010025" h="9525">
                  <a:moveTo>
                    <a:pt x="238125" y="0"/>
                  </a:moveTo>
                  <a:lnTo>
                    <a:pt x="228600" y="0"/>
                  </a:lnTo>
                  <a:lnTo>
                    <a:pt x="228600" y="9525"/>
                  </a:lnTo>
                  <a:lnTo>
                    <a:pt x="238125" y="9525"/>
                  </a:lnTo>
                  <a:lnTo>
                    <a:pt x="238125" y="0"/>
                  </a:lnTo>
                  <a:close/>
                </a:path>
                <a:path w="4010025" h="9525">
                  <a:moveTo>
                    <a:pt x="295275" y="0"/>
                  </a:moveTo>
                  <a:lnTo>
                    <a:pt x="285750" y="0"/>
                  </a:lnTo>
                  <a:lnTo>
                    <a:pt x="285750" y="9525"/>
                  </a:lnTo>
                  <a:lnTo>
                    <a:pt x="295275" y="9525"/>
                  </a:lnTo>
                  <a:lnTo>
                    <a:pt x="295275" y="0"/>
                  </a:lnTo>
                  <a:close/>
                </a:path>
                <a:path w="4010025" h="9525">
                  <a:moveTo>
                    <a:pt x="352425" y="0"/>
                  </a:moveTo>
                  <a:lnTo>
                    <a:pt x="342900" y="0"/>
                  </a:lnTo>
                  <a:lnTo>
                    <a:pt x="342900" y="9525"/>
                  </a:lnTo>
                  <a:lnTo>
                    <a:pt x="352425" y="9525"/>
                  </a:lnTo>
                  <a:lnTo>
                    <a:pt x="352425" y="0"/>
                  </a:lnTo>
                  <a:close/>
                </a:path>
                <a:path w="4010025" h="9525">
                  <a:moveTo>
                    <a:pt x="409575" y="0"/>
                  </a:moveTo>
                  <a:lnTo>
                    <a:pt x="400050" y="0"/>
                  </a:lnTo>
                  <a:lnTo>
                    <a:pt x="400050" y="9525"/>
                  </a:lnTo>
                  <a:lnTo>
                    <a:pt x="409575" y="9525"/>
                  </a:lnTo>
                  <a:lnTo>
                    <a:pt x="409575" y="0"/>
                  </a:lnTo>
                  <a:close/>
                </a:path>
                <a:path w="4010025" h="9525">
                  <a:moveTo>
                    <a:pt x="466725" y="0"/>
                  </a:moveTo>
                  <a:lnTo>
                    <a:pt x="457200" y="0"/>
                  </a:lnTo>
                  <a:lnTo>
                    <a:pt x="457200" y="9525"/>
                  </a:lnTo>
                  <a:lnTo>
                    <a:pt x="466725" y="9525"/>
                  </a:lnTo>
                  <a:lnTo>
                    <a:pt x="466725" y="0"/>
                  </a:lnTo>
                  <a:close/>
                </a:path>
                <a:path w="4010025" h="9525">
                  <a:moveTo>
                    <a:pt x="523875" y="0"/>
                  </a:moveTo>
                  <a:lnTo>
                    <a:pt x="514350" y="0"/>
                  </a:lnTo>
                  <a:lnTo>
                    <a:pt x="514350" y="9525"/>
                  </a:lnTo>
                  <a:lnTo>
                    <a:pt x="523875" y="9525"/>
                  </a:lnTo>
                  <a:lnTo>
                    <a:pt x="523875" y="0"/>
                  </a:lnTo>
                  <a:close/>
                </a:path>
                <a:path w="4010025" h="9525">
                  <a:moveTo>
                    <a:pt x="581025" y="0"/>
                  </a:moveTo>
                  <a:lnTo>
                    <a:pt x="571500" y="0"/>
                  </a:lnTo>
                  <a:lnTo>
                    <a:pt x="571500" y="9525"/>
                  </a:lnTo>
                  <a:lnTo>
                    <a:pt x="581025" y="9525"/>
                  </a:lnTo>
                  <a:lnTo>
                    <a:pt x="581025" y="0"/>
                  </a:lnTo>
                  <a:close/>
                </a:path>
                <a:path w="4010025" h="9525">
                  <a:moveTo>
                    <a:pt x="638175" y="0"/>
                  </a:moveTo>
                  <a:lnTo>
                    <a:pt x="628650" y="0"/>
                  </a:lnTo>
                  <a:lnTo>
                    <a:pt x="628650" y="9525"/>
                  </a:lnTo>
                  <a:lnTo>
                    <a:pt x="638175" y="9525"/>
                  </a:lnTo>
                  <a:lnTo>
                    <a:pt x="638175" y="0"/>
                  </a:lnTo>
                  <a:close/>
                </a:path>
                <a:path w="4010025" h="9525">
                  <a:moveTo>
                    <a:pt x="695325" y="0"/>
                  </a:moveTo>
                  <a:lnTo>
                    <a:pt x="685800" y="0"/>
                  </a:lnTo>
                  <a:lnTo>
                    <a:pt x="685800" y="9525"/>
                  </a:lnTo>
                  <a:lnTo>
                    <a:pt x="695325" y="9525"/>
                  </a:lnTo>
                  <a:lnTo>
                    <a:pt x="695325" y="0"/>
                  </a:lnTo>
                  <a:close/>
                </a:path>
                <a:path w="4010025" h="9525">
                  <a:moveTo>
                    <a:pt x="752475" y="0"/>
                  </a:moveTo>
                  <a:lnTo>
                    <a:pt x="742950" y="0"/>
                  </a:lnTo>
                  <a:lnTo>
                    <a:pt x="742950" y="9525"/>
                  </a:lnTo>
                  <a:lnTo>
                    <a:pt x="752475" y="9525"/>
                  </a:lnTo>
                  <a:lnTo>
                    <a:pt x="752475" y="0"/>
                  </a:lnTo>
                  <a:close/>
                </a:path>
                <a:path w="4010025" h="9525">
                  <a:moveTo>
                    <a:pt x="809625" y="0"/>
                  </a:moveTo>
                  <a:lnTo>
                    <a:pt x="800100" y="0"/>
                  </a:lnTo>
                  <a:lnTo>
                    <a:pt x="800100" y="9525"/>
                  </a:lnTo>
                  <a:lnTo>
                    <a:pt x="809625" y="9525"/>
                  </a:lnTo>
                  <a:lnTo>
                    <a:pt x="809625" y="0"/>
                  </a:lnTo>
                  <a:close/>
                </a:path>
                <a:path w="4010025" h="9525">
                  <a:moveTo>
                    <a:pt x="866775" y="0"/>
                  </a:moveTo>
                  <a:lnTo>
                    <a:pt x="857250" y="0"/>
                  </a:lnTo>
                  <a:lnTo>
                    <a:pt x="857250" y="9525"/>
                  </a:lnTo>
                  <a:lnTo>
                    <a:pt x="866775" y="9525"/>
                  </a:lnTo>
                  <a:lnTo>
                    <a:pt x="866775" y="0"/>
                  </a:lnTo>
                  <a:close/>
                </a:path>
                <a:path w="4010025" h="9525">
                  <a:moveTo>
                    <a:pt x="923925" y="0"/>
                  </a:moveTo>
                  <a:lnTo>
                    <a:pt x="914400" y="0"/>
                  </a:lnTo>
                  <a:lnTo>
                    <a:pt x="914400" y="9525"/>
                  </a:lnTo>
                  <a:lnTo>
                    <a:pt x="923925" y="9525"/>
                  </a:lnTo>
                  <a:lnTo>
                    <a:pt x="923925" y="0"/>
                  </a:lnTo>
                  <a:close/>
                </a:path>
                <a:path w="4010025" h="9525">
                  <a:moveTo>
                    <a:pt x="981075" y="0"/>
                  </a:moveTo>
                  <a:lnTo>
                    <a:pt x="971550" y="0"/>
                  </a:lnTo>
                  <a:lnTo>
                    <a:pt x="971550" y="9525"/>
                  </a:lnTo>
                  <a:lnTo>
                    <a:pt x="981075" y="9525"/>
                  </a:lnTo>
                  <a:lnTo>
                    <a:pt x="981075" y="0"/>
                  </a:lnTo>
                  <a:close/>
                </a:path>
                <a:path w="4010025" h="9525">
                  <a:moveTo>
                    <a:pt x="1038225" y="0"/>
                  </a:moveTo>
                  <a:lnTo>
                    <a:pt x="1028700" y="0"/>
                  </a:lnTo>
                  <a:lnTo>
                    <a:pt x="1028700" y="9525"/>
                  </a:lnTo>
                  <a:lnTo>
                    <a:pt x="1038225" y="9525"/>
                  </a:lnTo>
                  <a:lnTo>
                    <a:pt x="1038225" y="0"/>
                  </a:lnTo>
                  <a:close/>
                </a:path>
                <a:path w="4010025" h="9525">
                  <a:moveTo>
                    <a:pt x="1095375" y="0"/>
                  </a:moveTo>
                  <a:lnTo>
                    <a:pt x="1085850" y="0"/>
                  </a:lnTo>
                  <a:lnTo>
                    <a:pt x="1085850" y="9525"/>
                  </a:lnTo>
                  <a:lnTo>
                    <a:pt x="1095375" y="9525"/>
                  </a:lnTo>
                  <a:lnTo>
                    <a:pt x="1095375" y="0"/>
                  </a:lnTo>
                  <a:close/>
                </a:path>
                <a:path w="4010025" h="9525">
                  <a:moveTo>
                    <a:pt x="1152525" y="0"/>
                  </a:moveTo>
                  <a:lnTo>
                    <a:pt x="1143000" y="0"/>
                  </a:lnTo>
                  <a:lnTo>
                    <a:pt x="1143000" y="9525"/>
                  </a:lnTo>
                  <a:lnTo>
                    <a:pt x="1152525" y="9525"/>
                  </a:lnTo>
                  <a:lnTo>
                    <a:pt x="1152525" y="0"/>
                  </a:lnTo>
                  <a:close/>
                </a:path>
                <a:path w="4010025" h="9525">
                  <a:moveTo>
                    <a:pt x="1209675" y="0"/>
                  </a:moveTo>
                  <a:lnTo>
                    <a:pt x="1200150" y="0"/>
                  </a:lnTo>
                  <a:lnTo>
                    <a:pt x="1200150" y="9525"/>
                  </a:lnTo>
                  <a:lnTo>
                    <a:pt x="1209675" y="9525"/>
                  </a:lnTo>
                  <a:lnTo>
                    <a:pt x="1209675" y="0"/>
                  </a:lnTo>
                  <a:close/>
                </a:path>
                <a:path w="4010025" h="9525">
                  <a:moveTo>
                    <a:pt x="1266825" y="0"/>
                  </a:moveTo>
                  <a:lnTo>
                    <a:pt x="1257300" y="0"/>
                  </a:lnTo>
                  <a:lnTo>
                    <a:pt x="1257300" y="9525"/>
                  </a:lnTo>
                  <a:lnTo>
                    <a:pt x="1266825" y="9525"/>
                  </a:lnTo>
                  <a:lnTo>
                    <a:pt x="1266825" y="0"/>
                  </a:lnTo>
                  <a:close/>
                </a:path>
                <a:path w="4010025" h="9525">
                  <a:moveTo>
                    <a:pt x="1323975" y="0"/>
                  </a:moveTo>
                  <a:lnTo>
                    <a:pt x="1314450" y="0"/>
                  </a:lnTo>
                  <a:lnTo>
                    <a:pt x="1314450" y="9525"/>
                  </a:lnTo>
                  <a:lnTo>
                    <a:pt x="1323975" y="9525"/>
                  </a:lnTo>
                  <a:lnTo>
                    <a:pt x="1323975" y="0"/>
                  </a:lnTo>
                  <a:close/>
                </a:path>
                <a:path w="4010025" h="9525">
                  <a:moveTo>
                    <a:pt x="1381125" y="0"/>
                  </a:moveTo>
                  <a:lnTo>
                    <a:pt x="1371600" y="0"/>
                  </a:lnTo>
                  <a:lnTo>
                    <a:pt x="1371600" y="9525"/>
                  </a:lnTo>
                  <a:lnTo>
                    <a:pt x="1381125" y="9525"/>
                  </a:lnTo>
                  <a:lnTo>
                    <a:pt x="1381125" y="0"/>
                  </a:lnTo>
                  <a:close/>
                </a:path>
                <a:path w="4010025" h="9525">
                  <a:moveTo>
                    <a:pt x="1438275" y="0"/>
                  </a:moveTo>
                  <a:lnTo>
                    <a:pt x="1428750" y="0"/>
                  </a:lnTo>
                  <a:lnTo>
                    <a:pt x="1428750" y="9525"/>
                  </a:lnTo>
                  <a:lnTo>
                    <a:pt x="1438275" y="9525"/>
                  </a:lnTo>
                  <a:lnTo>
                    <a:pt x="1438275" y="0"/>
                  </a:lnTo>
                  <a:close/>
                </a:path>
                <a:path w="4010025" h="9525">
                  <a:moveTo>
                    <a:pt x="1495425" y="0"/>
                  </a:moveTo>
                  <a:lnTo>
                    <a:pt x="1485900" y="0"/>
                  </a:lnTo>
                  <a:lnTo>
                    <a:pt x="1485900" y="9525"/>
                  </a:lnTo>
                  <a:lnTo>
                    <a:pt x="1495425" y="9525"/>
                  </a:lnTo>
                  <a:lnTo>
                    <a:pt x="1495425" y="0"/>
                  </a:lnTo>
                  <a:close/>
                </a:path>
                <a:path w="4010025" h="9525">
                  <a:moveTo>
                    <a:pt x="1552575" y="0"/>
                  </a:moveTo>
                  <a:lnTo>
                    <a:pt x="1543050" y="0"/>
                  </a:lnTo>
                  <a:lnTo>
                    <a:pt x="1543050" y="9525"/>
                  </a:lnTo>
                  <a:lnTo>
                    <a:pt x="1552575" y="9525"/>
                  </a:lnTo>
                  <a:lnTo>
                    <a:pt x="1552575" y="0"/>
                  </a:lnTo>
                  <a:close/>
                </a:path>
                <a:path w="4010025" h="9525">
                  <a:moveTo>
                    <a:pt x="1609725" y="0"/>
                  </a:moveTo>
                  <a:lnTo>
                    <a:pt x="1600200" y="0"/>
                  </a:lnTo>
                  <a:lnTo>
                    <a:pt x="1600200" y="9525"/>
                  </a:lnTo>
                  <a:lnTo>
                    <a:pt x="1609725" y="9525"/>
                  </a:lnTo>
                  <a:lnTo>
                    <a:pt x="1609725" y="0"/>
                  </a:lnTo>
                  <a:close/>
                </a:path>
                <a:path w="4010025" h="9525">
                  <a:moveTo>
                    <a:pt x="1666875" y="0"/>
                  </a:moveTo>
                  <a:lnTo>
                    <a:pt x="1657350" y="0"/>
                  </a:lnTo>
                  <a:lnTo>
                    <a:pt x="1657350" y="9525"/>
                  </a:lnTo>
                  <a:lnTo>
                    <a:pt x="1666875" y="9525"/>
                  </a:lnTo>
                  <a:lnTo>
                    <a:pt x="1666875" y="0"/>
                  </a:lnTo>
                  <a:close/>
                </a:path>
                <a:path w="4010025" h="9525">
                  <a:moveTo>
                    <a:pt x="1724025" y="0"/>
                  </a:moveTo>
                  <a:lnTo>
                    <a:pt x="1714500" y="0"/>
                  </a:lnTo>
                  <a:lnTo>
                    <a:pt x="1714500" y="9525"/>
                  </a:lnTo>
                  <a:lnTo>
                    <a:pt x="1724025" y="9525"/>
                  </a:lnTo>
                  <a:lnTo>
                    <a:pt x="1724025" y="0"/>
                  </a:lnTo>
                  <a:close/>
                </a:path>
                <a:path w="4010025" h="9525">
                  <a:moveTo>
                    <a:pt x="1781175" y="0"/>
                  </a:moveTo>
                  <a:lnTo>
                    <a:pt x="1771650" y="0"/>
                  </a:lnTo>
                  <a:lnTo>
                    <a:pt x="1771650" y="9525"/>
                  </a:lnTo>
                  <a:lnTo>
                    <a:pt x="1781175" y="9525"/>
                  </a:lnTo>
                  <a:lnTo>
                    <a:pt x="1781175" y="0"/>
                  </a:lnTo>
                  <a:close/>
                </a:path>
                <a:path w="4010025" h="9525">
                  <a:moveTo>
                    <a:pt x="1838325" y="0"/>
                  </a:moveTo>
                  <a:lnTo>
                    <a:pt x="1828800" y="0"/>
                  </a:lnTo>
                  <a:lnTo>
                    <a:pt x="1828800" y="9525"/>
                  </a:lnTo>
                  <a:lnTo>
                    <a:pt x="1838325" y="9525"/>
                  </a:lnTo>
                  <a:lnTo>
                    <a:pt x="1838325" y="0"/>
                  </a:lnTo>
                  <a:close/>
                </a:path>
                <a:path w="4010025" h="9525">
                  <a:moveTo>
                    <a:pt x="1895475" y="0"/>
                  </a:moveTo>
                  <a:lnTo>
                    <a:pt x="1885950" y="0"/>
                  </a:lnTo>
                  <a:lnTo>
                    <a:pt x="1885950" y="9525"/>
                  </a:lnTo>
                  <a:lnTo>
                    <a:pt x="1895475" y="9525"/>
                  </a:lnTo>
                  <a:lnTo>
                    <a:pt x="1895475" y="0"/>
                  </a:lnTo>
                  <a:close/>
                </a:path>
                <a:path w="4010025" h="9525">
                  <a:moveTo>
                    <a:pt x="1952625" y="0"/>
                  </a:moveTo>
                  <a:lnTo>
                    <a:pt x="1943100" y="0"/>
                  </a:lnTo>
                  <a:lnTo>
                    <a:pt x="1943100" y="9525"/>
                  </a:lnTo>
                  <a:lnTo>
                    <a:pt x="1952625" y="9525"/>
                  </a:lnTo>
                  <a:lnTo>
                    <a:pt x="1952625" y="0"/>
                  </a:lnTo>
                  <a:close/>
                </a:path>
                <a:path w="4010025" h="9525">
                  <a:moveTo>
                    <a:pt x="2009775" y="0"/>
                  </a:moveTo>
                  <a:lnTo>
                    <a:pt x="2000250" y="0"/>
                  </a:lnTo>
                  <a:lnTo>
                    <a:pt x="2000250" y="9525"/>
                  </a:lnTo>
                  <a:lnTo>
                    <a:pt x="2009775" y="9525"/>
                  </a:lnTo>
                  <a:lnTo>
                    <a:pt x="2009775" y="0"/>
                  </a:lnTo>
                  <a:close/>
                </a:path>
                <a:path w="4010025" h="9525">
                  <a:moveTo>
                    <a:pt x="2066925" y="0"/>
                  </a:moveTo>
                  <a:lnTo>
                    <a:pt x="2057400" y="0"/>
                  </a:lnTo>
                  <a:lnTo>
                    <a:pt x="2057400" y="9525"/>
                  </a:lnTo>
                  <a:lnTo>
                    <a:pt x="2066925" y="9525"/>
                  </a:lnTo>
                  <a:lnTo>
                    <a:pt x="2066925" y="0"/>
                  </a:lnTo>
                  <a:close/>
                </a:path>
                <a:path w="4010025" h="9525">
                  <a:moveTo>
                    <a:pt x="2124075" y="0"/>
                  </a:moveTo>
                  <a:lnTo>
                    <a:pt x="2114550" y="0"/>
                  </a:lnTo>
                  <a:lnTo>
                    <a:pt x="2114550" y="9525"/>
                  </a:lnTo>
                  <a:lnTo>
                    <a:pt x="2124075" y="9525"/>
                  </a:lnTo>
                  <a:lnTo>
                    <a:pt x="2124075" y="0"/>
                  </a:lnTo>
                  <a:close/>
                </a:path>
                <a:path w="4010025" h="9525">
                  <a:moveTo>
                    <a:pt x="2181225" y="0"/>
                  </a:moveTo>
                  <a:lnTo>
                    <a:pt x="2171700" y="0"/>
                  </a:lnTo>
                  <a:lnTo>
                    <a:pt x="2171700" y="9525"/>
                  </a:lnTo>
                  <a:lnTo>
                    <a:pt x="2181225" y="9525"/>
                  </a:lnTo>
                  <a:lnTo>
                    <a:pt x="2181225" y="0"/>
                  </a:lnTo>
                  <a:close/>
                </a:path>
                <a:path w="4010025" h="9525">
                  <a:moveTo>
                    <a:pt x="2238375" y="0"/>
                  </a:moveTo>
                  <a:lnTo>
                    <a:pt x="2228850" y="0"/>
                  </a:lnTo>
                  <a:lnTo>
                    <a:pt x="2228850" y="9525"/>
                  </a:lnTo>
                  <a:lnTo>
                    <a:pt x="2238375" y="9525"/>
                  </a:lnTo>
                  <a:lnTo>
                    <a:pt x="2238375" y="0"/>
                  </a:lnTo>
                  <a:close/>
                </a:path>
                <a:path w="4010025" h="9525">
                  <a:moveTo>
                    <a:pt x="2295525" y="0"/>
                  </a:moveTo>
                  <a:lnTo>
                    <a:pt x="2286000" y="0"/>
                  </a:lnTo>
                  <a:lnTo>
                    <a:pt x="2286000" y="9525"/>
                  </a:lnTo>
                  <a:lnTo>
                    <a:pt x="2295525" y="9525"/>
                  </a:lnTo>
                  <a:lnTo>
                    <a:pt x="2295525" y="0"/>
                  </a:lnTo>
                  <a:close/>
                </a:path>
                <a:path w="4010025" h="9525">
                  <a:moveTo>
                    <a:pt x="2352675" y="0"/>
                  </a:moveTo>
                  <a:lnTo>
                    <a:pt x="2343150" y="0"/>
                  </a:lnTo>
                  <a:lnTo>
                    <a:pt x="2343150" y="9525"/>
                  </a:lnTo>
                  <a:lnTo>
                    <a:pt x="2352675" y="9525"/>
                  </a:lnTo>
                  <a:lnTo>
                    <a:pt x="2352675" y="0"/>
                  </a:lnTo>
                  <a:close/>
                </a:path>
                <a:path w="4010025" h="9525">
                  <a:moveTo>
                    <a:pt x="2409825" y="0"/>
                  </a:moveTo>
                  <a:lnTo>
                    <a:pt x="2400300" y="0"/>
                  </a:lnTo>
                  <a:lnTo>
                    <a:pt x="2400300" y="9525"/>
                  </a:lnTo>
                  <a:lnTo>
                    <a:pt x="2409825" y="9525"/>
                  </a:lnTo>
                  <a:lnTo>
                    <a:pt x="2409825" y="0"/>
                  </a:lnTo>
                  <a:close/>
                </a:path>
                <a:path w="4010025" h="9525">
                  <a:moveTo>
                    <a:pt x="2466975" y="0"/>
                  </a:moveTo>
                  <a:lnTo>
                    <a:pt x="2457450" y="0"/>
                  </a:lnTo>
                  <a:lnTo>
                    <a:pt x="2457450" y="9525"/>
                  </a:lnTo>
                  <a:lnTo>
                    <a:pt x="2466975" y="9525"/>
                  </a:lnTo>
                  <a:lnTo>
                    <a:pt x="2466975" y="0"/>
                  </a:lnTo>
                  <a:close/>
                </a:path>
                <a:path w="4010025" h="9525">
                  <a:moveTo>
                    <a:pt x="2524125" y="0"/>
                  </a:moveTo>
                  <a:lnTo>
                    <a:pt x="2514600" y="0"/>
                  </a:lnTo>
                  <a:lnTo>
                    <a:pt x="2514600" y="9525"/>
                  </a:lnTo>
                  <a:lnTo>
                    <a:pt x="2524125" y="9525"/>
                  </a:lnTo>
                  <a:lnTo>
                    <a:pt x="2524125" y="0"/>
                  </a:lnTo>
                  <a:close/>
                </a:path>
                <a:path w="4010025" h="9525">
                  <a:moveTo>
                    <a:pt x="2581275" y="0"/>
                  </a:moveTo>
                  <a:lnTo>
                    <a:pt x="2571750" y="0"/>
                  </a:lnTo>
                  <a:lnTo>
                    <a:pt x="2571750" y="9525"/>
                  </a:lnTo>
                  <a:lnTo>
                    <a:pt x="2581275" y="9525"/>
                  </a:lnTo>
                  <a:lnTo>
                    <a:pt x="2581275" y="0"/>
                  </a:lnTo>
                  <a:close/>
                </a:path>
                <a:path w="4010025" h="9525">
                  <a:moveTo>
                    <a:pt x="2638425" y="0"/>
                  </a:moveTo>
                  <a:lnTo>
                    <a:pt x="2628900" y="0"/>
                  </a:lnTo>
                  <a:lnTo>
                    <a:pt x="2628900" y="9525"/>
                  </a:lnTo>
                  <a:lnTo>
                    <a:pt x="2638425" y="9525"/>
                  </a:lnTo>
                  <a:lnTo>
                    <a:pt x="2638425" y="0"/>
                  </a:lnTo>
                  <a:close/>
                </a:path>
                <a:path w="4010025" h="9525">
                  <a:moveTo>
                    <a:pt x="2695575" y="0"/>
                  </a:moveTo>
                  <a:lnTo>
                    <a:pt x="2686050" y="0"/>
                  </a:lnTo>
                  <a:lnTo>
                    <a:pt x="2686050" y="9525"/>
                  </a:lnTo>
                  <a:lnTo>
                    <a:pt x="2695575" y="9525"/>
                  </a:lnTo>
                  <a:lnTo>
                    <a:pt x="2695575" y="0"/>
                  </a:lnTo>
                  <a:close/>
                </a:path>
                <a:path w="4010025" h="9525">
                  <a:moveTo>
                    <a:pt x="2752725" y="0"/>
                  </a:moveTo>
                  <a:lnTo>
                    <a:pt x="2743200" y="0"/>
                  </a:lnTo>
                  <a:lnTo>
                    <a:pt x="2743200" y="9525"/>
                  </a:lnTo>
                  <a:lnTo>
                    <a:pt x="2752725" y="9525"/>
                  </a:lnTo>
                  <a:lnTo>
                    <a:pt x="2752725" y="0"/>
                  </a:lnTo>
                  <a:close/>
                </a:path>
                <a:path w="4010025" h="9525">
                  <a:moveTo>
                    <a:pt x="2809875" y="0"/>
                  </a:moveTo>
                  <a:lnTo>
                    <a:pt x="2800350" y="0"/>
                  </a:lnTo>
                  <a:lnTo>
                    <a:pt x="2800350" y="9525"/>
                  </a:lnTo>
                  <a:lnTo>
                    <a:pt x="2809875" y="9525"/>
                  </a:lnTo>
                  <a:lnTo>
                    <a:pt x="2809875" y="0"/>
                  </a:lnTo>
                  <a:close/>
                </a:path>
                <a:path w="4010025" h="9525">
                  <a:moveTo>
                    <a:pt x="2867025" y="0"/>
                  </a:moveTo>
                  <a:lnTo>
                    <a:pt x="2857500" y="0"/>
                  </a:lnTo>
                  <a:lnTo>
                    <a:pt x="2857500" y="9525"/>
                  </a:lnTo>
                  <a:lnTo>
                    <a:pt x="2867025" y="9525"/>
                  </a:lnTo>
                  <a:lnTo>
                    <a:pt x="2867025" y="0"/>
                  </a:lnTo>
                  <a:close/>
                </a:path>
                <a:path w="4010025" h="9525">
                  <a:moveTo>
                    <a:pt x="2924175" y="0"/>
                  </a:moveTo>
                  <a:lnTo>
                    <a:pt x="2914650" y="0"/>
                  </a:lnTo>
                  <a:lnTo>
                    <a:pt x="2914650" y="9525"/>
                  </a:lnTo>
                  <a:lnTo>
                    <a:pt x="2924175" y="9525"/>
                  </a:lnTo>
                  <a:lnTo>
                    <a:pt x="2924175" y="0"/>
                  </a:lnTo>
                  <a:close/>
                </a:path>
                <a:path w="4010025" h="9525">
                  <a:moveTo>
                    <a:pt x="2981325" y="0"/>
                  </a:moveTo>
                  <a:lnTo>
                    <a:pt x="2971800" y="0"/>
                  </a:lnTo>
                  <a:lnTo>
                    <a:pt x="2971800" y="9525"/>
                  </a:lnTo>
                  <a:lnTo>
                    <a:pt x="2981325" y="9525"/>
                  </a:lnTo>
                  <a:lnTo>
                    <a:pt x="2981325" y="0"/>
                  </a:lnTo>
                  <a:close/>
                </a:path>
                <a:path w="4010025" h="9525">
                  <a:moveTo>
                    <a:pt x="3038475" y="0"/>
                  </a:moveTo>
                  <a:lnTo>
                    <a:pt x="3028950" y="0"/>
                  </a:lnTo>
                  <a:lnTo>
                    <a:pt x="3028950" y="9525"/>
                  </a:lnTo>
                  <a:lnTo>
                    <a:pt x="3038475" y="9525"/>
                  </a:lnTo>
                  <a:lnTo>
                    <a:pt x="3038475" y="0"/>
                  </a:lnTo>
                  <a:close/>
                </a:path>
                <a:path w="4010025" h="9525">
                  <a:moveTo>
                    <a:pt x="3095625" y="0"/>
                  </a:moveTo>
                  <a:lnTo>
                    <a:pt x="3086100" y="0"/>
                  </a:lnTo>
                  <a:lnTo>
                    <a:pt x="3086100" y="9525"/>
                  </a:lnTo>
                  <a:lnTo>
                    <a:pt x="3095625" y="9525"/>
                  </a:lnTo>
                  <a:lnTo>
                    <a:pt x="3095625" y="0"/>
                  </a:lnTo>
                  <a:close/>
                </a:path>
                <a:path w="4010025" h="9525">
                  <a:moveTo>
                    <a:pt x="3152775" y="0"/>
                  </a:moveTo>
                  <a:lnTo>
                    <a:pt x="3143250" y="0"/>
                  </a:lnTo>
                  <a:lnTo>
                    <a:pt x="3143250" y="9525"/>
                  </a:lnTo>
                  <a:lnTo>
                    <a:pt x="3152775" y="9525"/>
                  </a:lnTo>
                  <a:lnTo>
                    <a:pt x="3152775" y="0"/>
                  </a:lnTo>
                  <a:close/>
                </a:path>
                <a:path w="4010025" h="9525">
                  <a:moveTo>
                    <a:pt x="3209925" y="0"/>
                  </a:moveTo>
                  <a:lnTo>
                    <a:pt x="3200400" y="0"/>
                  </a:lnTo>
                  <a:lnTo>
                    <a:pt x="3200400" y="9525"/>
                  </a:lnTo>
                  <a:lnTo>
                    <a:pt x="3209925" y="9525"/>
                  </a:lnTo>
                  <a:lnTo>
                    <a:pt x="3209925" y="0"/>
                  </a:lnTo>
                  <a:close/>
                </a:path>
                <a:path w="4010025" h="9525">
                  <a:moveTo>
                    <a:pt x="3267075" y="0"/>
                  </a:moveTo>
                  <a:lnTo>
                    <a:pt x="3257550" y="0"/>
                  </a:lnTo>
                  <a:lnTo>
                    <a:pt x="3257550" y="9525"/>
                  </a:lnTo>
                  <a:lnTo>
                    <a:pt x="3267075" y="9525"/>
                  </a:lnTo>
                  <a:lnTo>
                    <a:pt x="3267075" y="0"/>
                  </a:lnTo>
                  <a:close/>
                </a:path>
                <a:path w="4010025" h="9525">
                  <a:moveTo>
                    <a:pt x="3324225" y="0"/>
                  </a:moveTo>
                  <a:lnTo>
                    <a:pt x="3314700" y="0"/>
                  </a:lnTo>
                  <a:lnTo>
                    <a:pt x="3314700" y="9525"/>
                  </a:lnTo>
                  <a:lnTo>
                    <a:pt x="3324225" y="9525"/>
                  </a:lnTo>
                  <a:lnTo>
                    <a:pt x="3324225" y="0"/>
                  </a:lnTo>
                  <a:close/>
                </a:path>
                <a:path w="4010025" h="9525">
                  <a:moveTo>
                    <a:pt x="3381375" y="0"/>
                  </a:moveTo>
                  <a:lnTo>
                    <a:pt x="3371850" y="0"/>
                  </a:lnTo>
                  <a:lnTo>
                    <a:pt x="3371850" y="9525"/>
                  </a:lnTo>
                  <a:lnTo>
                    <a:pt x="3381375" y="9525"/>
                  </a:lnTo>
                  <a:lnTo>
                    <a:pt x="3381375" y="0"/>
                  </a:lnTo>
                  <a:close/>
                </a:path>
                <a:path w="4010025" h="9525">
                  <a:moveTo>
                    <a:pt x="3438525" y="0"/>
                  </a:moveTo>
                  <a:lnTo>
                    <a:pt x="3429000" y="0"/>
                  </a:lnTo>
                  <a:lnTo>
                    <a:pt x="3429000" y="9525"/>
                  </a:lnTo>
                  <a:lnTo>
                    <a:pt x="3438525" y="9525"/>
                  </a:lnTo>
                  <a:lnTo>
                    <a:pt x="3438525" y="0"/>
                  </a:lnTo>
                  <a:close/>
                </a:path>
                <a:path w="4010025" h="9525">
                  <a:moveTo>
                    <a:pt x="3495675" y="0"/>
                  </a:moveTo>
                  <a:lnTo>
                    <a:pt x="3486150" y="0"/>
                  </a:lnTo>
                  <a:lnTo>
                    <a:pt x="3486150" y="9525"/>
                  </a:lnTo>
                  <a:lnTo>
                    <a:pt x="3495675" y="9525"/>
                  </a:lnTo>
                  <a:lnTo>
                    <a:pt x="3495675" y="0"/>
                  </a:lnTo>
                  <a:close/>
                </a:path>
                <a:path w="4010025" h="9525">
                  <a:moveTo>
                    <a:pt x="3552825" y="0"/>
                  </a:moveTo>
                  <a:lnTo>
                    <a:pt x="3543300" y="0"/>
                  </a:lnTo>
                  <a:lnTo>
                    <a:pt x="3543300" y="9525"/>
                  </a:lnTo>
                  <a:lnTo>
                    <a:pt x="3552825" y="9525"/>
                  </a:lnTo>
                  <a:lnTo>
                    <a:pt x="3552825" y="0"/>
                  </a:lnTo>
                  <a:close/>
                </a:path>
                <a:path w="4010025" h="9525">
                  <a:moveTo>
                    <a:pt x="3609975" y="0"/>
                  </a:moveTo>
                  <a:lnTo>
                    <a:pt x="3600450" y="0"/>
                  </a:lnTo>
                  <a:lnTo>
                    <a:pt x="3600450" y="9525"/>
                  </a:lnTo>
                  <a:lnTo>
                    <a:pt x="3609975" y="9525"/>
                  </a:lnTo>
                  <a:lnTo>
                    <a:pt x="3609975" y="0"/>
                  </a:lnTo>
                  <a:close/>
                </a:path>
                <a:path w="4010025" h="9525">
                  <a:moveTo>
                    <a:pt x="3667125" y="0"/>
                  </a:moveTo>
                  <a:lnTo>
                    <a:pt x="3657600" y="0"/>
                  </a:lnTo>
                  <a:lnTo>
                    <a:pt x="3657600" y="9525"/>
                  </a:lnTo>
                  <a:lnTo>
                    <a:pt x="3667125" y="9525"/>
                  </a:lnTo>
                  <a:lnTo>
                    <a:pt x="3667125" y="0"/>
                  </a:lnTo>
                  <a:close/>
                </a:path>
                <a:path w="4010025" h="9525">
                  <a:moveTo>
                    <a:pt x="3724275" y="0"/>
                  </a:moveTo>
                  <a:lnTo>
                    <a:pt x="3714750" y="0"/>
                  </a:lnTo>
                  <a:lnTo>
                    <a:pt x="3714750" y="9525"/>
                  </a:lnTo>
                  <a:lnTo>
                    <a:pt x="3724275" y="9525"/>
                  </a:lnTo>
                  <a:lnTo>
                    <a:pt x="3724275" y="0"/>
                  </a:lnTo>
                  <a:close/>
                </a:path>
                <a:path w="4010025" h="9525">
                  <a:moveTo>
                    <a:pt x="3781425" y="0"/>
                  </a:moveTo>
                  <a:lnTo>
                    <a:pt x="3771900" y="0"/>
                  </a:lnTo>
                  <a:lnTo>
                    <a:pt x="3771900" y="9525"/>
                  </a:lnTo>
                  <a:lnTo>
                    <a:pt x="3781425" y="9525"/>
                  </a:lnTo>
                  <a:lnTo>
                    <a:pt x="3781425" y="0"/>
                  </a:lnTo>
                  <a:close/>
                </a:path>
                <a:path w="4010025" h="9525">
                  <a:moveTo>
                    <a:pt x="3838575" y="0"/>
                  </a:moveTo>
                  <a:lnTo>
                    <a:pt x="3829050" y="0"/>
                  </a:lnTo>
                  <a:lnTo>
                    <a:pt x="3829050" y="9525"/>
                  </a:lnTo>
                  <a:lnTo>
                    <a:pt x="3838575" y="9525"/>
                  </a:lnTo>
                  <a:lnTo>
                    <a:pt x="3838575" y="0"/>
                  </a:lnTo>
                  <a:close/>
                </a:path>
                <a:path w="4010025" h="9525">
                  <a:moveTo>
                    <a:pt x="3895725" y="0"/>
                  </a:moveTo>
                  <a:lnTo>
                    <a:pt x="3886200" y="0"/>
                  </a:lnTo>
                  <a:lnTo>
                    <a:pt x="3886200" y="9525"/>
                  </a:lnTo>
                  <a:lnTo>
                    <a:pt x="3895725" y="9525"/>
                  </a:lnTo>
                  <a:lnTo>
                    <a:pt x="3895725" y="0"/>
                  </a:lnTo>
                  <a:close/>
                </a:path>
                <a:path w="4010025" h="9525">
                  <a:moveTo>
                    <a:pt x="3952875" y="0"/>
                  </a:moveTo>
                  <a:lnTo>
                    <a:pt x="3943350" y="0"/>
                  </a:lnTo>
                  <a:lnTo>
                    <a:pt x="3943350" y="9525"/>
                  </a:lnTo>
                  <a:lnTo>
                    <a:pt x="3952875" y="9525"/>
                  </a:lnTo>
                  <a:lnTo>
                    <a:pt x="3952875" y="0"/>
                  </a:lnTo>
                  <a:close/>
                </a:path>
                <a:path w="4010025" h="9525">
                  <a:moveTo>
                    <a:pt x="4010025" y="0"/>
                  </a:moveTo>
                  <a:lnTo>
                    <a:pt x="4000500" y="0"/>
                  </a:lnTo>
                  <a:lnTo>
                    <a:pt x="4000500" y="9525"/>
                  </a:lnTo>
                  <a:lnTo>
                    <a:pt x="4010025" y="9525"/>
                  </a:lnTo>
                  <a:lnTo>
                    <a:pt x="4010025" y="0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857625" y="1501787"/>
              <a:ext cx="8524875" cy="692150"/>
            </a:xfrm>
            <a:custGeom>
              <a:avLst/>
              <a:gdLst/>
              <a:ahLst/>
              <a:cxnLst/>
              <a:rect l="l" t="t" r="r" b="b"/>
              <a:pathLst>
                <a:path w="8524875" h="692150">
                  <a:moveTo>
                    <a:pt x="95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  <a:path w="8524875" h="692150">
                  <a:moveTo>
                    <a:pt x="66675" y="0"/>
                  </a:moveTo>
                  <a:lnTo>
                    <a:pt x="57150" y="0"/>
                  </a:lnTo>
                  <a:lnTo>
                    <a:pt x="57150" y="9525"/>
                  </a:lnTo>
                  <a:lnTo>
                    <a:pt x="66675" y="9525"/>
                  </a:lnTo>
                  <a:lnTo>
                    <a:pt x="66675" y="0"/>
                  </a:lnTo>
                  <a:close/>
                </a:path>
                <a:path w="8524875" h="692150">
                  <a:moveTo>
                    <a:pt x="352425" y="0"/>
                  </a:moveTo>
                  <a:lnTo>
                    <a:pt x="342900" y="0"/>
                  </a:lnTo>
                  <a:lnTo>
                    <a:pt x="342900" y="9525"/>
                  </a:lnTo>
                  <a:lnTo>
                    <a:pt x="352425" y="9525"/>
                  </a:lnTo>
                  <a:lnTo>
                    <a:pt x="352425" y="0"/>
                  </a:lnTo>
                  <a:close/>
                </a:path>
                <a:path w="8524875" h="692150">
                  <a:moveTo>
                    <a:pt x="409575" y="0"/>
                  </a:moveTo>
                  <a:lnTo>
                    <a:pt x="400050" y="0"/>
                  </a:lnTo>
                  <a:lnTo>
                    <a:pt x="400050" y="9525"/>
                  </a:lnTo>
                  <a:lnTo>
                    <a:pt x="409575" y="9525"/>
                  </a:lnTo>
                  <a:lnTo>
                    <a:pt x="409575" y="0"/>
                  </a:lnTo>
                  <a:close/>
                </a:path>
                <a:path w="8524875" h="692150">
                  <a:moveTo>
                    <a:pt x="466725" y="0"/>
                  </a:moveTo>
                  <a:lnTo>
                    <a:pt x="457200" y="0"/>
                  </a:lnTo>
                  <a:lnTo>
                    <a:pt x="457200" y="9525"/>
                  </a:lnTo>
                  <a:lnTo>
                    <a:pt x="466725" y="9525"/>
                  </a:lnTo>
                  <a:lnTo>
                    <a:pt x="466725" y="0"/>
                  </a:lnTo>
                  <a:close/>
                </a:path>
                <a:path w="8524875" h="692150">
                  <a:moveTo>
                    <a:pt x="523875" y="0"/>
                  </a:moveTo>
                  <a:lnTo>
                    <a:pt x="514350" y="0"/>
                  </a:lnTo>
                  <a:lnTo>
                    <a:pt x="514350" y="9525"/>
                  </a:lnTo>
                  <a:lnTo>
                    <a:pt x="523875" y="9525"/>
                  </a:lnTo>
                  <a:lnTo>
                    <a:pt x="523875" y="0"/>
                  </a:lnTo>
                  <a:close/>
                </a:path>
                <a:path w="8524875" h="692150">
                  <a:moveTo>
                    <a:pt x="581025" y="0"/>
                  </a:moveTo>
                  <a:lnTo>
                    <a:pt x="571500" y="0"/>
                  </a:lnTo>
                  <a:lnTo>
                    <a:pt x="571500" y="9525"/>
                  </a:lnTo>
                  <a:lnTo>
                    <a:pt x="581025" y="9525"/>
                  </a:lnTo>
                  <a:lnTo>
                    <a:pt x="581025" y="0"/>
                  </a:lnTo>
                  <a:close/>
                </a:path>
                <a:path w="8524875" h="692150">
                  <a:moveTo>
                    <a:pt x="638175" y="0"/>
                  </a:moveTo>
                  <a:lnTo>
                    <a:pt x="628650" y="0"/>
                  </a:lnTo>
                  <a:lnTo>
                    <a:pt x="628650" y="9525"/>
                  </a:lnTo>
                  <a:lnTo>
                    <a:pt x="638175" y="9525"/>
                  </a:lnTo>
                  <a:lnTo>
                    <a:pt x="638175" y="0"/>
                  </a:lnTo>
                  <a:close/>
                </a:path>
                <a:path w="8524875" h="692150">
                  <a:moveTo>
                    <a:pt x="695325" y="0"/>
                  </a:moveTo>
                  <a:lnTo>
                    <a:pt x="685800" y="0"/>
                  </a:lnTo>
                  <a:lnTo>
                    <a:pt x="685800" y="9525"/>
                  </a:lnTo>
                  <a:lnTo>
                    <a:pt x="695325" y="9525"/>
                  </a:lnTo>
                  <a:lnTo>
                    <a:pt x="695325" y="0"/>
                  </a:lnTo>
                  <a:close/>
                </a:path>
                <a:path w="8524875" h="692150">
                  <a:moveTo>
                    <a:pt x="752475" y="0"/>
                  </a:moveTo>
                  <a:lnTo>
                    <a:pt x="742950" y="0"/>
                  </a:lnTo>
                  <a:lnTo>
                    <a:pt x="742950" y="9525"/>
                  </a:lnTo>
                  <a:lnTo>
                    <a:pt x="752475" y="9525"/>
                  </a:lnTo>
                  <a:lnTo>
                    <a:pt x="752475" y="0"/>
                  </a:lnTo>
                  <a:close/>
                </a:path>
                <a:path w="8524875" h="692150">
                  <a:moveTo>
                    <a:pt x="809625" y="0"/>
                  </a:moveTo>
                  <a:lnTo>
                    <a:pt x="800100" y="0"/>
                  </a:lnTo>
                  <a:lnTo>
                    <a:pt x="800100" y="9525"/>
                  </a:lnTo>
                  <a:lnTo>
                    <a:pt x="809625" y="9525"/>
                  </a:lnTo>
                  <a:lnTo>
                    <a:pt x="809625" y="0"/>
                  </a:lnTo>
                  <a:close/>
                </a:path>
                <a:path w="8524875" h="692150">
                  <a:moveTo>
                    <a:pt x="866775" y="0"/>
                  </a:moveTo>
                  <a:lnTo>
                    <a:pt x="857250" y="0"/>
                  </a:lnTo>
                  <a:lnTo>
                    <a:pt x="857250" y="9525"/>
                  </a:lnTo>
                  <a:lnTo>
                    <a:pt x="866775" y="9525"/>
                  </a:lnTo>
                  <a:lnTo>
                    <a:pt x="866775" y="0"/>
                  </a:lnTo>
                  <a:close/>
                </a:path>
                <a:path w="8524875" h="692150">
                  <a:moveTo>
                    <a:pt x="923925" y="0"/>
                  </a:moveTo>
                  <a:lnTo>
                    <a:pt x="914400" y="0"/>
                  </a:lnTo>
                  <a:lnTo>
                    <a:pt x="914400" y="9525"/>
                  </a:lnTo>
                  <a:lnTo>
                    <a:pt x="923925" y="9525"/>
                  </a:lnTo>
                  <a:lnTo>
                    <a:pt x="923925" y="0"/>
                  </a:lnTo>
                  <a:close/>
                </a:path>
                <a:path w="8524875" h="692150">
                  <a:moveTo>
                    <a:pt x="981075" y="0"/>
                  </a:moveTo>
                  <a:lnTo>
                    <a:pt x="971550" y="0"/>
                  </a:lnTo>
                  <a:lnTo>
                    <a:pt x="971550" y="9525"/>
                  </a:lnTo>
                  <a:lnTo>
                    <a:pt x="981075" y="9525"/>
                  </a:lnTo>
                  <a:lnTo>
                    <a:pt x="981075" y="0"/>
                  </a:lnTo>
                  <a:close/>
                </a:path>
                <a:path w="8524875" h="692150">
                  <a:moveTo>
                    <a:pt x="1038225" y="0"/>
                  </a:moveTo>
                  <a:lnTo>
                    <a:pt x="1028700" y="0"/>
                  </a:lnTo>
                  <a:lnTo>
                    <a:pt x="1028700" y="9525"/>
                  </a:lnTo>
                  <a:lnTo>
                    <a:pt x="1038225" y="9525"/>
                  </a:lnTo>
                  <a:lnTo>
                    <a:pt x="1038225" y="0"/>
                  </a:lnTo>
                  <a:close/>
                </a:path>
                <a:path w="8524875" h="692150">
                  <a:moveTo>
                    <a:pt x="1095375" y="0"/>
                  </a:moveTo>
                  <a:lnTo>
                    <a:pt x="1085850" y="0"/>
                  </a:lnTo>
                  <a:lnTo>
                    <a:pt x="1085850" y="9525"/>
                  </a:lnTo>
                  <a:lnTo>
                    <a:pt x="1095375" y="9525"/>
                  </a:lnTo>
                  <a:lnTo>
                    <a:pt x="1095375" y="0"/>
                  </a:lnTo>
                  <a:close/>
                </a:path>
                <a:path w="8524875" h="692150">
                  <a:moveTo>
                    <a:pt x="1152525" y="0"/>
                  </a:moveTo>
                  <a:lnTo>
                    <a:pt x="1143000" y="0"/>
                  </a:lnTo>
                  <a:lnTo>
                    <a:pt x="1143000" y="9525"/>
                  </a:lnTo>
                  <a:lnTo>
                    <a:pt x="1152525" y="9525"/>
                  </a:lnTo>
                  <a:lnTo>
                    <a:pt x="1152525" y="0"/>
                  </a:lnTo>
                  <a:close/>
                </a:path>
                <a:path w="8524875" h="692150">
                  <a:moveTo>
                    <a:pt x="1209675" y="0"/>
                  </a:moveTo>
                  <a:lnTo>
                    <a:pt x="1200150" y="0"/>
                  </a:lnTo>
                  <a:lnTo>
                    <a:pt x="1200150" y="9525"/>
                  </a:lnTo>
                  <a:lnTo>
                    <a:pt x="1209675" y="9525"/>
                  </a:lnTo>
                  <a:lnTo>
                    <a:pt x="1209675" y="0"/>
                  </a:lnTo>
                  <a:close/>
                </a:path>
                <a:path w="8524875" h="692150">
                  <a:moveTo>
                    <a:pt x="1266825" y="0"/>
                  </a:moveTo>
                  <a:lnTo>
                    <a:pt x="1257300" y="0"/>
                  </a:lnTo>
                  <a:lnTo>
                    <a:pt x="1257300" y="9525"/>
                  </a:lnTo>
                  <a:lnTo>
                    <a:pt x="1266825" y="9525"/>
                  </a:lnTo>
                  <a:lnTo>
                    <a:pt x="1266825" y="0"/>
                  </a:lnTo>
                  <a:close/>
                </a:path>
                <a:path w="8524875" h="692150">
                  <a:moveTo>
                    <a:pt x="1323975" y="0"/>
                  </a:moveTo>
                  <a:lnTo>
                    <a:pt x="1314450" y="0"/>
                  </a:lnTo>
                  <a:lnTo>
                    <a:pt x="1314450" y="9525"/>
                  </a:lnTo>
                  <a:lnTo>
                    <a:pt x="1323975" y="9525"/>
                  </a:lnTo>
                  <a:lnTo>
                    <a:pt x="1323975" y="0"/>
                  </a:lnTo>
                  <a:close/>
                </a:path>
                <a:path w="8524875" h="692150">
                  <a:moveTo>
                    <a:pt x="1381125" y="0"/>
                  </a:moveTo>
                  <a:lnTo>
                    <a:pt x="1371600" y="0"/>
                  </a:lnTo>
                  <a:lnTo>
                    <a:pt x="1371600" y="9525"/>
                  </a:lnTo>
                  <a:lnTo>
                    <a:pt x="1381125" y="9525"/>
                  </a:lnTo>
                  <a:lnTo>
                    <a:pt x="1381125" y="0"/>
                  </a:lnTo>
                  <a:close/>
                </a:path>
                <a:path w="8524875" h="692150">
                  <a:moveTo>
                    <a:pt x="1438275" y="0"/>
                  </a:moveTo>
                  <a:lnTo>
                    <a:pt x="1428750" y="0"/>
                  </a:lnTo>
                  <a:lnTo>
                    <a:pt x="1428750" y="9525"/>
                  </a:lnTo>
                  <a:lnTo>
                    <a:pt x="1438275" y="9525"/>
                  </a:lnTo>
                  <a:lnTo>
                    <a:pt x="1438275" y="0"/>
                  </a:lnTo>
                  <a:close/>
                </a:path>
                <a:path w="8524875" h="692150">
                  <a:moveTo>
                    <a:pt x="1495425" y="0"/>
                  </a:moveTo>
                  <a:lnTo>
                    <a:pt x="1485900" y="0"/>
                  </a:lnTo>
                  <a:lnTo>
                    <a:pt x="1485900" y="9525"/>
                  </a:lnTo>
                  <a:lnTo>
                    <a:pt x="1495425" y="9525"/>
                  </a:lnTo>
                  <a:lnTo>
                    <a:pt x="1495425" y="0"/>
                  </a:lnTo>
                  <a:close/>
                </a:path>
                <a:path w="8524875" h="692150">
                  <a:moveTo>
                    <a:pt x="1552575" y="0"/>
                  </a:moveTo>
                  <a:lnTo>
                    <a:pt x="1543050" y="0"/>
                  </a:lnTo>
                  <a:lnTo>
                    <a:pt x="1543050" y="9525"/>
                  </a:lnTo>
                  <a:lnTo>
                    <a:pt x="1552575" y="9525"/>
                  </a:lnTo>
                  <a:lnTo>
                    <a:pt x="1552575" y="0"/>
                  </a:lnTo>
                  <a:close/>
                </a:path>
                <a:path w="8524875" h="692150">
                  <a:moveTo>
                    <a:pt x="1609725" y="0"/>
                  </a:moveTo>
                  <a:lnTo>
                    <a:pt x="1600200" y="0"/>
                  </a:lnTo>
                  <a:lnTo>
                    <a:pt x="1600200" y="9525"/>
                  </a:lnTo>
                  <a:lnTo>
                    <a:pt x="1609725" y="9525"/>
                  </a:lnTo>
                  <a:lnTo>
                    <a:pt x="1609725" y="0"/>
                  </a:lnTo>
                  <a:close/>
                </a:path>
                <a:path w="8524875" h="692150">
                  <a:moveTo>
                    <a:pt x="1666875" y="0"/>
                  </a:moveTo>
                  <a:lnTo>
                    <a:pt x="1657350" y="0"/>
                  </a:lnTo>
                  <a:lnTo>
                    <a:pt x="1657350" y="9525"/>
                  </a:lnTo>
                  <a:lnTo>
                    <a:pt x="1666875" y="9525"/>
                  </a:lnTo>
                  <a:lnTo>
                    <a:pt x="1666875" y="0"/>
                  </a:lnTo>
                  <a:close/>
                </a:path>
                <a:path w="8524875" h="692150">
                  <a:moveTo>
                    <a:pt x="1724025" y="0"/>
                  </a:moveTo>
                  <a:lnTo>
                    <a:pt x="1714500" y="0"/>
                  </a:lnTo>
                  <a:lnTo>
                    <a:pt x="1714500" y="9525"/>
                  </a:lnTo>
                  <a:lnTo>
                    <a:pt x="1724025" y="9525"/>
                  </a:lnTo>
                  <a:lnTo>
                    <a:pt x="1724025" y="0"/>
                  </a:lnTo>
                  <a:close/>
                </a:path>
                <a:path w="8524875" h="692150">
                  <a:moveTo>
                    <a:pt x="1781175" y="0"/>
                  </a:moveTo>
                  <a:lnTo>
                    <a:pt x="1771650" y="0"/>
                  </a:lnTo>
                  <a:lnTo>
                    <a:pt x="1771650" y="9525"/>
                  </a:lnTo>
                  <a:lnTo>
                    <a:pt x="1781175" y="9525"/>
                  </a:lnTo>
                  <a:lnTo>
                    <a:pt x="1781175" y="0"/>
                  </a:lnTo>
                  <a:close/>
                </a:path>
                <a:path w="8524875" h="692150">
                  <a:moveTo>
                    <a:pt x="1838325" y="0"/>
                  </a:moveTo>
                  <a:lnTo>
                    <a:pt x="1828800" y="0"/>
                  </a:lnTo>
                  <a:lnTo>
                    <a:pt x="1828800" y="9525"/>
                  </a:lnTo>
                  <a:lnTo>
                    <a:pt x="1838325" y="9525"/>
                  </a:lnTo>
                  <a:lnTo>
                    <a:pt x="1838325" y="0"/>
                  </a:lnTo>
                  <a:close/>
                </a:path>
                <a:path w="8524875" h="692150">
                  <a:moveTo>
                    <a:pt x="1895475" y="0"/>
                  </a:moveTo>
                  <a:lnTo>
                    <a:pt x="1885950" y="0"/>
                  </a:lnTo>
                  <a:lnTo>
                    <a:pt x="1885950" y="9525"/>
                  </a:lnTo>
                  <a:lnTo>
                    <a:pt x="1895475" y="9525"/>
                  </a:lnTo>
                  <a:lnTo>
                    <a:pt x="1895475" y="0"/>
                  </a:lnTo>
                  <a:close/>
                </a:path>
                <a:path w="8524875" h="692150">
                  <a:moveTo>
                    <a:pt x="1952625" y="0"/>
                  </a:moveTo>
                  <a:lnTo>
                    <a:pt x="1943100" y="0"/>
                  </a:lnTo>
                  <a:lnTo>
                    <a:pt x="1943100" y="9525"/>
                  </a:lnTo>
                  <a:lnTo>
                    <a:pt x="1952625" y="9525"/>
                  </a:lnTo>
                  <a:lnTo>
                    <a:pt x="1952625" y="0"/>
                  </a:lnTo>
                  <a:close/>
                </a:path>
                <a:path w="8524875" h="692150">
                  <a:moveTo>
                    <a:pt x="2009775" y="0"/>
                  </a:moveTo>
                  <a:lnTo>
                    <a:pt x="2000250" y="0"/>
                  </a:lnTo>
                  <a:lnTo>
                    <a:pt x="2000250" y="9525"/>
                  </a:lnTo>
                  <a:lnTo>
                    <a:pt x="2009775" y="9525"/>
                  </a:lnTo>
                  <a:lnTo>
                    <a:pt x="2009775" y="0"/>
                  </a:lnTo>
                  <a:close/>
                </a:path>
                <a:path w="8524875" h="692150">
                  <a:moveTo>
                    <a:pt x="2066925" y="0"/>
                  </a:moveTo>
                  <a:lnTo>
                    <a:pt x="2057400" y="0"/>
                  </a:lnTo>
                  <a:lnTo>
                    <a:pt x="2057400" y="9525"/>
                  </a:lnTo>
                  <a:lnTo>
                    <a:pt x="2066925" y="9525"/>
                  </a:lnTo>
                  <a:lnTo>
                    <a:pt x="2066925" y="0"/>
                  </a:lnTo>
                  <a:close/>
                </a:path>
                <a:path w="8524875" h="692150">
                  <a:moveTo>
                    <a:pt x="6410325" y="682625"/>
                  </a:moveTo>
                  <a:lnTo>
                    <a:pt x="6400800" y="682625"/>
                  </a:lnTo>
                  <a:lnTo>
                    <a:pt x="6400800" y="692150"/>
                  </a:lnTo>
                  <a:lnTo>
                    <a:pt x="6410325" y="692150"/>
                  </a:lnTo>
                  <a:lnTo>
                    <a:pt x="6410325" y="682625"/>
                  </a:lnTo>
                  <a:close/>
                </a:path>
                <a:path w="8524875" h="692150">
                  <a:moveTo>
                    <a:pt x="6467475" y="682625"/>
                  </a:moveTo>
                  <a:lnTo>
                    <a:pt x="6457950" y="682625"/>
                  </a:lnTo>
                  <a:lnTo>
                    <a:pt x="6457950" y="692150"/>
                  </a:lnTo>
                  <a:lnTo>
                    <a:pt x="6467475" y="692150"/>
                  </a:lnTo>
                  <a:lnTo>
                    <a:pt x="6467475" y="682625"/>
                  </a:lnTo>
                  <a:close/>
                </a:path>
                <a:path w="8524875" h="692150">
                  <a:moveTo>
                    <a:pt x="6524625" y="682625"/>
                  </a:moveTo>
                  <a:lnTo>
                    <a:pt x="6515100" y="682625"/>
                  </a:lnTo>
                  <a:lnTo>
                    <a:pt x="6515100" y="692150"/>
                  </a:lnTo>
                  <a:lnTo>
                    <a:pt x="6524625" y="692150"/>
                  </a:lnTo>
                  <a:lnTo>
                    <a:pt x="6524625" y="682625"/>
                  </a:lnTo>
                  <a:close/>
                </a:path>
                <a:path w="8524875" h="692150">
                  <a:moveTo>
                    <a:pt x="6581775" y="682625"/>
                  </a:moveTo>
                  <a:lnTo>
                    <a:pt x="6572250" y="682625"/>
                  </a:lnTo>
                  <a:lnTo>
                    <a:pt x="6572250" y="692150"/>
                  </a:lnTo>
                  <a:lnTo>
                    <a:pt x="6581775" y="692150"/>
                  </a:lnTo>
                  <a:lnTo>
                    <a:pt x="6581775" y="682625"/>
                  </a:lnTo>
                  <a:close/>
                </a:path>
                <a:path w="8524875" h="692150">
                  <a:moveTo>
                    <a:pt x="6638925" y="682625"/>
                  </a:moveTo>
                  <a:lnTo>
                    <a:pt x="6629400" y="682625"/>
                  </a:lnTo>
                  <a:lnTo>
                    <a:pt x="6629400" y="692150"/>
                  </a:lnTo>
                  <a:lnTo>
                    <a:pt x="6638925" y="692150"/>
                  </a:lnTo>
                  <a:lnTo>
                    <a:pt x="6638925" y="682625"/>
                  </a:lnTo>
                  <a:close/>
                </a:path>
                <a:path w="8524875" h="692150">
                  <a:moveTo>
                    <a:pt x="6696075" y="682625"/>
                  </a:moveTo>
                  <a:lnTo>
                    <a:pt x="6686550" y="682625"/>
                  </a:lnTo>
                  <a:lnTo>
                    <a:pt x="6686550" y="692150"/>
                  </a:lnTo>
                  <a:lnTo>
                    <a:pt x="6696075" y="692150"/>
                  </a:lnTo>
                  <a:lnTo>
                    <a:pt x="6696075" y="682625"/>
                  </a:lnTo>
                  <a:close/>
                </a:path>
                <a:path w="8524875" h="692150">
                  <a:moveTo>
                    <a:pt x="6753225" y="682625"/>
                  </a:moveTo>
                  <a:lnTo>
                    <a:pt x="6743700" y="682625"/>
                  </a:lnTo>
                  <a:lnTo>
                    <a:pt x="6743700" y="692150"/>
                  </a:lnTo>
                  <a:lnTo>
                    <a:pt x="6753225" y="692150"/>
                  </a:lnTo>
                  <a:lnTo>
                    <a:pt x="6753225" y="682625"/>
                  </a:lnTo>
                  <a:close/>
                </a:path>
                <a:path w="8524875" h="692150">
                  <a:moveTo>
                    <a:pt x="6810375" y="682625"/>
                  </a:moveTo>
                  <a:lnTo>
                    <a:pt x="6800850" y="682625"/>
                  </a:lnTo>
                  <a:lnTo>
                    <a:pt x="6800850" y="692150"/>
                  </a:lnTo>
                  <a:lnTo>
                    <a:pt x="6810375" y="692150"/>
                  </a:lnTo>
                  <a:lnTo>
                    <a:pt x="6810375" y="682625"/>
                  </a:lnTo>
                  <a:close/>
                </a:path>
                <a:path w="8524875" h="692150">
                  <a:moveTo>
                    <a:pt x="6867525" y="682625"/>
                  </a:moveTo>
                  <a:lnTo>
                    <a:pt x="6858000" y="682625"/>
                  </a:lnTo>
                  <a:lnTo>
                    <a:pt x="6858000" y="692150"/>
                  </a:lnTo>
                  <a:lnTo>
                    <a:pt x="6867525" y="692150"/>
                  </a:lnTo>
                  <a:lnTo>
                    <a:pt x="6867525" y="682625"/>
                  </a:lnTo>
                  <a:close/>
                </a:path>
                <a:path w="8524875" h="692150">
                  <a:moveTo>
                    <a:pt x="6924675" y="682625"/>
                  </a:moveTo>
                  <a:lnTo>
                    <a:pt x="6915150" y="682625"/>
                  </a:lnTo>
                  <a:lnTo>
                    <a:pt x="6915150" y="692150"/>
                  </a:lnTo>
                  <a:lnTo>
                    <a:pt x="6924675" y="692150"/>
                  </a:lnTo>
                  <a:lnTo>
                    <a:pt x="6924675" y="682625"/>
                  </a:lnTo>
                  <a:close/>
                </a:path>
                <a:path w="8524875" h="692150">
                  <a:moveTo>
                    <a:pt x="6981825" y="682625"/>
                  </a:moveTo>
                  <a:lnTo>
                    <a:pt x="6972300" y="682625"/>
                  </a:lnTo>
                  <a:lnTo>
                    <a:pt x="6972300" y="692150"/>
                  </a:lnTo>
                  <a:lnTo>
                    <a:pt x="6981825" y="692150"/>
                  </a:lnTo>
                  <a:lnTo>
                    <a:pt x="6981825" y="682625"/>
                  </a:lnTo>
                  <a:close/>
                </a:path>
                <a:path w="8524875" h="692150">
                  <a:moveTo>
                    <a:pt x="7038975" y="682625"/>
                  </a:moveTo>
                  <a:lnTo>
                    <a:pt x="7029450" y="682625"/>
                  </a:lnTo>
                  <a:lnTo>
                    <a:pt x="7029450" y="692150"/>
                  </a:lnTo>
                  <a:lnTo>
                    <a:pt x="7038975" y="692150"/>
                  </a:lnTo>
                  <a:lnTo>
                    <a:pt x="7038975" y="682625"/>
                  </a:lnTo>
                  <a:close/>
                </a:path>
                <a:path w="8524875" h="692150">
                  <a:moveTo>
                    <a:pt x="7096125" y="682625"/>
                  </a:moveTo>
                  <a:lnTo>
                    <a:pt x="7086600" y="682625"/>
                  </a:lnTo>
                  <a:lnTo>
                    <a:pt x="7086600" y="692150"/>
                  </a:lnTo>
                  <a:lnTo>
                    <a:pt x="7096125" y="692150"/>
                  </a:lnTo>
                  <a:lnTo>
                    <a:pt x="7096125" y="682625"/>
                  </a:lnTo>
                  <a:close/>
                </a:path>
                <a:path w="8524875" h="692150">
                  <a:moveTo>
                    <a:pt x="7153275" y="682625"/>
                  </a:moveTo>
                  <a:lnTo>
                    <a:pt x="7143750" y="682625"/>
                  </a:lnTo>
                  <a:lnTo>
                    <a:pt x="7143750" y="692150"/>
                  </a:lnTo>
                  <a:lnTo>
                    <a:pt x="7153275" y="692150"/>
                  </a:lnTo>
                  <a:lnTo>
                    <a:pt x="7153275" y="682625"/>
                  </a:lnTo>
                  <a:close/>
                </a:path>
                <a:path w="8524875" h="692150">
                  <a:moveTo>
                    <a:pt x="7210425" y="682625"/>
                  </a:moveTo>
                  <a:lnTo>
                    <a:pt x="7200900" y="682625"/>
                  </a:lnTo>
                  <a:lnTo>
                    <a:pt x="7200900" y="692150"/>
                  </a:lnTo>
                  <a:lnTo>
                    <a:pt x="7210425" y="692150"/>
                  </a:lnTo>
                  <a:lnTo>
                    <a:pt x="7210425" y="682625"/>
                  </a:lnTo>
                  <a:close/>
                </a:path>
                <a:path w="8524875" h="692150">
                  <a:moveTo>
                    <a:pt x="7267575" y="682625"/>
                  </a:moveTo>
                  <a:lnTo>
                    <a:pt x="7258050" y="682625"/>
                  </a:lnTo>
                  <a:lnTo>
                    <a:pt x="7258050" y="692150"/>
                  </a:lnTo>
                  <a:lnTo>
                    <a:pt x="7267575" y="692150"/>
                  </a:lnTo>
                  <a:lnTo>
                    <a:pt x="7267575" y="682625"/>
                  </a:lnTo>
                  <a:close/>
                </a:path>
                <a:path w="8524875" h="692150">
                  <a:moveTo>
                    <a:pt x="7324725" y="682625"/>
                  </a:moveTo>
                  <a:lnTo>
                    <a:pt x="7315200" y="682625"/>
                  </a:lnTo>
                  <a:lnTo>
                    <a:pt x="7315200" y="692150"/>
                  </a:lnTo>
                  <a:lnTo>
                    <a:pt x="7324725" y="692150"/>
                  </a:lnTo>
                  <a:lnTo>
                    <a:pt x="7324725" y="682625"/>
                  </a:lnTo>
                  <a:close/>
                </a:path>
                <a:path w="8524875" h="692150">
                  <a:moveTo>
                    <a:pt x="7381875" y="682625"/>
                  </a:moveTo>
                  <a:lnTo>
                    <a:pt x="7372350" y="682625"/>
                  </a:lnTo>
                  <a:lnTo>
                    <a:pt x="7372350" y="692150"/>
                  </a:lnTo>
                  <a:lnTo>
                    <a:pt x="7381875" y="692150"/>
                  </a:lnTo>
                  <a:lnTo>
                    <a:pt x="7381875" y="682625"/>
                  </a:lnTo>
                  <a:close/>
                </a:path>
                <a:path w="8524875" h="692150">
                  <a:moveTo>
                    <a:pt x="7439025" y="682625"/>
                  </a:moveTo>
                  <a:lnTo>
                    <a:pt x="7429500" y="682625"/>
                  </a:lnTo>
                  <a:lnTo>
                    <a:pt x="7429500" y="692150"/>
                  </a:lnTo>
                  <a:lnTo>
                    <a:pt x="7439025" y="692150"/>
                  </a:lnTo>
                  <a:lnTo>
                    <a:pt x="7439025" y="682625"/>
                  </a:lnTo>
                  <a:close/>
                </a:path>
                <a:path w="8524875" h="692150">
                  <a:moveTo>
                    <a:pt x="7496175" y="682625"/>
                  </a:moveTo>
                  <a:lnTo>
                    <a:pt x="7486650" y="682625"/>
                  </a:lnTo>
                  <a:lnTo>
                    <a:pt x="7486650" y="692150"/>
                  </a:lnTo>
                  <a:lnTo>
                    <a:pt x="7496175" y="692150"/>
                  </a:lnTo>
                  <a:lnTo>
                    <a:pt x="7496175" y="682625"/>
                  </a:lnTo>
                  <a:close/>
                </a:path>
                <a:path w="8524875" h="692150">
                  <a:moveTo>
                    <a:pt x="7553325" y="682625"/>
                  </a:moveTo>
                  <a:lnTo>
                    <a:pt x="7543800" y="682625"/>
                  </a:lnTo>
                  <a:lnTo>
                    <a:pt x="7543800" y="692150"/>
                  </a:lnTo>
                  <a:lnTo>
                    <a:pt x="7553325" y="692150"/>
                  </a:lnTo>
                  <a:lnTo>
                    <a:pt x="7553325" y="682625"/>
                  </a:lnTo>
                  <a:close/>
                </a:path>
                <a:path w="8524875" h="692150">
                  <a:moveTo>
                    <a:pt x="7610475" y="682625"/>
                  </a:moveTo>
                  <a:lnTo>
                    <a:pt x="7600950" y="682625"/>
                  </a:lnTo>
                  <a:lnTo>
                    <a:pt x="7600950" y="692150"/>
                  </a:lnTo>
                  <a:lnTo>
                    <a:pt x="7610475" y="692150"/>
                  </a:lnTo>
                  <a:lnTo>
                    <a:pt x="7610475" y="682625"/>
                  </a:lnTo>
                  <a:close/>
                </a:path>
                <a:path w="8524875" h="692150">
                  <a:moveTo>
                    <a:pt x="7667625" y="682625"/>
                  </a:moveTo>
                  <a:lnTo>
                    <a:pt x="7658100" y="682625"/>
                  </a:lnTo>
                  <a:lnTo>
                    <a:pt x="7658100" y="692150"/>
                  </a:lnTo>
                  <a:lnTo>
                    <a:pt x="7667625" y="692150"/>
                  </a:lnTo>
                  <a:lnTo>
                    <a:pt x="7667625" y="682625"/>
                  </a:lnTo>
                  <a:close/>
                </a:path>
                <a:path w="8524875" h="692150">
                  <a:moveTo>
                    <a:pt x="7724775" y="682625"/>
                  </a:moveTo>
                  <a:lnTo>
                    <a:pt x="7715250" y="682625"/>
                  </a:lnTo>
                  <a:lnTo>
                    <a:pt x="7715250" y="692150"/>
                  </a:lnTo>
                  <a:lnTo>
                    <a:pt x="7724775" y="692150"/>
                  </a:lnTo>
                  <a:lnTo>
                    <a:pt x="7724775" y="682625"/>
                  </a:lnTo>
                  <a:close/>
                </a:path>
                <a:path w="8524875" h="692150">
                  <a:moveTo>
                    <a:pt x="7781925" y="682625"/>
                  </a:moveTo>
                  <a:lnTo>
                    <a:pt x="7772400" y="682625"/>
                  </a:lnTo>
                  <a:lnTo>
                    <a:pt x="7772400" y="692150"/>
                  </a:lnTo>
                  <a:lnTo>
                    <a:pt x="7781925" y="692150"/>
                  </a:lnTo>
                  <a:lnTo>
                    <a:pt x="7781925" y="682625"/>
                  </a:lnTo>
                  <a:close/>
                </a:path>
                <a:path w="8524875" h="692150">
                  <a:moveTo>
                    <a:pt x="7839075" y="682625"/>
                  </a:moveTo>
                  <a:lnTo>
                    <a:pt x="7829550" y="682625"/>
                  </a:lnTo>
                  <a:lnTo>
                    <a:pt x="7829550" y="692150"/>
                  </a:lnTo>
                  <a:lnTo>
                    <a:pt x="7839075" y="692150"/>
                  </a:lnTo>
                  <a:lnTo>
                    <a:pt x="7839075" y="682625"/>
                  </a:lnTo>
                  <a:close/>
                </a:path>
                <a:path w="8524875" h="692150">
                  <a:moveTo>
                    <a:pt x="7896225" y="682625"/>
                  </a:moveTo>
                  <a:lnTo>
                    <a:pt x="7886700" y="682625"/>
                  </a:lnTo>
                  <a:lnTo>
                    <a:pt x="7886700" y="692150"/>
                  </a:lnTo>
                  <a:lnTo>
                    <a:pt x="7896225" y="692150"/>
                  </a:lnTo>
                  <a:lnTo>
                    <a:pt x="7896225" y="682625"/>
                  </a:lnTo>
                  <a:close/>
                </a:path>
                <a:path w="8524875" h="692150">
                  <a:moveTo>
                    <a:pt x="7953375" y="682625"/>
                  </a:moveTo>
                  <a:lnTo>
                    <a:pt x="7943850" y="682625"/>
                  </a:lnTo>
                  <a:lnTo>
                    <a:pt x="7943850" y="692150"/>
                  </a:lnTo>
                  <a:lnTo>
                    <a:pt x="7953375" y="692150"/>
                  </a:lnTo>
                  <a:lnTo>
                    <a:pt x="7953375" y="682625"/>
                  </a:lnTo>
                  <a:close/>
                </a:path>
                <a:path w="8524875" h="692150">
                  <a:moveTo>
                    <a:pt x="8010525" y="682625"/>
                  </a:moveTo>
                  <a:lnTo>
                    <a:pt x="8001000" y="682625"/>
                  </a:lnTo>
                  <a:lnTo>
                    <a:pt x="8001000" y="692150"/>
                  </a:lnTo>
                  <a:lnTo>
                    <a:pt x="8010525" y="692150"/>
                  </a:lnTo>
                  <a:lnTo>
                    <a:pt x="8010525" y="682625"/>
                  </a:lnTo>
                  <a:close/>
                </a:path>
                <a:path w="8524875" h="692150">
                  <a:moveTo>
                    <a:pt x="8067675" y="682625"/>
                  </a:moveTo>
                  <a:lnTo>
                    <a:pt x="8058150" y="682625"/>
                  </a:lnTo>
                  <a:lnTo>
                    <a:pt x="8058150" y="692150"/>
                  </a:lnTo>
                  <a:lnTo>
                    <a:pt x="8067675" y="692150"/>
                  </a:lnTo>
                  <a:lnTo>
                    <a:pt x="8067675" y="682625"/>
                  </a:lnTo>
                  <a:close/>
                </a:path>
                <a:path w="8524875" h="692150">
                  <a:moveTo>
                    <a:pt x="8124825" y="682625"/>
                  </a:moveTo>
                  <a:lnTo>
                    <a:pt x="8115300" y="682625"/>
                  </a:lnTo>
                  <a:lnTo>
                    <a:pt x="8115300" y="692150"/>
                  </a:lnTo>
                  <a:lnTo>
                    <a:pt x="8124825" y="692150"/>
                  </a:lnTo>
                  <a:lnTo>
                    <a:pt x="8124825" y="682625"/>
                  </a:lnTo>
                  <a:close/>
                </a:path>
                <a:path w="8524875" h="692150">
                  <a:moveTo>
                    <a:pt x="8181975" y="682625"/>
                  </a:moveTo>
                  <a:lnTo>
                    <a:pt x="8172450" y="682625"/>
                  </a:lnTo>
                  <a:lnTo>
                    <a:pt x="8172450" y="692150"/>
                  </a:lnTo>
                  <a:lnTo>
                    <a:pt x="8181975" y="692150"/>
                  </a:lnTo>
                  <a:lnTo>
                    <a:pt x="8181975" y="682625"/>
                  </a:lnTo>
                  <a:close/>
                </a:path>
                <a:path w="8524875" h="692150">
                  <a:moveTo>
                    <a:pt x="8239125" y="682625"/>
                  </a:moveTo>
                  <a:lnTo>
                    <a:pt x="8229600" y="682625"/>
                  </a:lnTo>
                  <a:lnTo>
                    <a:pt x="8229600" y="692150"/>
                  </a:lnTo>
                  <a:lnTo>
                    <a:pt x="8239125" y="692150"/>
                  </a:lnTo>
                  <a:lnTo>
                    <a:pt x="8239125" y="682625"/>
                  </a:lnTo>
                  <a:close/>
                </a:path>
                <a:path w="8524875" h="692150">
                  <a:moveTo>
                    <a:pt x="8296275" y="682625"/>
                  </a:moveTo>
                  <a:lnTo>
                    <a:pt x="8286750" y="682625"/>
                  </a:lnTo>
                  <a:lnTo>
                    <a:pt x="8286750" y="692150"/>
                  </a:lnTo>
                  <a:lnTo>
                    <a:pt x="8296275" y="692150"/>
                  </a:lnTo>
                  <a:lnTo>
                    <a:pt x="8296275" y="682625"/>
                  </a:lnTo>
                  <a:close/>
                </a:path>
                <a:path w="8524875" h="692150">
                  <a:moveTo>
                    <a:pt x="8353425" y="682625"/>
                  </a:moveTo>
                  <a:lnTo>
                    <a:pt x="8343900" y="682625"/>
                  </a:lnTo>
                  <a:lnTo>
                    <a:pt x="8343900" y="692150"/>
                  </a:lnTo>
                  <a:lnTo>
                    <a:pt x="8353425" y="692150"/>
                  </a:lnTo>
                  <a:lnTo>
                    <a:pt x="8353425" y="682625"/>
                  </a:lnTo>
                  <a:close/>
                </a:path>
                <a:path w="8524875" h="692150">
                  <a:moveTo>
                    <a:pt x="8410575" y="682625"/>
                  </a:moveTo>
                  <a:lnTo>
                    <a:pt x="8401050" y="682625"/>
                  </a:lnTo>
                  <a:lnTo>
                    <a:pt x="8401050" y="692150"/>
                  </a:lnTo>
                  <a:lnTo>
                    <a:pt x="8410575" y="692150"/>
                  </a:lnTo>
                  <a:lnTo>
                    <a:pt x="8410575" y="682625"/>
                  </a:lnTo>
                  <a:close/>
                </a:path>
                <a:path w="8524875" h="692150">
                  <a:moveTo>
                    <a:pt x="8467725" y="682625"/>
                  </a:moveTo>
                  <a:lnTo>
                    <a:pt x="8458200" y="682625"/>
                  </a:lnTo>
                  <a:lnTo>
                    <a:pt x="8458200" y="692150"/>
                  </a:lnTo>
                  <a:lnTo>
                    <a:pt x="8467725" y="692150"/>
                  </a:lnTo>
                  <a:lnTo>
                    <a:pt x="8467725" y="682625"/>
                  </a:lnTo>
                  <a:close/>
                </a:path>
                <a:path w="8524875" h="692150">
                  <a:moveTo>
                    <a:pt x="8524875" y="682625"/>
                  </a:moveTo>
                  <a:lnTo>
                    <a:pt x="8515350" y="682625"/>
                  </a:lnTo>
                  <a:lnTo>
                    <a:pt x="8515350" y="692150"/>
                  </a:lnTo>
                  <a:lnTo>
                    <a:pt x="8524875" y="692150"/>
                  </a:lnTo>
                  <a:lnTo>
                    <a:pt x="8524875" y="682625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915025" y="1501787"/>
              <a:ext cx="4010025" cy="9525"/>
            </a:xfrm>
            <a:custGeom>
              <a:avLst/>
              <a:gdLst/>
              <a:ahLst/>
              <a:cxnLst/>
              <a:rect l="l" t="t" r="r" b="b"/>
              <a:pathLst>
                <a:path w="4010025" h="9525">
                  <a:moveTo>
                    <a:pt x="95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  <a:path w="4010025" h="9525">
                  <a:moveTo>
                    <a:pt x="66675" y="0"/>
                  </a:moveTo>
                  <a:lnTo>
                    <a:pt x="57150" y="0"/>
                  </a:lnTo>
                  <a:lnTo>
                    <a:pt x="57150" y="9525"/>
                  </a:lnTo>
                  <a:lnTo>
                    <a:pt x="66675" y="9525"/>
                  </a:lnTo>
                  <a:lnTo>
                    <a:pt x="66675" y="0"/>
                  </a:lnTo>
                  <a:close/>
                </a:path>
                <a:path w="4010025" h="9525">
                  <a:moveTo>
                    <a:pt x="123825" y="0"/>
                  </a:moveTo>
                  <a:lnTo>
                    <a:pt x="114300" y="0"/>
                  </a:lnTo>
                  <a:lnTo>
                    <a:pt x="114300" y="9525"/>
                  </a:lnTo>
                  <a:lnTo>
                    <a:pt x="123825" y="9525"/>
                  </a:lnTo>
                  <a:lnTo>
                    <a:pt x="123825" y="0"/>
                  </a:lnTo>
                  <a:close/>
                </a:path>
                <a:path w="4010025" h="9525">
                  <a:moveTo>
                    <a:pt x="180975" y="0"/>
                  </a:moveTo>
                  <a:lnTo>
                    <a:pt x="171450" y="0"/>
                  </a:lnTo>
                  <a:lnTo>
                    <a:pt x="171450" y="9525"/>
                  </a:lnTo>
                  <a:lnTo>
                    <a:pt x="180975" y="9525"/>
                  </a:lnTo>
                  <a:lnTo>
                    <a:pt x="180975" y="0"/>
                  </a:lnTo>
                  <a:close/>
                </a:path>
                <a:path w="4010025" h="9525">
                  <a:moveTo>
                    <a:pt x="238125" y="0"/>
                  </a:moveTo>
                  <a:lnTo>
                    <a:pt x="228600" y="0"/>
                  </a:lnTo>
                  <a:lnTo>
                    <a:pt x="228600" y="9525"/>
                  </a:lnTo>
                  <a:lnTo>
                    <a:pt x="238125" y="9525"/>
                  </a:lnTo>
                  <a:lnTo>
                    <a:pt x="238125" y="0"/>
                  </a:lnTo>
                  <a:close/>
                </a:path>
                <a:path w="4010025" h="9525">
                  <a:moveTo>
                    <a:pt x="295275" y="0"/>
                  </a:moveTo>
                  <a:lnTo>
                    <a:pt x="285750" y="0"/>
                  </a:lnTo>
                  <a:lnTo>
                    <a:pt x="285750" y="9525"/>
                  </a:lnTo>
                  <a:lnTo>
                    <a:pt x="295275" y="9525"/>
                  </a:lnTo>
                  <a:lnTo>
                    <a:pt x="295275" y="0"/>
                  </a:lnTo>
                  <a:close/>
                </a:path>
                <a:path w="4010025" h="9525">
                  <a:moveTo>
                    <a:pt x="352425" y="0"/>
                  </a:moveTo>
                  <a:lnTo>
                    <a:pt x="342900" y="0"/>
                  </a:lnTo>
                  <a:lnTo>
                    <a:pt x="342900" y="9525"/>
                  </a:lnTo>
                  <a:lnTo>
                    <a:pt x="352425" y="9525"/>
                  </a:lnTo>
                  <a:lnTo>
                    <a:pt x="352425" y="0"/>
                  </a:lnTo>
                  <a:close/>
                </a:path>
                <a:path w="4010025" h="9525">
                  <a:moveTo>
                    <a:pt x="409575" y="0"/>
                  </a:moveTo>
                  <a:lnTo>
                    <a:pt x="400050" y="0"/>
                  </a:lnTo>
                  <a:lnTo>
                    <a:pt x="400050" y="9525"/>
                  </a:lnTo>
                  <a:lnTo>
                    <a:pt x="409575" y="9525"/>
                  </a:lnTo>
                  <a:lnTo>
                    <a:pt x="409575" y="0"/>
                  </a:lnTo>
                  <a:close/>
                </a:path>
                <a:path w="4010025" h="9525">
                  <a:moveTo>
                    <a:pt x="466725" y="0"/>
                  </a:moveTo>
                  <a:lnTo>
                    <a:pt x="457200" y="0"/>
                  </a:lnTo>
                  <a:lnTo>
                    <a:pt x="457200" y="9525"/>
                  </a:lnTo>
                  <a:lnTo>
                    <a:pt x="466725" y="9525"/>
                  </a:lnTo>
                  <a:lnTo>
                    <a:pt x="466725" y="0"/>
                  </a:lnTo>
                  <a:close/>
                </a:path>
                <a:path w="4010025" h="9525">
                  <a:moveTo>
                    <a:pt x="523875" y="0"/>
                  </a:moveTo>
                  <a:lnTo>
                    <a:pt x="514350" y="0"/>
                  </a:lnTo>
                  <a:lnTo>
                    <a:pt x="514350" y="9525"/>
                  </a:lnTo>
                  <a:lnTo>
                    <a:pt x="523875" y="9525"/>
                  </a:lnTo>
                  <a:lnTo>
                    <a:pt x="523875" y="0"/>
                  </a:lnTo>
                  <a:close/>
                </a:path>
                <a:path w="4010025" h="9525">
                  <a:moveTo>
                    <a:pt x="581025" y="0"/>
                  </a:moveTo>
                  <a:lnTo>
                    <a:pt x="571500" y="0"/>
                  </a:lnTo>
                  <a:lnTo>
                    <a:pt x="571500" y="9525"/>
                  </a:lnTo>
                  <a:lnTo>
                    <a:pt x="581025" y="9525"/>
                  </a:lnTo>
                  <a:lnTo>
                    <a:pt x="581025" y="0"/>
                  </a:lnTo>
                  <a:close/>
                </a:path>
                <a:path w="4010025" h="9525">
                  <a:moveTo>
                    <a:pt x="638175" y="0"/>
                  </a:moveTo>
                  <a:lnTo>
                    <a:pt x="628650" y="0"/>
                  </a:lnTo>
                  <a:lnTo>
                    <a:pt x="628650" y="9525"/>
                  </a:lnTo>
                  <a:lnTo>
                    <a:pt x="638175" y="9525"/>
                  </a:lnTo>
                  <a:lnTo>
                    <a:pt x="638175" y="0"/>
                  </a:lnTo>
                  <a:close/>
                </a:path>
                <a:path w="4010025" h="9525">
                  <a:moveTo>
                    <a:pt x="695325" y="0"/>
                  </a:moveTo>
                  <a:lnTo>
                    <a:pt x="685800" y="0"/>
                  </a:lnTo>
                  <a:lnTo>
                    <a:pt x="685800" y="9525"/>
                  </a:lnTo>
                  <a:lnTo>
                    <a:pt x="695325" y="9525"/>
                  </a:lnTo>
                  <a:lnTo>
                    <a:pt x="695325" y="0"/>
                  </a:lnTo>
                  <a:close/>
                </a:path>
                <a:path w="4010025" h="9525">
                  <a:moveTo>
                    <a:pt x="752475" y="0"/>
                  </a:moveTo>
                  <a:lnTo>
                    <a:pt x="742950" y="0"/>
                  </a:lnTo>
                  <a:lnTo>
                    <a:pt x="742950" y="9525"/>
                  </a:lnTo>
                  <a:lnTo>
                    <a:pt x="752475" y="9525"/>
                  </a:lnTo>
                  <a:lnTo>
                    <a:pt x="752475" y="0"/>
                  </a:lnTo>
                  <a:close/>
                </a:path>
                <a:path w="4010025" h="9525">
                  <a:moveTo>
                    <a:pt x="809625" y="0"/>
                  </a:moveTo>
                  <a:lnTo>
                    <a:pt x="800100" y="0"/>
                  </a:lnTo>
                  <a:lnTo>
                    <a:pt x="800100" y="9525"/>
                  </a:lnTo>
                  <a:lnTo>
                    <a:pt x="809625" y="9525"/>
                  </a:lnTo>
                  <a:lnTo>
                    <a:pt x="809625" y="0"/>
                  </a:lnTo>
                  <a:close/>
                </a:path>
                <a:path w="4010025" h="9525">
                  <a:moveTo>
                    <a:pt x="866775" y="0"/>
                  </a:moveTo>
                  <a:lnTo>
                    <a:pt x="857250" y="0"/>
                  </a:lnTo>
                  <a:lnTo>
                    <a:pt x="857250" y="9525"/>
                  </a:lnTo>
                  <a:lnTo>
                    <a:pt x="866775" y="9525"/>
                  </a:lnTo>
                  <a:lnTo>
                    <a:pt x="866775" y="0"/>
                  </a:lnTo>
                  <a:close/>
                </a:path>
                <a:path w="4010025" h="9525">
                  <a:moveTo>
                    <a:pt x="923925" y="0"/>
                  </a:moveTo>
                  <a:lnTo>
                    <a:pt x="914400" y="0"/>
                  </a:lnTo>
                  <a:lnTo>
                    <a:pt x="914400" y="9525"/>
                  </a:lnTo>
                  <a:lnTo>
                    <a:pt x="923925" y="9525"/>
                  </a:lnTo>
                  <a:lnTo>
                    <a:pt x="923925" y="0"/>
                  </a:lnTo>
                  <a:close/>
                </a:path>
                <a:path w="4010025" h="9525">
                  <a:moveTo>
                    <a:pt x="981075" y="0"/>
                  </a:moveTo>
                  <a:lnTo>
                    <a:pt x="971550" y="0"/>
                  </a:lnTo>
                  <a:lnTo>
                    <a:pt x="971550" y="9525"/>
                  </a:lnTo>
                  <a:lnTo>
                    <a:pt x="981075" y="9525"/>
                  </a:lnTo>
                  <a:lnTo>
                    <a:pt x="981075" y="0"/>
                  </a:lnTo>
                  <a:close/>
                </a:path>
                <a:path w="4010025" h="9525">
                  <a:moveTo>
                    <a:pt x="1038225" y="0"/>
                  </a:moveTo>
                  <a:lnTo>
                    <a:pt x="1028700" y="0"/>
                  </a:lnTo>
                  <a:lnTo>
                    <a:pt x="1028700" y="9525"/>
                  </a:lnTo>
                  <a:lnTo>
                    <a:pt x="1038225" y="9525"/>
                  </a:lnTo>
                  <a:lnTo>
                    <a:pt x="1038225" y="0"/>
                  </a:lnTo>
                  <a:close/>
                </a:path>
                <a:path w="4010025" h="9525">
                  <a:moveTo>
                    <a:pt x="1095375" y="0"/>
                  </a:moveTo>
                  <a:lnTo>
                    <a:pt x="1085850" y="0"/>
                  </a:lnTo>
                  <a:lnTo>
                    <a:pt x="1085850" y="9525"/>
                  </a:lnTo>
                  <a:lnTo>
                    <a:pt x="1095375" y="9525"/>
                  </a:lnTo>
                  <a:lnTo>
                    <a:pt x="1095375" y="0"/>
                  </a:lnTo>
                  <a:close/>
                </a:path>
                <a:path w="4010025" h="9525">
                  <a:moveTo>
                    <a:pt x="1152525" y="0"/>
                  </a:moveTo>
                  <a:lnTo>
                    <a:pt x="1143000" y="0"/>
                  </a:lnTo>
                  <a:lnTo>
                    <a:pt x="1143000" y="9525"/>
                  </a:lnTo>
                  <a:lnTo>
                    <a:pt x="1152525" y="9525"/>
                  </a:lnTo>
                  <a:lnTo>
                    <a:pt x="1152525" y="0"/>
                  </a:lnTo>
                  <a:close/>
                </a:path>
                <a:path w="4010025" h="9525">
                  <a:moveTo>
                    <a:pt x="1209675" y="0"/>
                  </a:moveTo>
                  <a:lnTo>
                    <a:pt x="1200150" y="0"/>
                  </a:lnTo>
                  <a:lnTo>
                    <a:pt x="1200150" y="9525"/>
                  </a:lnTo>
                  <a:lnTo>
                    <a:pt x="1209675" y="9525"/>
                  </a:lnTo>
                  <a:lnTo>
                    <a:pt x="1209675" y="0"/>
                  </a:lnTo>
                  <a:close/>
                </a:path>
                <a:path w="4010025" h="9525">
                  <a:moveTo>
                    <a:pt x="1266825" y="0"/>
                  </a:moveTo>
                  <a:lnTo>
                    <a:pt x="1257300" y="0"/>
                  </a:lnTo>
                  <a:lnTo>
                    <a:pt x="1257300" y="9525"/>
                  </a:lnTo>
                  <a:lnTo>
                    <a:pt x="1266825" y="9525"/>
                  </a:lnTo>
                  <a:lnTo>
                    <a:pt x="1266825" y="0"/>
                  </a:lnTo>
                  <a:close/>
                </a:path>
                <a:path w="4010025" h="9525">
                  <a:moveTo>
                    <a:pt x="1323975" y="0"/>
                  </a:moveTo>
                  <a:lnTo>
                    <a:pt x="1314450" y="0"/>
                  </a:lnTo>
                  <a:lnTo>
                    <a:pt x="1314450" y="9525"/>
                  </a:lnTo>
                  <a:lnTo>
                    <a:pt x="1323975" y="9525"/>
                  </a:lnTo>
                  <a:lnTo>
                    <a:pt x="1323975" y="0"/>
                  </a:lnTo>
                  <a:close/>
                </a:path>
                <a:path w="4010025" h="9525">
                  <a:moveTo>
                    <a:pt x="1381125" y="0"/>
                  </a:moveTo>
                  <a:lnTo>
                    <a:pt x="1371600" y="0"/>
                  </a:lnTo>
                  <a:lnTo>
                    <a:pt x="1371600" y="9525"/>
                  </a:lnTo>
                  <a:lnTo>
                    <a:pt x="1381125" y="9525"/>
                  </a:lnTo>
                  <a:lnTo>
                    <a:pt x="1381125" y="0"/>
                  </a:lnTo>
                  <a:close/>
                </a:path>
                <a:path w="4010025" h="9525">
                  <a:moveTo>
                    <a:pt x="1438275" y="0"/>
                  </a:moveTo>
                  <a:lnTo>
                    <a:pt x="1428750" y="0"/>
                  </a:lnTo>
                  <a:lnTo>
                    <a:pt x="1428750" y="9525"/>
                  </a:lnTo>
                  <a:lnTo>
                    <a:pt x="1438275" y="9525"/>
                  </a:lnTo>
                  <a:lnTo>
                    <a:pt x="1438275" y="0"/>
                  </a:lnTo>
                  <a:close/>
                </a:path>
                <a:path w="4010025" h="9525">
                  <a:moveTo>
                    <a:pt x="1495425" y="0"/>
                  </a:moveTo>
                  <a:lnTo>
                    <a:pt x="1485900" y="0"/>
                  </a:lnTo>
                  <a:lnTo>
                    <a:pt x="1485900" y="9525"/>
                  </a:lnTo>
                  <a:lnTo>
                    <a:pt x="1495425" y="9525"/>
                  </a:lnTo>
                  <a:lnTo>
                    <a:pt x="1495425" y="0"/>
                  </a:lnTo>
                  <a:close/>
                </a:path>
                <a:path w="4010025" h="9525">
                  <a:moveTo>
                    <a:pt x="1552575" y="0"/>
                  </a:moveTo>
                  <a:lnTo>
                    <a:pt x="1543050" y="0"/>
                  </a:lnTo>
                  <a:lnTo>
                    <a:pt x="1543050" y="9525"/>
                  </a:lnTo>
                  <a:lnTo>
                    <a:pt x="1552575" y="9525"/>
                  </a:lnTo>
                  <a:lnTo>
                    <a:pt x="1552575" y="0"/>
                  </a:lnTo>
                  <a:close/>
                </a:path>
                <a:path w="4010025" h="9525">
                  <a:moveTo>
                    <a:pt x="1609725" y="0"/>
                  </a:moveTo>
                  <a:lnTo>
                    <a:pt x="1600200" y="0"/>
                  </a:lnTo>
                  <a:lnTo>
                    <a:pt x="1600200" y="9525"/>
                  </a:lnTo>
                  <a:lnTo>
                    <a:pt x="1609725" y="9525"/>
                  </a:lnTo>
                  <a:lnTo>
                    <a:pt x="1609725" y="0"/>
                  </a:lnTo>
                  <a:close/>
                </a:path>
                <a:path w="4010025" h="9525">
                  <a:moveTo>
                    <a:pt x="1666875" y="0"/>
                  </a:moveTo>
                  <a:lnTo>
                    <a:pt x="1657350" y="0"/>
                  </a:lnTo>
                  <a:lnTo>
                    <a:pt x="1657350" y="9525"/>
                  </a:lnTo>
                  <a:lnTo>
                    <a:pt x="1666875" y="9525"/>
                  </a:lnTo>
                  <a:lnTo>
                    <a:pt x="1666875" y="0"/>
                  </a:lnTo>
                  <a:close/>
                </a:path>
                <a:path w="4010025" h="9525">
                  <a:moveTo>
                    <a:pt x="1724025" y="0"/>
                  </a:moveTo>
                  <a:lnTo>
                    <a:pt x="1714500" y="0"/>
                  </a:lnTo>
                  <a:lnTo>
                    <a:pt x="1714500" y="9525"/>
                  </a:lnTo>
                  <a:lnTo>
                    <a:pt x="1724025" y="9525"/>
                  </a:lnTo>
                  <a:lnTo>
                    <a:pt x="1724025" y="0"/>
                  </a:lnTo>
                  <a:close/>
                </a:path>
                <a:path w="4010025" h="9525">
                  <a:moveTo>
                    <a:pt x="1781175" y="0"/>
                  </a:moveTo>
                  <a:lnTo>
                    <a:pt x="1771650" y="0"/>
                  </a:lnTo>
                  <a:lnTo>
                    <a:pt x="1771650" y="9525"/>
                  </a:lnTo>
                  <a:lnTo>
                    <a:pt x="1781175" y="9525"/>
                  </a:lnTo>
                  <a:lnTo>
                    <a:pt x="1781175" y="0"/>
                  </a:lnTo>
                  <a:close/>
                </a:path>
                <a:path w="4010025" h="9525">
                  <a:moveTo>
                    <a:pt x="1838325" y="0"/>
                  </a:moveTo>
                  <a:lnTo>
                    <a:pt x="1828800" y="0"/>
                  </a:lnTo>
                  <a:lnTo>
                    <a:pt x="1828800" y="9525"/>
                  </a:lnTo>
                  <a:lnTo>
                    <a:pt x="1838325" y="9525"/>
                  </a:lnTo>
                  <a:lnTo>
                    <a:pt x="1838325" y="0"/>
                  </a:lnTo>
                  <a:close/>
                </a:path>
                <a:path w="4010025" h="9525">
                  <a:moveTo>
                    <a:pt x="1895475" y="0"/>
                  </a:moveTo>
                  <a:lnTo>
                    <a:pt x="1885950" y="0"/>
                  </a:lnTo>
                  <a:lnTo>
                    <a:pt x="1885950" y="9525"/>
                  </a:lnTo>
                  <a:lnTo>
                    <a:pt x="1895475" y="9525"/>
                  </a:lnTo>
                  <a:lnTo>
                    <a:pt x="1895475" y="0"/>
                  </a:lnTo>
                  <a:close/>
                </a:path>
                <a:path w="4010025" h="9525">
                  <a:moveTo>
                    <a:pt x="1952625" y="0"/>
                  </a:moveTo>
                  <a:lnTo>
                    <a:pt x="1943100" y="0"/>
                  </a:lnTo>
                  <a:lnTo>
                    <a:pt x="1943100" y="9525"/>
                  </a:lnTo>
                  <a:lnTo>
                    <a:pt x="1952625" y="9525"/>
                  </a:lnTo>
                  <a:lnTo>
                    <a:pt x="1952625" y="0"/>
                  </a:lnTo>
                  <a:close/>
                </a:path>
                <a:path w="4010025" h="9525">
                  <a:moveTo>
                    <a:pt x="2009775" y="0"/>
                  </a:moveTo>
                  <a:lnTo>
                    <a:pt x="2000250" y="0"/>
                  </a:lnTo>
                  <a:lnTo>
                    <a:pt x="2000250" y="9525"/>
                  </a:lnTo>
                  <a:lnTo>
                    <a:pt x="2009775" y="9525"/>
                  </a:lnTo>
                  <a:lnTo>
                    <a:pt x="2009775" y="0"/>
                  </a:lnTo>
                  <a:close/>
                </a:path>
                <a:path w="4010025" h="9525">
                  <a:moveTo>
                    <a:pt x="2066925" y="0"/>
                  </a:moveTo>
                  <a:lnTo>
                    <a:pt x="2057400" y="0"/>
                  </a:lnTo>
                  <a:lnTo>
                    <a:pt x="2057400" y="9525"/>
                  </a:lnTo>
                  <a:lnTo>
                    <a:pt x="2066925" y="9525"/>
                  </a:lnTo>
                  <a:lnTo>
                    <a:pt x="2066925" y="0"/>
                  </a:lnTo>
                  <a:close/>
                </a:path>
                <a:path w="4010025" h="9525">
                  <a:moveTo>
                    <a:pt x="2124075" y="0"/>
                  </a:moveTo>
                  <a:lnTo>
                    <a:pt x="2114550" y="0"/>
                  </a:lnTo>
                  <a:lnTo>
                    <a:pt x="2114550" y="9525"/>
                  </a:lnTo>
                  <a:lnTo>
                    <a:pt x="2124075" y="9525"/>
                  </a:lnTo>
                  <a:lnTo>
                    <a:pt x="2124075" y="0"/>
                  </a:lnTo>
                  <a:close/>
                </a:path>
                <a:path w="4010025" h="9525">
                  <a:moveTo>
                    <a:pt x="2181225" y="0"/>
                  </a:moveTo>
                  <a:lnTo>
                    <a:pt x="2171700" y="0"/>
                  </a:lnTo>
                  <a:lnTo>
                    <a:pt x="2171700" y="9525"/>
                  </a:lnTo>
                  <a:lnTo>
                    <a:pt x="2181225" y="9525"/>
                  </a:lnTo>
                  <a:lnTo>
                    <a:pt x="2181225" y="0"/>
                  </a:lnTo>
                  <a:close/>
                </a:path>
                <a:path w="4010025" h="9525">
                  <a:moveTo>
                    <a:pt x="2238375" y="0"/>
                  </a:moveTo>
                  <a:lnTo>
                    <a:pt x="2228850" y="0"/>
                  </a:lnTo>
                  <a:lnTo>
                    <a:pt x="2228850" y="9525"/>
                  </a:lnTo>
                  <a:lnTo>
                    <a:pt x="2238375" y="9525"/>
                  </a:lnTo>
                  <a:lnTo>
                    <a:pt x="2238375" y="0"/>
                  </a:lnTo>
                  <a:close/>
                </a:path>
                <a:path w="4010025" h="9525">
                  <a:moveTo>
                    <a:pt x="2295525" y="0"/>
                  </a:moveTo>
                  <a:lnTo>
                    <a:pt x="2286000" y="0"/>
                  </a:lnTo>
                  <a:lnTo>
                    <a:pt x="2286000" y="9525"/>
                  </a:lnTo>
                  <a:lnTo>
                    <a:pt x="2295525" y="9525"/>
                  </a:lnTo>
                  <a:lnTo>
                    <a:pt x="2295525" y="0"/>
                  </a:lnTo>
                  <a:close/>
                </a:path>
                <a:path w="4010025" h="9525">
                  <a:moveTo>
                    <a:pt x="2352675" y="0"/>
                  </a:moveTo>
                  <a:lnTo>
                    <a:pt x="2343150" y="0"/>
                  </a:lnTo>
                  <a:lnTo>
                    <a:pt x="2343150" y="9525"/>
                  </a:lnTo>
                  <a:lnTo>
                    <a:pt x="2352675" y="9525"/>
                  </a:lnTo>
                  <a:lnTo>
                    <a:pt x="2352675" y="0"/>
                  </a:lnTo>
                  <a:close/>
                </a:path>
                <a:path w="4010025" h="9525">
                  <a:moveTo>
                    <a:pt x="2409825" y="0"/>
                  </a:moveTo>
                  <a:lnTo>
                    <a:pt x="2400300" y="0"/>
                  </a:lnTo>
                  <a:lnTo>
                    <a:pt x="2400300" y="9525"/>
                  </a:lnTo>
                  <a:lnTo>
                    <a:pt x="2409825" y="9525"/>
                  </a:lnTo>
                  <a:lnTo>
                    <a:pt x="2409825" y="0"/>
                  </a:lnTo>
                  <a:close/>
                </a:path>
                <a:path w="4010025" h="9525">
                  <a:moveTo>
                    <a:pt x="2466975" y="0"/>
                  </a:moveTo>
                  <a:lnTo>
                    <a:pt x="2457450" y="0"/>
                  </a:lnTo>
                  <a:lnTo>
                    <a:pt x="2457450" y="9525"/>
                  </a:lnTo>
                  <a:lnTo>
                    <a:pt x="2466975" y="9525"/>
                  </a:lnTo>
                  <a:lnTo>
                    <a:pt x="2466975" y="0"/>
                  </a:lnTo>
                  <a:close/>
                </a:path>
                <a:path w="4010025" h="9525">
                  <a:moveTo>
                    <a:pt x="2524125" y="0"/>
                  </a:moveTo>
                  <a:lnTo>
                    <a:pt x="2514600" y="0"/>
                  </a:lnTo>
                  <a:lnTo>
                    <a:pt x="2514600" y="9525"/>
                  </a:lnTo>
                  <a:lnTo>
                    <a:pt x="2524125" y="9525"/>
                  </a:lnTo>
                  <a:lnTo>
                    <a:pt x="2524125" y="0"/>
                  </a:lnTo>
                  <a:close/>
                </a:path>
                <a:path w="4010025" h="9525">
                  <a:moveTo>
                    <a:pt x="2581275" y="0"/>
                  </a:moveTo>
                  <a:lnTo>
                    <a:pt x="2571750" y="0"/>
                  </a:lnTo>
                  <a:lnTo>
                    <a:pt x="2571750" y="9525"/>
                  </a:lnTo>
                  <a:lnTo>
                    <a:pt x="2581275" y="9525"/>
                  </a:lnTo>
                  <a:lnTo>
                    <a:pt x="2581275" y="0"/>
                  </a:lnTo>
                  <a:close/>
                </a:path>
                <a:path w="4010025" h="9525">
                  <a:moveTo>
                    <a:pt x="2638425" y="0"/>
                  </a:moveTo>
                  <a:lnTo>
                    <a:pt x="2628900" y="0"/>
                  </a:lnTo>
                  <a:lnTo>
                    <a:pt x="2628900" y="9525"/>
                  </a:lnTo>
                  <a:lnTo>
                    <a:pt x="2638425" y="9525"/>
                  </a:lnTo>
                  <a:lnTo>
                    <a:pt x="2638425" y="0"/>
                  </a:lnTo>
                  <a:close/>
                </a:path>
                <a:path w="4010025" h="9525">
                  <a:moveTo>
                    <a:pt x="2695575" y="0"/>
                  </a:moveTo>
                  <a:lnTo>
                    <a:pt x="2686050" y="0"/>
                  </a:lnTo>
                  <a:lnTo>
                    <a:pt x="2686050" y="9525"/>
                  </a:lnTo>
                  <a:lnTo>
                    <a:pt x="2695575" y="9525"/>
                  </a:lnTo>
                  <a:lnTo>
                    <a:pt x="2695575" y="0"/>
                  </a:lnTo>
                  <a:close/>
                </a:path>
                <a:path w="4010025" h="9525">
                  <a:moveTo>
                    <a:pt x="2752725" y="0"/>
                  </a:moveTo>
                  <a:lnTo>
                    <a:pt x="2743200" y="0"/>
                  </a:lnTo>
                  <a:lnTo>
                    <a:pt x="2743200" y="9525"/>
                  </a:lnTo>
                  <a:lnTo>
                    <a:pt x="2752725" y="9525"/>
                  </a:lnTo>
                  <a:lnTo>
                    <a:pt x="2752725" y="0"/>
                  </a:lnTo>
                  <a:close/>
                </a:path>
                <a:path w="4010025" h="9525">
                  <a:moveTo>
                    <a:pt x="2809875" y="0"/>
                  </a:moveTo>
                  <a:lnTo>
                    <a:pt x="2800350" y="0"/>
                  </a:lnTo>
                  <a:lnTo>
                    <a:pt x="2800350" y="9525"/>
                  </a:lnTo>
                  <a:lnTo>
                    <a:pt x="2809875" y="9525"/>
                  </a:lnTo>
                  <a:lnTo>
                    <a:pt x="2809875" y="0"/>
                  </a:lnTo>
                  <a:close/>
                </a:path>
                <a:path w="4010025" h="9525">
                  <a:moveTo>
                    <a:pt x="2867025" y="0"/>
                  </a:moveTo>
                  <a:lnTo>
                    <a:pt x="2857500" y="0"/>
                  </a:lnTo>
                  <a:lnTo>
                    <a:pt x="2857500" y="9525"/>
                  </a:lnTo>
                  <a:lnTo>
                    <a:pt x="2867025" y="9525"/>
                  </a:lnTo>
                  <a:lnTo>
                    <a:pt x="2867025" y="0"/>
                  </a:lnTo>
                  <a:close/>
                </a:path>
                <a:path w="4010025" h="9525">
                  <a:moveTo>
                    <a:pt x="2924175" y="0"/>
                  </a:moveTo>
                  <a:lnTo>
                    <a:pt x="2914650" y="0"/>
                  </a:lnTo>
                  <a:lnTo>
                    <a:pt x="2914650" y="9525"/>
                  </a:lnTo>
                  <a:lnTo>
                    <a:pt x="2924175" y="9525"/>
                  </a:lnTo>
                  <a:lnTo>
                    <a:pt x="2924175" y="0"/>
                  </a:lnTo>
                  <a:close/>
                </a:path>
                <a:path w="4010025" h="9525">
                  <a:moveTo>
                    <a:pt x="2981325" y="0"/>
                  </a:moveTo>
                  <a:lnTo>
                    <a:pt x="2971800" y="0"/>
                  </a:lnTo>
                  <a:lnTo>
                    <a:pt x="2971800" y="9525"/>
                  </a:lnTo>
                  <a:lnTo>
                    <a:pt x="2981325" y="9525"/>
                  </a:lnTo>
                  <a:lnTo>
                    <a:pt x="2981325" y="0"/>
                  </a:lnTo>
                  <a:close/>
                </a:path>
                <a:path w="4010025" h="9525">
                  <a:moveTo>
                    <a:pt x="3038475" y="0"/>
                  </a:moveTo>
                  <a:lnTo>
                    <a:pt x="3028950" y="0"/>
                  </a:lnTo>
                  <a:lnTo>
                    <a:pt x="3028950" y="9525"/>
                  </a:lnTo>
                  <a:lnTo>
                    <a:pt x="3038475" y="9525"/>
                  </a:lnTo>
                  <a:lnTo>
                    <a:pt x="3038475" y="0"/>
                  </a:lnTo>
                  <a:close/>
                </a:path>
                <a:path w="4010025" h="9525">
                  <a:moveTo>
                    <a:pt x="3095625" y="0"/>
                  </a:moveTo>
                  <a:lnTo>
                    <a:pt x="3086100" y="0"/>
                  </a:lnTo>
                  <a:lnTo>
                    <a:pt x="3086100" y="9525"/>
                  </a:lnTo>
                  <a:lnTo>
                    <a:pt x="3095625" y="9525"/>
                  </a:lnTo>
                  <a:lnTo>
                    <a:pt x="3095625" y="0"/>
                  </a:lnTo>
                  <a:close/>
                </a:path>
                <a:path w="4010025" h="9525">
                  <a:moveTo>
                    <a:pt x="3152775" y="0"/>
                  </a:moveTo>
                  <a:lnTo>
                    <a:pt x="3143250" y="0"/>
                  </a:lnTo>
                  <a:lnTo>
                    <a:pt x="3143250" y="9525"/>
                  </a:lnTo>
                  <a:lnTo>
                    <a:pt x="3152775" y="9525"/>
                  </a:lnTo>
                  <a:lnTo>
                    <a:pt x="3152775" y="0"/>
                  </a:lnTo>
                  <a:close/>
                </a:path>
                <a:path w="4010025" h="9525">
                  <a:moveTo>
                    <a:pt x="3209925" y="0"/>
                  </a:moveTo>
                  <a:lnTo>
                    <a:pt x="3200400" y="0"/>
                  </a:lnTo>
                  <a:lnTo>
                    <a:pt x="3200400" y="9525"/>
                  </a:lnTo>
                  <a:lnTo>
                    <a:pt x="3209925" y="9525"/>
                  </a:lnTo>
                  <a:lnTo>
                    <a:pt x="3209925" y="0"/>
                  </a:lnTo>
                  <a:close/>
                </a:path>
                <a:path w="4010025" h="9525">
                  <a:moveTo>
                    <a:pt x="3267075" y="0"/>
                  </a:moveTo>
                  <a:lnTo>
                    <a:pt x="3257550" y="0"/>
                  </a:lnTo>
                  <a:lnTo>
                    <a:pt x="3257550" y="9525"/>
                  </a:lnTo>
                  <a:lnTo>
                    <a:pt x="3267075" y="9525"/>
                  </a:lnTo>
                  <a:lnTo>
                    <a:pt x="3267075" y="0"/>
                  </a:lnTo>
                  <a:close/>
                </a:path>
                <a:path w="4010025" h="9525">
                  <a:moveTo>
                    <a:pt x="3324225" y="0"/>
                  </a:moveTo>
                  <a:lnTo>
                    <a:pt x="3314700" y="0"/>
                  </a:lnTo>
                  <a:lnTo>
                    <a:pt x="3314700" y="9525"/>
                  </a:lnTo>
                  <a:lnTo>
                    <a:pt x="3324225" y="9525"/>
                  </a:lnTo>
                  <a:lnTo>
                    <a:pt x="3324225" y="0"/>
                  </a:lnTo>
                  <a:close/>
                </a:path>
                <a:path w="4010025" h="9525">
                  <a:moveTo>
                    <a:pt x="3381375" y="0"/>
                  </a:moveTo>
                  <a:lnTo>
                    <a:pt x="3371850" y="0"/>
                  </a:lnTo>
                  <a:lnTo>
                    <a:pt x="3371850" y="9525"/>
                  </a:lnTo>
                  <a:lnTo>
                    <a:pt x="3381375" y="9525"/>
                  </a:lnTo>
                  <a:lnTo>
                    <a:pt x="3381375" y="0"/>
                  </a:lnTo>
                  <a:close/>
                </a:path>
                <a:path w="4010025" h="9525">
                  <a:moveTo>
                    <a:pt x="3438525" y="0"/>
                  </a:moveTo>
                  <a:lnTo>
                    <a:pt x="3429000" y="0"/>
                  </a:lnTo>
                  <a:lnTo>
                    <a:pt x="3429000" y="9525"/>
                  </a:lnTo>
                  <a:lnTo>
                    <a:pt x="3438525" y="9525"/>
                  </a:lnTo>
                  <a:lnTo>
                    <a:pt x="3438525" y="0"/>
                  </a:lnTo>
                  <a:close/>
                </a:path>
                <a:path w="4010025" h="9525">
                  <a:moveTo>
                    <a:pt x="3495675" y="0"/>
                  </a:moveTo>
                  <a:lnTo>
                    <a:pt x="3486150" y="0"/>
                  </a:lnTo>
                  <a:lnTo>
                    <a:pt x="3486150" y="9525"/>
                  </a:lnTo>
                  <a:lnTo>
                    <a:pt x="3495675" y="9525"/>
                  </a:lnTo>
                  <a:lnTo>
                    <a:pt x="3495675" y="0"/>
                  </a:lnTo>
                  <a:close/>
                </a:path>
                <a:path w="4010025" h="9525">
                  <a:moveTo>
                    <a:pt x="3552825" y="0"/>
                  </a:moveTo>
                  <a:lnTo>
                    <a:pt x="3543300" y="0"/>
                  </a:lnTo>
                  <a:lnTo>
                    <a:pt x="3543300" y="9525"/>
                  </a:lnTo>
                  <a:lnTo>
                    <a:pt x="3552825" y="9525"/>
                  </a:lnTo>
                  <a:lnTo>
                    <a:pt x="3552825" y="0"/>
                  </a:lnTo>
                  <a:close/>
                </a:path>
                <a:path w="4010025" h="9525">
                  <a:moveTo>
                    <a:pt x="3609975" y="0"/>
                  </a:moveTo>
                  <a:lnTo>
                    <a:pt x="3600450" y="0"/>
                  </a:lnTo>
                  <a:lnTo>
                    <a:pt x="3600450" y="9525"/>
                  </a:lnTo>
                  <a:lnTo>
                    <a:pt x="3609975" y="9525"/>
                  </a:lnTo>
                  <a:lnTo>
                    <a:pt x="3609975" y="0"/>
                  </a:lnTo>
                  <a:close/>
                </a:path>
                <a:path w="4010025" h="9525">
                  <a:moveTo>
                    <a:pt x="3667125" y="0"/>
                  </a:moveTo>
                  <a:lnTo>
                    <a:pt x="3657600" y="0"/>
                  </a:lnTo>
                  <a:lnTo>
                    <a:pt x="3657600" y="9525"/>
                  </a:lnTo>
                  <a:lnTo>
                    <a:pt x="3667125" y="9525"/>
                  </a:lnTo>
                  <a:lnTo>
                    <a:pt x="3667125" y="0"/>
                  </a:lnTo>
                  <a:close/>
                </a:path>
                <a:path w="4010025" h="9525">
                  <a:moveTo>
                    <a:pt x="3724275" y="0"/>
                  </a:moveTo>
                  <a:lnTo>
                    <a:pt x="3714750" y="0"/>
                  </a:lnTo>
                  <a:lnTo>
                    <a:pt x="3714750" y="9525"/>
                  </a:lnTo>
                  <a:lnTo>
                    <a:pt x="3724275" y="9525"/>
                  </a:lnTo>
                  <a:lnTo>
                    <a:pt x="3724275" y="0"/>
                  </a:lnTo>
                  <a:close/>
                </a:path>
                <a:path w="4010025" h="9525">
                  <a:moveTo>
                    <a:pt x="3781425" y="0"/>
                  </a:moveTo>
                  <a:lnTo>
                    <a:pt x="3771900" y="0"/>
                  </a:lnTo>
                  <a:lnTo>
                    <a:pt x="3771900" y="9525"/>
                  </a:lnTo>
                  <a:lnTo>
                    <a:pt x="3781425" y="9525"/>
                  </a:lnTo>
                  <a:lnTo>
                    <a:pt x="3781425" y="0"/>
                  </a:lnTo>
                  <a:close/>
                </a:path>
                <a:path w="4010025" h="9525">
                  <a:moveTo>
                    <a:pt x="3838575" y="0"/>
                  </a:moveTo>
                  <a:lnTo>
                    <a:pt x="3829050" y="0"/>
                  </a:lnTo>
                  <a:lnTo>
                    <a:pt x="3829050" y="9525"/>
                  </a:lnTo>
                  <a:lnTo>
                    <a:pt x="3838575" y="9525"/>
                  </a:lnTo>
                  <a:lnTo>
                    <a:pt x="3838575" y="0"/>
                  </a:lnTo>
                  <a:close/>
                </a:path>
                <a:path w="4010025" h="9525">
                  <a:moveTo>
                    <a:pt x="3895725" y="0"/>
                  </a:moveTo>
                  <a:lnTo>
                    <a:pt x="3886200" y="0"/>
                  </a:lnTo>
                  <a:lnTo>
                    <a:pt x="3886200" y="9525"/>
                  </a:lnTo>
                  <a:lnTo>
                    <a:pt x="3895725" y="9525"/>
                  </a:lnTo>
                  <a:lnTo>
                    <a:pt x="3895725" y="0"/>
                  </a:lnTo>
                  <a:close/>
                </a:path>
                <a:path w="4010025" h="9525">
                  <a:moveTo>
                    <a:pt x="3952875" y="0"/>
                  </a:moveTo>
                  <a:lnTo>
                    <a:pt x="3943350" y="0"/>
                  </a:lnTo>
                  <a:lnTo>
                    <a:pt x="3943350" y="9525"/>
                  </a:lnTo>
                  <a:lnTo>
                    <a:pt x="3952875" y="9525"/>
                  </a:lnTo>
                  <a:lnTo>
                    <a:pt x="3952875" y="0"/>
                  </a:lnTo>
                  <a:close/>
                </a:path>
                <a:path w="4010025" h="9525">
                  <a:moveTo>
                    <a:pt x="4010025" y="0"/>
                  </a:moveTo>
                  <a:lnTo>
                    <a:pt x="4000500" y="0"/>
                  </a:lnTo>
                  <a:lnTo>
                    <a:pt x="4000500" y="9525"/>
                  </a:lnTo>
                  <a:lnTo>
                    <a:pt x="4010025" y="9525"/>
                  </a:lnTo>
                  <a:lnTo>
                    <a:pt x="4010025" y="0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857625" y="819162"/>
              <a:ext cx="8524875" cy="692150"/>
            </a:xfrm>
            <a:custGeom>
              <a:avLst/>
              <a:gdLst/>
              <a:ahLst/>
              <a:cxnLst/>
              <a:rect l="l" t="t" r="r" b="b"/>
              <a:pathLst>
                <a:path w="8524875" h="692150">
                  <a:moveTo>
                    <a:pt x="95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  <a:path w="8524875" h="692150">
                  <a:moveTo>
                    <a:pt x="66675" y="0"/>
                  </a:moveTo>
                  <a:lnTo>
                    <a:pt x="57150" y="0"/>
                  </a:lnTo>
                  <a:lnTo>
                    <a:pt x="57150" y="9525"/>
                  </a:lnTo>
                  <a:lnTo>
                    <a:pt x="66675" y="9525"/>
                  </a:lnTo>
                  <a:lnTo>
                    <a:pt x="66675" y="0"/>
                  </a:lnTo>
                  <a:close/>
                </a:path>
                <a:path w="8524875" h="692150">
                  <a:moveTo>
                    <a:pt x="123825" y="0"/>
                  </a:moveTo>
                  <a:lnTo>
                    <a:pt x="114300" y="0"/>
                  </a:lnTo>
                  <a:lnTo>
                    <a:pt x="114300" y="9525"/>
                  </a:lnTo>
                  <a:lnTo>
                    <a:pt x="123825" y="9525"/>
                  </a:lnTo>
                  <a:lnTo>
                    <a:pt x="123825" y="0"/>
                  </a:lnTo>
                  <a:close/>
                </a:path>
                <a:path w="8524875" h="692150">
                  <a:moveTo>
                    <a:pt x="180975" y="0"/>
                  </a:moveTo>
                  <a:lnTo>
                    <a:pt x="171450" y="0"/>
                  </a:lnTo>
                  <a:lnTo>
                    <a:pt x="171450" y="9525"/>
                  </a:lnTo>
                  <a:lnTo>
                    <a:pt x="180975" y="9525"/>
                  </a:lnTo>
                  <a:lnTo>
                    <a:pt x="180975" y="0"/>
                  </a:lnTo>
                  <a:close/>
                </a:path>
                <a:path w="8524875" h="692150">
                  <a:moveTo>
                    <a:pt x="238125" y="0"/>
                  </a:moveTo>
                  <a:lnTo>
                    <a:pt x="228600" y="0"/>
                  </a:lnTo>
                  <a:lnTo>
                    <a:pt x="228600" y="9525"/>
                  </a:lnTo>
                  <a:lnTo>
                    <a:pt x="238125" y="9525"/>
                  </a:lnTo>
                  <a:lnTo>
                    <a:pt x="238125" y="0"/>
                  </a:lnTo>
                  <a:close/>
                </a:path>
                <a:path w="8524875" h="692150">
                  <a:moveTo>
                    <a:pt x="295275" y="0"/>
                  </a:moveTo>
                  <a:lnTo>
                    <a:pt x="285750" y="0"/>
                  </a:lnTo>
                  <a:lnTo>
                    <a:pt x="285750" y="9525"/>
                  </a:lnTo>
                  <a:lnTo>
                    <a:pt x="295275" y="9525"/>
                  </a:lnTo>
                  <a:lnTo>
                    <a:pt x="295275" y="0"/>
                  </a:lnTo>
                  <a:close/>
                </a:path>
                <a:path w="8524875" h="692150">
                  <a:moveTo>
                    <a:pt x="352425" y="0"/>
                  </a:moveTo>
                  <a:lnTo>
                    <a:pt x="342900" y="0"/>
                  </a:lnTo>
                  <a:lnTo>
                    <a:pt x="342900" y="9525"/>
                  </a:lnTo>
                  <a:lnTo>
                    <a:pt x="352425" y="9525"/>
                  </a:lnTo>
                  <a:lnTo>
                    <a:pt x="352425" y="0"/>
                  </a:lnTo>
                  <a:close/>
                </a:path>
                <a:path w="8524875" h="692150">
                  <a:moveTo>
                    <a:pt x="409575" y="0"/>
                  </a:moveTo>
                  <a:lnTo>
                    <a:pt x="400050" y="0"/>
                  </a:lnTo>
                  <a:lnTo>
                    <a:pt x="400050" y="9525"/>
                  </a:lnTo>
                  <a:lnTo>
                    <a:pt x="409575" y="9525"/>
                  </a:lnTo>
                  <a:lnTo>
                    <a:pt x="409575" y="0"/>
                  </a:lnTo>
                  <a:close/>
                </a:path>
                <a:path w="8524875" h="692150">
                  <a:moveTo>
                    <a:pt x="466725" y="0"/>
                  </a:moveTo>
                  <a:lnTo>
                    <a:pt x="457200" y="0"/>
                  </a:lnTo>
                  <a:lnTo>
                    <a:pt x="457200" y="9525"/>
                  </a:lnTo>
                  <a:lnTo>
                    <a:pt x="466725" y="9525"/>
                  </a:lnTo>
                  <a:lnTo>
                    <a:pt x="466725" y="0"/>
                  </a:lnTo>
                  <a:close/>
                </a:path>
                <a:path w="8524875" h="692150">
                  <a:moveTo>
                    <a:pt x="523875" y="0"/>
                  </a:moveTo>
                  <a:lnTo>
                    <a:pt x="514350" y="0"/>
                  </a:lnTo>
                  <a:lnTo>
                    <a:pt x="514350" y="9525"/>
                  </a:lnTo>
                  <a:lnTo>
                    <a:pt x="523875" y="9525"/>
                  </a:lnTo>
                  <a:lnTo>
                    <a:pt x="523875" y="0"/>
                  </a:lnTo>
                  <a:close/>
                </a:path>
                <a:path w="8524875" h="692150">
                  <a:moveTo>
                    <a:pt x="581025" y="0"/>
                  </a:moveTo>
                  <a:lnTo>
                    <a:pt x="571500" y="0"/>
                  </a:lnTo>
                  <a:lnTo>
                    <a:pt x="571500" y="9525"/>
                  </a:lnTo>
                  <a:lnTo>
                    <a:pt x="581025" y="9525"/>
                  </a:lnTo>
                  <a:lnTo>
                    <a:pt x="581025" y="0"/>
                  </a:lnTo>
                  <a:close/>
                </a:path>
                <a:path w="8524875" h="692150">
                  <a:moveTo>
                    <a:pt x="638175" y="0"/>
                  </a:moveTo>
                  <a:lnTo>
                    <a:pt x="628650" y="0"/>
                  </a:lnTo>
                  <a:lnTo>
                    <a:pt x="628650" y="9525"/>
                  </a:lnTo>
                  <a:lnTo>
                    <a:pt x="638175" y="9525"/>
                  </a:lnTo>
                  <a:lnTo>
                    <a:pt x="638175" y="0"/>
                  </a:lnTo>
                  <a:close/>
                </a:path>
                <a:path w="8524875" h="692150">
                  <a:moveTo>
                    <a:pt x="695325" y="0"/>
                  </a:moveTo>
                  <a:lnTo>
                    <a:pt x="685800" y="0"/>
                  </a:lnTo>
                  <a:lnTo>
                    <a:pt x="685800" y="9525"/>
                  </a:lnTo>
                  <a:lnTo>
                    <a:pt x="695325" y="9525"/>
                  </a:lnTo>
                  <a:lnTo>
                    <a:pt x="695325" y="0"/>
                  </a:lnTo>
                  <a:close/>
                </a:path>
                <a:path w="8524875" h="692150">
                  <a:moveTo>
                    <a:pt x="752475" y="0"/>
                  </a:moveTo>
                  <a:lnTo>
                    <a:pt x="742950" y="0"/>
                  </a:lnTo>
                  <a:lnTo>
                    <a:pt x="742950" y="9525"/>
                  </a:lnTo>
                  <a:lnTo>
                    <a:pt x="752475" y="9525"/>
                  </a:lnTo>
                  <a:lnTo>
                    <a:pt x="752475" y="0"/>
                  </a:lnTo>
                  <a:close/>
                </a:path>
                <a:path w="8524875" h="692150">
                  <a:moveTo>
                    <a:pt x="809625" y="0"/>
                  </a:moveTo>
                  <a:lnTo>
                    <a:pt x="800100" y="0"/>
                  </a:lnTo>
                  <a:lnTo>
                    <a:pt x="800100" y="9525"/>
                  </a:lnTo>
                  <a:lnTo>
                    <a:pt x="809625" y="9525"/>
                  </a:lnTo>
                  <a:lnTo>
                    <a:pt x="809625" y="0"/>
                  </a:lnTo>
                  <a:close/>
                </a:path>
                <a:path w="8524875" h="692150">
                  <a:moveTo>
                    <a:pt x="866775" y="0"/>
                  </a:moveTo>
                  <a:lnTo>
                    <a:pt x="857250" y="0"/>
                  </a:lnTo>
                  <a:lnTo>
                    <a:pt x="857250" y="9525"/>
                  </a:lnTo>
                  <a:lnTo>
                    <a:pt x="866775" y="9525"/>
                  </a:lnTo>
                  <a:lnTo>
                    <a:pt x="866775" y="0"/>
                  </a:lnTo>
                  <a:close/>
                </a:path>
                <a:path w="8524875" h="692150">
                  <a:moveTo>
                    <a:pt x="923925" y="0"/>
                  </a:moveTo>
                  <a:lnTo>
                    <a:pt x="914400" y="0"/>
                  </a:lnTo>
                  <a:lnTo>
                    <a:pt x="914400" y="9525"/>
                  </a:lnTo>
                  <a:lnTo>
                    <a:pt x="923925" y="9525"/>
                  </a:lnTo>
                  <a:lnTo>
                    <a:pt x="923925" y="0"/>
                  </a:lnTo>
                  <a:close/>
                </a:path>
                <a:path w="8524875" h="692150">
                  <a:moveTo>
                    <a:pt x="981075" y="0"/>
                  </a:moveTo>
                  <a:lnTo>
                    <a:pt x="971550" y="0"/>
                  </a:lnTo>
                  <a:lnTo>
                    <a:pt x="971550" y="9525"/>
                  </a:lnTo>
                  <a:lnTo>
                    <a:pt x="981075" y="9525"/>
                  </a:lnTo>
                  <a:lnTo>
                    <a:pt x="981075" y="0"/>
                  </a:lnTo>
                  <a:close/>
                </a:path>
                <a:path w="8524875" h="692150">
                  <a:moveTo>
                    <a:pt x="1038225" y="0"/>
                  </a:moveTo>
                  <a:lnTo>
                    <a:pt x="1028700" y="0"/>
                  </a:lnTo>
                  <a:lnTo>
                    <a:pt x="1028700" y="9525"/>
                  </a:lnTo>
                  <a:lnTo>
                    <a:pt x="1038225" y="9525"/>
                  </a:lnTo>
                  <a:lnTo>
                    <a:pt x="1038225" y="0"/>
                  </a:lnTo>
                  <a:close/>
                </a:path>
                <a:path w="8524875" h="692150">
                  <a:moveTo>
                    <a:pt x="1095375" y="0"/>
                  </a:moveTo>
                  <a:lnTo>
                    <a:pt x="1085850" y="0"/>
                  </a:lnTo>
                  <a:lnTo>
                    <a:pt x="1085850" y="9525"/>
                  </a:lnTo>
                  <a:lnTo>
                    <a:pt x="1095375" y="9525"/>
                  </a:lnTo>
                  <a:lnTo>
                    <a:pt x="1095375" y="0"/>
                  </a:lnTo>
                  <a:close/>
                </a:path>
                <a:path w="8524875" h="692150">
                  <a:moveTo>
                    <a:pt x="1152525" y="0"/>
                  </a:moveTo>
                  <a:lnTo>
                    <a:pt x="1143000" y="0"/>
                  </a:lnTo>
                  <a:lnTo>
                    <a:pt x="1143000" y="9525"/>
                  </a:lnTo>
                  <a:lnTo>
                    <a:pt x="1152525" y="9525"/>
                  </a:lnTo>
                  <a:lnTo>
                    <a:pt x="1152525" y="0"/>
                  </a:lnTo>
                  <a:close/>
                </a:path>
                <a:path w="8524875" h="692150">
                  <a:moveTo>
                    <a:pt x="1209675" y="0"/>
                  </a:moveTo>
                  <a:lnTo>
                    <a:pt x="1200150" y="0"/>
                  </a:lnTo>
                  <a:lnTo>
                    <a:pt x="1200150" y="9525"/>
                  </a:lnTo>
                  <a:lnTo>
                    <a:pt x="1209675" y="9525"/>
                  </a:lnTo>
                  <a:lnTo>
                    <a:pt x="1209675" y="0"/>
                  </a:lnTo>
                  <a:close/>
                </a:path>
                <a:path w="8524875" h="692150">
                  <a:moveTo>
                    <a:pt x="1266825" y="0"/>
                  </a:moveTo>
                  <a:lnTo>
                    <a:pt x="1257300" y="0"/>
                  </a:lnTo>
                  <a:lnTo>
                    <a:pt x="1257300" y="9525"/>
                  </a:lnTo>
                  <a:lnTo>
                    <a:pt x="1266825" y="9525"/>
                  </a:lnTo>
                  <a:lnTo>
                    <a:pt x="1266825" y="0"/>
                  </a:lnTo>
                  <a:close/>
                </a:path>
                <a:path w="8524875" h="692150">
                  <a:moveTo>
                    <a:pt x="1323975" y="0"/>
                  </a:moveTo>
                  <a:lnTo>
                    <a:pt x="1314450" y="0"/>
                  </a:lnTo>
                  <a:lnTo>
                    <a:pt x="1314450" y="9525"/>
                  </a:lnTo>
                  <a:lnTo>
                    <a:pt x="1323975" y="9525"/>
                  </a:lnTo>
                  <a:lnTo>
                    <a:pt x="1323975" y="0"/>
                  </a:lnTo>
                  <a:close/>
                </a:path>
                <a:path w="8524875" h="692150">
                  <a:moveTo>
                    <a:pt x="1381125" y="0"/>
                  </a:moveTo>
                  <a:lnTo>
                    <a:pt x="1371600" y="0"/>
                  </a:lnTo>
                  <a:lnTo>
                    <a:pt x="1371600" y="9525"/>
                  </a:lnTo>
                  <a:lnTo>
                    <a:pt x="1381125" y="9525"/>
                  </a:lnTo>
                  <a:lnTo>
                    <a:pt x="1381125" y="0"/>
                  </a:lnTo>
                  <a:close/>
                </a:path>
                <a:path w="8524875" h="692150">
                  <a:moveTo>
                    <a:pt x="1438275" y="0"/>
                  </a:moveTo>
                  <a:lnTo>
                    <a:pt x="1428750" y="0"/>
                  </a:lnTo>
                  <a:lnTo>
                    <a:pt x="1428750" y="9525"/>
                  </a:lnTo>
                  <a:lnTo>
                    <a:pt x="1438275" y="9525"/>
                  </a:lnTo>
                  <a:lnTo>
                    <a:pt x="1438275" y="0"/>
                  </a:lnTo>
                  <a:close/>
                </a:path>
                <a:path w="8524875" h="692150">
                  <a:moveTo>
                    <a:pt x="1495425" y="0"/>
                  </a:moveTo>
                  <a:lnTo>
                    <a:pt x="1485900" y="0"/>
                  </a:lnTo>
                  <a:lnTo>
                    <a:pt x="1485900" y="9525"/>
                  </a:lnTo>
                  <a:lnTo>
                    <a:pt x="1495425" y="9525"/>
                  </a:lnTo>
                  <a:lnTo>
                    <a:pt x="1495425" y="0"/>
                  </a:lnTo>
                  <a:close/>
                </a:path>
                <a:path w="8524875" h="692150">
                  <a:moveTo>
                    <a:pt x="6067425" y="682625"/>
                  </a:moveTo>
                  <a:lnTo>
                    <a:pt x="6057900" y="682625"/>
                  </a:lnTo>
                  <a:lnTo>
                    <a:pt x="6057900" y="692150"/>
                  </a:lnTo>
                  <a:lnTo>
                    <a:pt x="6067425" y="692150"/>
                  </a:lnTo>
                  <a:lnTo>
                    <a:pt x="6067425" y="682625"/>
                  </a:lnTo>
                  <a:close/>
                </a:path>
                <a:path w="8524875" h="692150">
                  <a:moveTo>
                    <a:pt x="6124575" y="682625"/>
                  </a:moveTo>
                  <a:lnTo>
                    <a:pt x="6115050" y="682625"/>
                  </a:lnTo>
                  <a:lnTo>
                    <a:pt x="6115050" y="692150"/>
                  </a:lnTo>
                  <a:lnTo>
                    <a:pt x="6124575" y="692150"/>
                  </a:lnTo>
                  <a:lnTo>
                    <a:pt x="6124575" y="682625"/>
                  </a:lnTo>
                  <a:close/>
                </a:path>
                <a:path w="8524875" h="692150">
                  <a:moveTo>
                    <a:pt x="6181725" y="682625"/>
                  </a:moveTo>
                  <a:lnTo>
                    <a:pt x="6172200" y="682625"/>
                  </a:lnTo>
                  <a:lnTo>
                    <a:pt x="6172200" y="692150"/>
                  </a:lnTo>
                  <a:lnTo>
                    <a:pt x="6181725" y="692150"/>
                  </a:lnTo>
                  <a:lnTo>
                    <a:pt x="6181725" y="682625"/>
                  </a:lnTo>
                  <a:close/>
                </a:path>
                <a:path w="8524875" h="692150">
                  <a:moveTo>
                    <a:pt x="6238875" y="682625"/>
                  </a:moveTo>
                  <a:lnTo>
                    <a:pt x="6229350" y="682625"/>
                  </a:lnTo>
                  <a:lnTo>
                    <a:pt x="6229350" y="692150"/>
                  </a:lnTo>
                  <a:lnTo>
                    <a:pt x="6238875" y="692150"/>
                  </a:lnTo>
                  <a:lnTo>
                    <a:pt x="6238875" y="682625"/>
                  </a:lnTo>
                  <a:close/>
                </a:path>
                <a:path w="8524875" h="692150">
                  <a:moveTo>
                    <a:pt x="6296025" y="682625"/>
                  </a:moveTo>
                  <a:lnTo>
                    <a:pt x="6286500" y="682625"/>
                  </a:lnTo>
                  <a:lnTo>
                    <a:pt x="6286500" y="692150"/>
                  </a:lnTo>
                  <a:lnTo>
                    <a:pt x="6296025" y="692150"/>
                  </a:lnTo>
                  <a:lnTo>
                    <a:pt x="6296025" y="682625"/>
                  </a:lnTo>
                  <a:close/>
                </a:path>
                <a:path w="8524875" h="692150">
                  <a:moveTo>
                    <a:pt x="6353175" y="682625"/>
                  </a:moveTo>
                  <a:lnTo>
                    <a:pt x="6343650" y="682625"/>
                  </a:lnTo>
                  <a:lnTo>
                    <a:pt x="6343650" y="692150"/>
                  </a:lnTo>
                  <a:lnTo>
                    <a:pt x="6353175" y="692150"/>
                  </a:lnTo>
                  <a:lnTo>
                    <a:pt x="6353175" y="682625"/>
                  </a:lnTo>
                  <a:close/>
                </a:path>
                <a:path w="8524875" h="692150">
                  <a:moveTo>
                    <a:pt x="6410325" y="682625"/>
                  </a:moveTo>
                  <a:lnTo>
                    <a:pt x="6400800" y="682625"/>
                  </a:lnTo>
                  <a:lnTo>
                    <a:pt x="6400800" y="692150"/>
                  </a:lnTo>
                  <a:lnTo>
                    <a:pt x="6410325" y="692150"/>
                  </a:lnTo>
                  <a:lnTo>
                    <a:pt x="6410325" y="682625"/>
                  </a:lnTo>
                  <a:close/>
                </a:path>
                <a:path w="8524875" h="692150">
                  <a:moveTo>
                    <a:pt x="6467475" y="682625"/>
                  </a:moveTo>
                  <a:lnTo>
                    <a:pt x="6457950" y="682625"/>
                  </a:lnTo>
                  <a:lnTo>
                    <a:pt x="6457950" y="692150"/>
                  </a:lnTo>
                  <a:lnTo>
                    <a:pt x="6467475" y="692150"/>
                  </a:lnTo>
                  <a:lnTo>
                    <a:pt x="6467475" y="682625"/>
                  </a:lnTo>
                  <a:close/>
                </a:path>
                <a:path w="8524875" h="692150">
                  <a:moveTo>
                    <a:pt x="6524625" y="682625"/>
                  </a:moveTo>
                  <a:lnTo>
                    <a:pt x="6515100" y="682625"/>
                  </a:lnTo>
                  <a:lnTo>
                    <a:pt x="6515100" y="692150"/>
                  </a:lnTo>
                  <a:lnTo>
                    <a:pt x="6524625" y="692150"/>
                  </a:lnTo>
                  <a:lnTo>
                    <a:pt x="6524625" y="682625"/>
                  </a:lnTo>
                  <a:close/>
                </a:path>
                <a:path w="8524875" h="692150">
                  <a:moveTo>
                    <a:pt x="6581775" y="682625"/>
                  </a:moveTo>
                  <a:lnTo>
                    <a:pt x="6572250" y="682625"/>
                  </a:lnTo>
                  <a:lnTo>
                    <a:pt x="6572250" y="692150"/>
                  </a:lnTo>
                  <a:lnTo>
                    <a:pt x="6581775" y="692150"/>
                  </a:lnTo>
                  <a:lnTo>
                    <a:pt x="6581775" y="682625"/>
                  </a:lnTo>
                  <a:close/>
                </a:path>
                <a:path w="8524875" h="692150">
                  <a:moveTo>
                    <a:pt x="6638925" y="682625"/>
                  </a:moveTo>
                  <a:lnTo>
                    <a:pt x="6629400" y="682625"/>
                  </a:lnTo>
                  <a:lnTo>
                    <a:pt x="6629400" y="692150"/>
                  </a:lnTo>
                  <a:lnTo>
                    <a:pt x="6638925" y="692150"/>
                  </a:lnTo>
                  <a:lnTo>
                    <a:pt x="6638925" y="682625"/>
                  </a:lnTo>
                  <a:close/>
                </a:path>
                <a:path w="8524875" h="692150">
                  <a:moveTo>
                    <a:pt x="6696075" y="682625"/>
                  </a:moveTo>
                  <a:lnTo>
                    <a:pt x="6686550" y="682625"/>
                  </a:lnTo>
                  <a:lnTo>
                    <a:pt x="6686550" y="692150"/>
                  </a:lnTo>
                  <a:lnTo>
                    <a:pt x="6696075" y="692150"/>
                  </a:lnTo>
                  <a:lnTo>
                    <a:pt x="6696075" y="682625"/>
                  </a:lnTo>
                  <a:close/>
                </a:path>
                <a:path w="8524875" h="692150">
                  <a:moveTo>
                    <a:pt x="6753225" y="682625"/>
                  </a:moveTo>
                  <a:lnTo>
                    <a:pt x="6743700" y="682625"/>
                  </a:lnTo>
                  <a:lnTo>
                    <a:pt x="6743700" y="692150"/>
                  </a:lnTo>
                  <a:lnTo>
                    <a:pt x="6753225" y="692150"/>
                  </a:lnTo>
                  <a:lnTo>
                    <a:pt x="6753225" y="682625"/>
                  </a:lnTo>
                  <a:close/>
                </a:path>
                <a:path w="8524875" h="692150">
                  <a:moveTo>
                    <a:pt x="6810375" y="682625"/>
                  </a:moveTo>
                  <a:lnTo>
                    <a:pt x="6800850" y="682625"/>
                  </a:lnTo>
                  <a:lnTo>
                    <a:pt x="6800850" y="692150"/>
                  </a:lnTo>
                  <a:lnTo>
                    <a:pt x="6810375" y="692150"/>
                  </a:lnTo>
                  <a:lnTo>
                    <a:pt x="6810375" y="682625"/>
                  </a:lnTo>
                  <a:close/>
                </a:path>
                <a:path w="8524875" h="692150">
                  <a:moveTo>
                    <a:pt x="6867525" y="682625"/>
                  </a:moveTo>
                  <a:lnTo>
                    <a:pt x="6858000" y="682625"/>
                  </a:lnTo>
                  <a:lnTo>
                    <a:pt x="6858000" y="692150"/>
                  </a:lnTo>
                  <a:lnTo>
                    <a:pt x="6867525" y="692150"/>
                  </a:lnTo>
                  <a:lnTo>
                    <a:pt x="6867525" y="682625"/>
                  </a:lnTo>
                  <a:close/>
                </a:path>
                <a:path w="8524875" h="692150">
                  <a:moveTo>
                    <a:pt x="6924675" y="682625"/>
                  </a:moveTo>
                  <a:lnTo>
                    <a:pt x="6915150" y="682625"/>
                  </a:lnTo>
                  <a:lnTo>
                    <a:pt x="6915150" y="692150"/>
                  </a:lnTo>
                  <a:lnTo>
                    <a:pt x="6924675" y="692150"/>
                  </a:lnTo>
                  <a:lnTo>
                    <a:pt x="6924675" y="682625"/>
                  </a:lnTo>
                  <a:close/>
                </a:path>
                <a:path w="8524875" h="692150">
                  <a:moveTo>
                    <a:pt x="6981825" y="682625"/>
                  </a:moveTo>
                  <a:lnTo>
                    <a:pt x="6972300" y="682625"/>
                  </a:lnTo>
                  <a:lnTo>
                    <a:pt x="6972300" y="692150"/>
                  </a:lnTo>
                  <a:lnTo>
                    <a:pt x="6981825" y="692150"/>
                  </a:lnTo>
                  <a:lnTo>
                    <a:pt x="6981825" y="682625"/>
                  </a:lnTo>
                  <a:close/>
                </a:path>
                <a:path w="8524875" h="692150">
                  <a:moveTo>
                    <a:pt x="7038975" y="682625"/>
                  </a:moveTo>
                  <a:lnTo>
                    <a:pt x="7029450" y="682625"/>
                  </a:lnTo>
                  <a:lnTo>
                    <a:pt x="7029450" y="692150"/>
                  </a:lnTo>
                  <a:lnTo>
                    <a:pt x="7038975" y="692150"/>
                  </a:lnTo>
                  <a:lnTo>
                    <a:pt x="7038975" y="682625"/>
                  </a:lnTo>
                  <a:close/>
                </a:path>
                <a:path w="8524875" h="692150">
                  <a:moveTo>
                    <a:pt x="7096125" y="682625"/>
                  </a:moveTo>
                  <a:lnTo>
                    <a:pt x="7086600" y="682625"/>
                  </a:lnTo>
                  <a:lnTo>
                    <a:pt x="7086600" y="692150"/>
                  </a:lnTo>
                  <a:lnTo>
                    <a:pt x="7096125" y="692150"/>
                  </a:lnTo>
                  <a:lnTo>
                    <a:pt x="7096125" y="682625"/>
                  </a:lnTo>
                  <a:close/>
                </a:path>
                <a:path w="8524875" h="692150">
                  <a:moveTo>
                    <a:pt x="7153275" y="682625"/>
                  </a:moveTo>
                  <a:lnTo>
                    <a:pt x="7143750" y="682625"/>
                  </a:lnTo>
                  <a:lnTo>
                    <a:pt x="7143750" y="692150"/>
                  </a:lnTo>
                  <a:lnTo>
                    <a:pt x="7153275" y="692150"/>
                  </a:lnTo>
                  <a:lnTo>
                    <a:pt x="7153275" y="682625"/>
                  </a:lnTo>
                  <a:close/>
                </a:path>
                <a:path w="8524875" h="692150">
                  <a:moveTo>
                    <a:pt x="7210425" y="682625"/>
                  </a:moveTo>
                  <a:lnTo>
                    <a:pt x="7200900" y="682625"/>
                  </a:lnTo>
                  <a:lnTo>
                    <a:pt x="7200900" y="692150"/>
                  </a:lnTo>
                  <a:lnTo>
                    <a:pt x="7210425" y="692150"/>
                  </a:lnTo>
                  <a:lnTo>
                    <a:pt x="7210425" y="682625"/>
                  </a:lnTo>
                  <a:close/>
                </a:path>
                <a:path w="8524875" h="692150">
                  <a:moveTo>
                    <a:pt x="7267575" y="682625"/>
                  </a:moveTo>
                  <a:lnTo>
                    <a:pt x="7258050" y="682625"/>
                  </a:lnTo>
                  <a:lnTo>
                    <a:pt x="7258050" y="692150"/>
                  </a:lnTo>
                  <a:lnTo>
                    <a:pt x="7267575" y="692150"/>
                  </a:lnTo>
                  <a:lnTo>
                    <a:pt x="7267575" y="682625"/>
                  </a:lnTo>
                  <a:close/>
                </a:path>
                <a:path w="8524875" h="692150">
                  <a:moveTo>
                    <a:pt x="7324725" y="682625"/>
                  </a:moveTo>
                  <a:lnTo>
                    <a:pt x="7315200" y="682625"/>
                  </a:lnTo>
                  <a:lnTo>
                    <a:pt x="7315200" y="692150"/>
                  </a:lnTo>
                  <a:lnTo>
                    <a:pt x="7324725" y="692150"/>
                  </a:lnTo>
                  <a:lnTo>
                    <a:pt x="7324725" y="682625"/>
                  </a:lnTo>
                  <a:close/>
                </a:path>
                <a:path w="8524875" h="692150">
                  <a:moveTo>
                    <a:pt x="7381875" y="682625"/>
                  </a:moveTo>
                  <a:lnTo>
                    <a:pt x="7372350" y="682625"/>
                  </a:lnTo>
                  <a:lnTo>
                    <a:pt x="7372350" y="692150"/>
                  </a:lnTo>
                  <a:lnTo>
                    <a:pt x="7381875" y="692150"/>
                  </a:lnTo>
                  <a:lnTo>
                    <a:pt x="7381875" y="682625"/>
                  </a:lnTo>
                  <a:close/>
                </a:path>
                <a:path w="8524875" h="692150">
                  <a:moveTo>
                    <a:pt x="7439025" y="682625"/>
                  </a:moveTo>
                  <a:lnTo>
                    <a:pt x="7429500" y="682625"/>
                  </a:lnTo>
                  <a:lnTo>
                    <a:pt x="7429500" y="692150"/>
                  </a:lnTo>
                  <a:lnTo>
                    <a:pt x="7439025" y="692150"/>
                  </a:lnTo>
                  <a:lnTo>
                    <a:pt x="7439025" y="682625"/>
                  </a:lnTo>
                  <a:close/>
                </a:path>
                <a:path w="8524875" h="692150">
                  <a:moveTo>
                    <a:pt x="7496175" y="682625"/>
                  </a:moveTo>
                  <a:lnTo>
                    <a:pt x="7486650" y="682625"/>
                  </a:lnTo>
                  <a:lnTo>
                    <a:pt x="7486650" y="692150"/>
                  </a:lnTo>
                  <a:lnTo>
                    <a:pt x="7496175" y="692150"/>
                  </a:lnTo>
                  <a:lnTo>
                    <a:pt x="7496175" y="682625"/>
                  </a:lnTo>
                  <a:close/>
                </a:path>
                <a:path w="8524875" h="692150">
                  <a:moveTo>
                    <a:pt x="7553325" y="682625"/>
                  </a:moveTo>
                  <a:lnTo>
                    <a:pt x="7543800" y="682625"/>
                  </a:lnTo>
                  <a:lnTo>
                    <a:pt x="7543800" y="692150"/>
                  </a:lnTo>
                  <a:lnTo>
                    <a:pt x="7553325" y="692150"/>
                  </a:lnTo>
                  <a:lnTo>
                    <a:pt x="7553325" y="682625"/>
                  </a:lnTo>
                  <a:close/>
                </a:path>
                <a:path w="8524875" h="692150">
                  <a:moveTo>
                    <a:pt x="7610475" y="682625"/>
                  </a:moveTo>
                  <a:lnTo>
                    <a:pt x="7600950" y="682625"/>
                  </a:lnTo>
                  <a:lnTo>
                    <a:pt x="7600950" y="692150"/>
                  </a:lnTo>
                  <a:lnTo>
                    <a:pt x="7610475" y="692150"/>
                  </a:lnTo>
                  <a:lnTo>
                    <a:pt x="7610475" y="682625"/>
                  </a:lnTo>
                  <a:close/>
                </a:path>
                <a:path w="8524875" h="692150">
                  <a:moveTo>
                    <a:pt x="7667625" y="682625"/>
                  </a:moveTo>
                  <a:lnTo>
                    <a:pt x="7658100" y="682625"/>
                  </a:lnTo>
                  <a:lnTo>
                    <a:pt x="7658100" y="692150"/>
                  </a:lnTo>
                  <a:lnTo>
                    <a:pt x="7667625" y="692150"/>
                  </a:lnTo>
                  <a:lnTo>
                    <a:pt x="7667625" y="682625"/>
                  </a:lnTo>
                  <a:close/>
                </a:path>
                <a:path w="8524875" h="692150">
                  <a:moveTo>
                    <a:pt x="7724775" y="682625"/>
                  </a:moveTo>
                  <a:lnTo>
                    <a:pt x="7715250" y="682625"/>
                  </a:lnTo>
                  <a:lnTo>
                    <a:pt x="7715250" y="692150"/>
                  </a:lnTo>
                  <a:lnTo>
                    <a:pt x="7724775" y="692150"/>
                  </a:lnTo>
                  <a:lnTo>
                    <a:pt x="7724775" y="682625"/>
                  </a:lnTo>
                  <a:close/>
                </a:path>
                <a:path w="8524875" h="692150">
                  <a:moveTo>
                    <a:pt x="7781925" y="682625"/>
                  </a:moveTo>
                  <a:lnTo>
                    <a:pt x="7772400" y="682625"/>
                  </a:lnTo>
                  <a:lnTo>
                    <a:pt x="7772400" y="692150"/>
                  </a:lnTo>
                  <a:lnTo>
                    <a:pt x="7781925" y="692150"/>
                  </a:lnTo>
                  <a:lnTo>
                    <a:pt x="7781925" y="682625"/>
                  </a:lnTo>
                  <a:close/>
                </a:path>
                <a:path w="8524875" h="692150">
                  <a:moveTo>
                    <a:pt x="7839075" y="682625"/>
                  </a:moveTo>
                  <a:lnTo>
                    <a:pt x="7829550" y="682625"/>
                  </a:lnTo>
                  <a:lnTo>
                    <a:pt x="7829550" y="692150"/>
                  </a:lnTo>
                  <a:lnTo>
                    <a:pt x="7839075" y="692150"/>
                  </a:lnTo>
                  <a:lnTo>
                    <a:pt x="7839075" y="682625"/>
                  </a:lnTo>
                  <a:close/>
                </a:path>
                <a:path w="8524875" h="692150">
                  <a:moveTo>
                    <a:pt x="7896225" y="682625"/>
                  </a:moveTo>
                  <a:lnTo>
                    <a:pt x="7886700" y="682625"/>
                  </a:lnTo>
                  <a:lnTo>
                    <a:pt x="7886700" y="692150"/>
                  </a:lnTo>
                  <a:lnTo>
                    <a:pt x="7896225" y="692150"/>
                  </a:lnTo>
                  <a:lnTo>
                    <a:pt x="7896225" y="682625"/>
                  </a:lnTo>
                  <a:close/>
                </a:path>
                <a:path w="8524875" h="692150">
                  <a:moveTo>
                    <a:pt x="7953375" y="682625"/>
                  </a:moveTo>
                  <a:lnTo>
                    <a:pt x="7943850" y="682625"/>
                  </a:lnTo>
                  <a:lnTo>
                    <a:pt x="7943850" y="692150"/>
                  </a:lnTo>
                  <a:lnTo>
                    <a:pt x="7953375" y="692150"/>
                  </a:lnTo>
                  <a:lnTo>
                    <a:pt x="7953375" y="682625"/>
                  </a:lnTo>
                  <a:close/>
                </a:path>
                <a:path w="8524875" h="692150">
                  <a:moveTo>
                    <a:pt x="8010525" y="682625"/>
                  </a:moveTo>
                  <a:lnTo>
                    <a:pt x="8001000" y="682625"/>
                  </a:lnTo>
                  <a:lnTo>
                    <a:pt x="8001000" y="692150"/>
                  </a:lnTo>
                  <a:lnTo>
                    <a:pt x="8010525" y="692150"/>
                  </a:lnTo>
                  <a:lnTo>
                    <a:pt x="8010525" y="682625"/>
                  </a:lnTo>
                  <a:close/>
                </a:path>
                <a:path w="8524875" h="692150">
                  <a:moveTo>
                    <a:pt x="8067675" y="682625"/>
                  </a:moveTo>
                  <a:lnTo>
                    <a:pt x="8058150" y="682625"/>
                  </a:lnTo>
                  <a:lnTo>
                    <a:pt x="8058150" y="692150"/>
                  </a:lnTo>
                  <a:lnTo>
                    <a:pt x="8067675" y="692150"/>
                  </a:lnTo>
                  <a:lnTo>
                    <a:pt x="8067675" y="682625"/>
                  </a:lnTo>
                  <a:close/>
                </a:path>
                <a:path w="8524875" h="692150">
                  <a:moveTo>
                    <a:pt x="8124825" y="682625"/>
                  </a:moveTo>
                  <a:lnTo>
                    <a:pt x="8115300" y="682625"/>
                  </a:lnTo>
                  <a:lnTo>
                    <a:pt x="8115300" y="692150"/>
                  </a:lnTo>
                  <a:lnTo>
                    <a:pt x="8124825" y="692150"/>
                  </a:lnTo>
                  <a:lnTo>
                    <a:pt x="8124825" y="682625"/>
                  </a:lnTo>
                  <a:close/>
                </a:path>
                <a:path w="8524875" h="692150">
                  <a:moveTo>
                    <a:pt x="8181975" y="682625"/>
                  </a:moveTo>
                  <a:lnTo>
                    <a:pt x="8172450" y="682625"/>
                  </a:lnTo>
                  <a:lnTo>
                    <a:pt x="8172450" y="692150"/>
                  </a:lnTo>
                  <a:lnTo>
                    <a:pt x="8181975" y="692150"/>
                  </a:lnTo>
                  <a:lnTo>
                    <a:pt x="8181975" y="682625"/>
                  </a:lnTo>
                  <a:close/>
                </a:path>
                <a:path w="8524875" h="692150">
                  <a:moveTo>
                    <a:pt x="8239125" y="682625"/>
                  </a:moveTo>
                  <a:lnTo>
                    <a:pt x="8229600" y="682625"/>
                  </a:lnTo>
                  <a:lnTo>
                    <a:pt x="8229600" y="692150"/>
                  </a:lnTo>
                  <a:lnTo>
                    <a:pt x="8239125" y="692150"/>
                  </a:lnTo>
                  <a:lnTo>
                    <a:pt x="8239125" y="682625"/>
                  </a:lnTo>
                  <a:close/>
                </a:path>
                <a:path w="8524875" h="692150">
                  <a:moveTo>
                    <a:pt x="8296275" y="682625"/>
                  </a:moveTo>
                  <a:lnTo>
                    <a:pt x="8286750" y="682625"/>
                  </a:lnTo>
                  <a:lnTo>
                    <a:pt x="8286750" y="692150"/>
                  </a:lnTo>
                  <a:lnTo>
                    <a:pt x="8296275" y="692150"/>
                  </a:lnTo>
                  <a:lnTo>
                    <a:pt x="8296275" y="682625"/>
                  </a:lnTo>
                  <a:close/>
                </a:path>
                <a:path w="8524875" h="692150">
                  <a:moveTo>
                    <a:pt x="8353425" y="682625"/>
                  </a:moveTo>
                  <a:lnTo>
                    <a:pt x="8343900" y="682625"/>
                  </a:lnTo>
                  <a:lnTo>
                    <a:pt x="8343900" y="692150"/>
                  </a:lnTo>
                  <a:lnTo>
                    <a:pt x="8353425" y="692150"/>
                  </a:lnTo>
                  <a:lnTo>
                    <a:pt x="8353425" y="682625"/>
                  </a:lnTo>
                  <a:close/>
                </a:path>
                <a:path w="8524875" h="692150">
                  <a:moveTo>
                    <a:pt x="8410575" y="682625"/>
                  </a:moveTo>
                  <a:lnTo>
                    <a:pt x="8401050" y="682625"/>
                  </a:lnTo>
                  <a:lnTo>
                    <a:pt x="8401050" y="692150"/>
                  </a:lnTo>
                  <a:lnTo>
                    <a:pt x="8410575" y="692150"/>
                  </a:lnTo>
                  <a:lnTo>
                    <a:pt x="8410575" y="682625"/>
                  </a:lnTo>
                  <a:close/>
                </a:path>
                <a:path w="8524875" h="692150">
                  <a:moveTo>
                    <a:pt x="8467725" y="682625"/>
                  </a:moveTo>
                  <a:lnTo>
                    <a:pt x="8458200" y="682625"/>
                  </a:lnTo>
                  <a:lnTo>
                    <a:pt x="8458200" y="692150"/>
                  </a:lnTo>
                  <a:lnTo>
                    <a:pt x="8467725" y="692150"/>
                  </a:lnTo>
                  <a:lnTo>
                    <a:pt x="8467725" y="682625"/>
                  </a:lnTo>
                  <a:close/>
                </a:path>
                <a:path w="8524875" h="692150">
                  <a:moveTo>
                    <a:pt x="8524875" y="682625"/>
                  </a:moveTo>
                  <a:lnTo>
                    <a:pt x="8515350" y="682625"/>
                  </a:lnTo>
                  <a:lnTo>
                    <a:pt x="8515350" y="692150"/>
                  </a:lnTo>
                  <a:lnTo>
                    <a:pt x="8524875" y="692150"/>
                  </a:lnTo>
                  <a:lnTo>
                    <a:pt x="8524875" y="682625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343525" y="819162"/>
              <a:ext cx="4010025" cy="9525"/>
            </a:xfrm>
            <a:custGeom>
              <a:avLst/>
              <a:gdLst/>
              <a:ahLst/>
              <a:cxnLst/>
              <a:rect l="l" t="t" r="r" b="b"/>
              <a:pathLst>
                <a:path w="4010025" h="9525">
                  <a:moveTo>
                    <a:pt x="95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  <a:path w="4010025" h="9525">
                  <a:moveTo>
                    <a:pt x="66675" y="0"/>
                  </a:moveTo>
                  <a:lnTo>
                    <a:pt x="57150" y="0"/>
                  </a:lnTo>
                  <a:lnTo>
                    <a:pt x="57150" y="9525"/>
                  </a:lnTo>
                  <a:lnTo>
                    <a:pt x="66675" y="9525"/>
                  </a:lnTo>
                  <a:lnTo>
                    <a:pt x="66675" y="0"/>
                  </a:lnTo>
                  <a:close/>
                </a:path>
                <a:path w="4010025" h="9525">
                  <a:moveTo>
                    <a:pt x="123825" y="0"/>
                  </a:moveTo>
                  <a:lnTo>
                    <a:pt x="114300" y="0"/>
                  </a:lnTo>
                  <a:lnTo>
                    <a:pt x="114300" y="9525"/>
                  </a:lnTo>
                  <a:lnTo>
                    <a:pt x="123825" y="9525"/>
                  </a:lnTo>
                  <a:lnTo>
                    <a:pt x="123825" y="0"/>
                  </a:lnTo>
                  <a:close/>
                </a:path>
                <a:path w="4010025" h="9525">
                  <a:moveTo>
                    <a:pt x="180975" y="0"/>
                  </a:moveTo>
                  <a:lnTo>
                    <a:pt x="171450" y="0"/>
                  </a:lnTo>
                  <a:lnTo>
                    <a:pt x="171450" y="9525"/>
                  </a:lnTo>
                  <a:lnTo>
                    <a:pt x="180975" y="9525"/>
                  </a:lnTo>
                  <a:lnTo>
                    <a:pt x="180975" y="0"/>
                  </a:lnTo>
                  <a:close/>
                </a:path>
                <a:path w="4010025" h="9525">
                  <a:moveTo>
                    <a:pt x="238125" y="0"/>
                  </a:moveTo>
                  <a:lnTo>
                    <a:pt x="228600" y="0"/>
                  </a:lnTo>
                  <a:lnTo>
                    <a:pt x="228600" y="9525"/>
                  </a:lnTo>
                  <a:lnTo>
                    <a:pt x="238125" y="9525"/>
                  </a:lnTo>
                  <a:lnTo>
                    <a:pt x="238125" y="0"/>
                  </a:lnTo>
                  <a:close/>
                </a:path>
                <a:path w="4010025" h="9525">
                  <a:moveTo>
                    <a:pt x="295275" y="0"/>
                  </a:moveTo>
                  <a:lnTo>
                    <a:pt x="285750" y="0"/>
                  </a:lnTo>
                  <a:lnTo>
                    <a:pt x="285750" y="9525"/>
                  </a:lnTo>
                  <a:lnTo>
                    <a:pt x="295275" y="9525"/>
                  </a:lnTo>
                  <a:lnTo>
                    <a:pt x="295275" y="0"/>
                  </a:lnTo>
                  <a:close/>
                </a:path>
                <a:path w="4010025" h="9525">
                  <a:moveTo>
                    <a:pt x="352425" y="0"/>
                  </a:moveTo>
                  <a:lnTo>
                    <a:pt x="342900" y="0"/>
                  </a:lnTo>
                  <a:lnTo>
                    <a:pt x="342900" y="9525"/>
                  </a:lnTo>
                  <a:lnTo>
                    <a:pt x="352425" y="9525"/>
                  </a:lnTo>
                  <a:lnTo>
                    <a:pt x="352425" y="0"/>
                  </a:lnTo>
                  <a:close/>
                </a:path>
                <a:path w="4010025" h="9525">
                  <a:moveTo>
                    <a:pt x="409575" y="0"/>
                  </a:moveTo>
                  <a:lnTo>
                    <a:pt x="400050" y="0"/>
                  </a:lnTo>
                  <a:lnTo>
                    <a:pt x="400050" y="9525"/>
                  </a:lnTo>
                  <a:lnTo>
                    <a:pt x="409575" y="9525"/>
                  </a:lnTo>
                  <a:lnTo>
                    <a:pt x="409575" y="0"/>
                  </a:lnTo>
                  <a:close/>
                </a:path>
                <a:path w="4010025" h="9525">
                  <a:moveTo>
                    <a:pt x="466725" y="0"/>
                  </a:moveTo>
                  <a:lnTo>
                    <a:pt x="457200" y="0"/>
                  </a:lnTo>
                  <a:lnTo>
                    <a:pt x="457200" y="9525"/>
                  </a:lnTo>
                  <a:lnTo>
                    <a:pt x="466725" y="9525"/>
                  </a:lnTo>
                  <a:lnTo>
                    <a:pt x="466725" y="0"/>
                  </a:lnTo>
                  <a:close/>
                </a:path>
                <a:path w="4010025" h="9525">
                  <a:moveTo>
                    <a:pt x="523875" y="0"/>
                  </a:moveTo>
                  <a:lnTo>
                    <a:pt x="514350" y="0"/>
                  </a:lnTo>
                  <a:lnTo>
                    <a:pt x="514350" y="9525"/>
                  </a:lnTo>
                  <a:lnTo>
                    <a:pt x="523875" y="9525"/>
                  </a:lnTo>
                  <a:lnTo>
                    <a:pt x="523875" y="0"/>
                  </a:lnTo>
                  <a:close/>
                </a:path>
                <a:path w="4010025" h="9525">
                  <a:moveTo>
                    <a:pt x="581025" y="0"/>
                  </a:moveTo>
                  <a:lnTo>
                    <a:pt x="571500" y="0"/>
                  </a:lnTo>
                  <a:lnTo>
                    <a:pt x="571500" y="9525"/>
                  </a:lnTo>
                  <a:lnTo>
                    <a:pt x="581025" y="9525"/>
                  </a:lnTo>
                  <a:lnTo>
                    <a:pt x="581025" y="0"/>
                  </a:lnTo>
                  <a:close/>
                </a:path>
                <a:path w="4010025" h="9525">
                  <a:moveTo>
                    <a:pt x="638175" y="0"/>
                  </a:moveTo>
                  <a:lnTo>
                    <a:pt x="628650" y="0"/>
                  </a:lnTo>
                  <a:lnTo>
                    <a:pt x="628650" y="9525"/>
                  </a:lnTo>
                  <a:lnTo>
                    <a:pt x="638175" y="9525"/>
                  </a:lnTo>
                  <a:lnTo>
                    <a:pt x="638175" y="0"/>
                  </a:lnTo>
                  <a:close/>
                </a:path>
                <a:path w="4010025" h="9525">
                  <a:moveTo>
                    <a:pt x="695325" y="0"/>
                  </a:moveTo>
                  <a:lnTo>
                    <a:pt x="685800" y="0"/>
                  </a:lnTo>
                  <a:lnTo>
                    <a:pt x="685800" y="9525"/>
                  </a:lnTo>
                  <a:lnTo>
                    <a:pt x="695325" y="9525"/>
                  </a:lnTo>
                  <a:lnTo>
                    <a:pt x="695325" y="0"/>
                  </a:lnTo>
                  <a:close/>
                </a:path>
                <a:path w="4010025" h="9525">
                  <a:moveTo>
                    <a:pt x="752475" y="0"/>
                  </a:moveTo>
                  <a:lnTo>
                    <a:pt x="742950" y="0"/>
                  </a:lnTo>
                  <a:lnTo>
                    <a:pt x="742950" y="9525"/>
                  </a:lnTo>
                  <a:lnTo>
                    <a:pt x="752475" y="9525"/>
                  </a:lnTo>
                  <a:lnTo>
                    <a:pt x="752475" y="0"/>
                  </a:lnTo>
                  <a:close/>
                </a:path>
                <a:path w="4010025" h="9525">
                  <a:moveTo>
                    <a:pt x="809625" y="0"/>
                  </a:moveTo>
                  <a:lnTo>
                    <a:pt x="800100" y="0"/>
                  </a:lnTo>
                  <a:lnTo>
                    <a:pt x="800100" y="9525"/>
                  </a:lnTo>
                  <a:lnTo>
                    <a:pt x="809625" y="9525"/>
                  </a:lnTo>
                  <a:lnTo>
                    <a:pt x="809625" y="0"/>
                  </a:lnTo>
                  <a:close/>
                </a:path>
                <a:path w="4010025" h="9525">
                  <a:moveTo>
                    <a:pt x="866775" y="0"/>
                  </a:moveTo>
                  <a:lnTo>
                    <a:pt x="857250" y="0"/>
                  </a:lnTo>
                  <a:lnTo>
                    <a:pt x="857250" y="9525"/>
                  </a:lnTo>
                  <a:lnTo>
                    <a:pt x="866775" y="9525"/>
                  </a:lnTo>
                  <a:lnTo>
                    <a:pt x="866775" y="0"/>
                  </a:lnTo>
                  <a:close/>
                </a:path>
                <a:path w="4010025" h="9525">
                  <a:moveTo>
                    <a:pt x="923925" y="0"/>
                  </a:moveTo>
                  <a:lnTo>
                    <a:pt x="914400" y="0"/>
                  </a:lnTo>
                  <a:lnTo>
                    <a:pt x="914400" y="9525"/>
                  </a:lnTo>
                  <a:lnTo>
                    <a:pt x="923925" y="9525"/>
                  </a:lnTo>
                  <a:lnTo>
                    <a:pt x="923925" y="0"/>
                  </a:lnTo>
                  <a:close/>
                </a:path>
                <a:path w="4010025" h="9525">
                  <a:moveTo>
                    <a:pt x="981075" y="0"/>
                  </a:moveTo>
                  <a:lnTo>
                    <a:pt x="971550" y="0"/>
                  </a:lnTo>
                  <a:lnTo>
                    <a:pt x="971550" y="9525"/>
                  </a:lnTo>
                  <a:lnTo>
                    <a:pt x="981075" y="9525"/>
                  </a:lnTo>
                  <a:lnTo>
                    <a:pt x="981075" y="0"/>
                  </a:lnTo>
                  <a:close/>
                </a:path>
                <a:path w="4010025" h="9525">
                  <a:moveTo>
                    <a:pt x="1038225" y="0"/>
                  </a:moveTo>
                  <a:lnTo>
                    <a:pt x="1028700" y="0"/>
                  </a:lnTo>
                  <a:lnTo>
                    <a:pt x="1028700" y="9525"/>
                  </a:lnTo>
                  <a:lnTo>
                    <a:pt x="1038225" y="9525"/>
                  </a:lnTo>
                  <a:lnTo>
                    <a:pt x="1038225" y="0"/>
                  </a:lnTo>
                  <a:close/>
                </a:path>
                <a:path w="4010025" h="9525">
                  <a:moveTo>
                    <a:pt x="1095375" y="0"/>
                  </a:moveTo>
                  <a:lnTo>
                    <a:pt x="1085850" y="0"/>
                  </a:lnTo>
                  <a:lnTo>
                    <a:pt x="1085850" y="9525"/>
                  </a:lnTo>
                  <a:lnTo>
                    <a:pt x="1095375" y="9525"/>
                  </a:lnTo>
                  <a:lnTo>
                    <a:pt x="1095375" y="0"/>
                  </a:lnTo>
                  <a:close/>
                </a:path>
                <a:path w="4010025" h="9525">
                  <a:moveTo>
                    <a:pt x="1152525" y="0"/>
                  </a:moveTo>
                  <a:lnTo>
                    <a:pt x="1143000" y="0"/>
                  </a:lnTo>
                  <a:lnTo>
                    <a:pt x="1143000" y="9525"/>
                  </a:lnTo>
                  <a:lnTo>
                    <a:pt x="1152525" y="9525"/>
                  </a:lnTo>
                  <a:lnTo>
                    <a:pt x="1152525" y="0"/>
                  </a:lnTo>
                  <a:close/>
                </a:path>
                <a:path w="4010025" h="9525">
                  <a:moveTo>
                    <a:pt x="1209675" y="0"/>
                  </a:moveTo>
                  <a:lnTo>
                    <a:pt x="1200150" y="0"/>
                  </a:lnTo>
                  <a:lnTo>
                    <a:pt x="1200150" y="9525"/>
                  </a:lnTo>
                  <a:lnTo>
                    <a:pt x="1209675" y="9525"/>
                  </a:lnTo>
                  <a:lnTo>
                    <a:pt x="1209675" y="0"/>
                  </a:lnTo>
                  <a:close/>
                </a:path>
                <a:path w="4010025" h="9525">
                  <a:moveTo>
                    <a:pt x="1266825" y="0"/>
                  </a:moveTo>
                  <a:lnTo>
                    <a:pt x="1257300" y="0"/>
                  </a:lnTo>
                  <a:lnTo>
                    <a:pt x="1257300" y="9525"/>
                  </a:lnTo>
                  <a:lnTo>
                    <a:pt x="1266825" y="9525"/>
                  </a:lnTo>
                  <a:lnTo>
                    <a:pt x="1266825" y="0"/>
                  </a:lnTo>
                  <a:close/>
                </a:path>
                <a:path w="4010025" h="9525">
                  <a:moveTo>
                    <a:pt x="1323975" y="0"/>
                  </a:moveTo>
                  <a:lnTo>
                    <a:pt x="1314450" y="0"/>
                  </a:lnTo>
                  <a:lnTo>
                    <a:pt x="1314450" y="9525"/>
                  </a:lnTo>
                  <a:lnTo>
                    <a:pt x="1323975" y="9525"/>
                  </a:lnTo>
                  <a:lnTo>
                    <a:pt x="1323975" y="0"/>
                  </a:lnTo>
                  <a:close/>
                </a:path>
                <a:path w="4010025" h="9525">
                  <a:moveTo>
                    <a:pt x="1381125" y="0"/>
                  </a:moveTo>
                  <a:lnTo>
                    <a:pt x="1371600" y="0"/>
                  </a:lnTo>
                  <a:lnTo>
                    <a:pt x="1371600" y="9525"/>
                  </a:lnTo>
                  <a:lnTo>
                    <a:pt x="1381125" y="9525"/>
                  </a:lnTo>
                  <a:lnTo>
                    <a:pt x="1381125" y="0"/>
                  </a:lnTo>
                  <a:close/>
                </a:path>
                <a:path w="4010025" h="9525">
                  <a:moveTo>
                    <a:pt x="1438275" y="0"/>
                  </a:moveTo>
                  <a:lnTo>
                    <a:pt x="1428750" y="0"/>
                  </a:lnTo>
                  <a:lnTo>
                    <a:pt x="1428750" y="9525"/>
                  </a:lnTo>
                  <a:lnTo>
                    <a:pt x="1438275" y="9525"/>
                  </a:lnTo>
                  <a:lnTo>
                    <a:pt x="1438275" y="0"/>
                  </a:lnTo>
                  <a:close/>
                </a:path>
                <a:path w="4010025" h="9525">
                  <a:moveTo>
                    <a:pt x="1495425" y="0"/>
                  </a:moveTo>
                  <a:lnTo>
                    <a:pt x="1485900" y="0"/>
                  </a:lnTo>
                  <a:lnTo>
                    <a:pt x="1485900" y="9525"/>
                  </a:lnTo>
                  <a:lnTo>
                    <a:pt x="1495425" y="9525"/>
                  </a:lnTo>
                  <a:lnTo>
                    <a:pt x="1495425" y="0"/>
                  </a:lnTo>
                  <a:close/>
                </a:path>
                <a:path w="4010025" h="9525">
                  <a:moveTo>
                    <a:pt x="1552575" y="0"/>
                  </a:moveTo>
                  <a:lnTo>
                    <a:pt x="1543050" y="0"/>
                  </a:lnTo>
                  <a:lnTo>
                    <a:pt x="1543050" y="9525"/>
                  </a:lnTo>
                  <a:lnTo>
                    <a:pt x="1552575" y="9525"/>
                  </a:lnTo>
                  <a:lnTo>
                    <a:pt x="1552575" y="0"/>
                  </a:lnTo>
                  <a:close/>
                </a:path>
                <a:path w="4010025" h="9525">
                  <a:moveTo>
                    <a:pt x="1609725" y="0"/>
                  </a:moveTo>
                  <a:lnTo>
                    <a:pt x="1600200" y="0"/>
                  </a:lnTo>
                  <a:lnTo>
                    <a:pt x="1600200" y="9525"/>
                  </a:lnTo>
                  <a:lnTo>
                    <a:pt x="1609725" y="9525"/>
                  </a:lnTo>
                  <a:lnTo>
                    <a:pt x="1609725" y="0"/>
                  </a:lnTo>
                  <a:close/>
                </a:path>
                <a:path w="4010025" h="9525">
                  <a:moveTo>
                    <a:pt x="1666875" y="0"/>
                  </a:moveTo>
                  <a:lnTo>
                    <a:pt x="1657350" y="0"/>
                  </a:lnTo>
                  <a:lnTo>
                    <a:pt x="1657350" y="9525"/>
                  </a:lnTo>
                  <a:lnTo>
                    <a:pt x="1666875" y="9525"/>
                  </a:lnTo>
                  <a:lnTo>
                    <a:pt x="1666875" y="0"/>
                  </a:lnTo>
                  <a:close/>
                </a:path>
                <a:path w="4010025" h="9525">
                  <a:moveTo>
                    <a:pt x="1724025" y="0"/>
                  </a:moveTo>
                  <a:lnTo>
                    <a:pt x="1714500" y="0"/>
                  </a:lnTo>
                  <a:lnTo>
                    <a:pt x="1714500" y="9525"/>
                  </a:lnTo>
                  <a:lnTo>
                    <a:pt x="1724025" y="9525"/>
                  </a:lnTo>
                  <a:lnTo>
                    <a:pt x="1724025" y="0"/>
                  </a:lnTo>
                  <a:close/>
                </a:path>
                <a:path w="4010025" h="9525">
                  <a:moveTo>
                    <a:pt x="1781175" y="0"/>
                  </a:moveTo>
                  <a:lnTo>
                    <a:pt x="1771650" y="0"/>
                  </a:lnTo>
                  <a:lnTo>
                    <a:pt x="1771650" y="9525"/>
                  </a:lnTo>
                  <a:lnTo>
                    <a:pt x="1781175" y="9525"/>
                  </a:lnTo>
                  <a:lnTo>
                    <a:pt x="1781175" y="0"/>
                  </a:lnTo>
                  <a:close/>
                </a:path>
                <a:path w="4010025" h="9525">
                  <a:moveTo>
                    <a:pt x="1838325" y="0"/>
                  </a:moveTo>
                  <a:lnTo>
                    <a:pt x="1828800" y="0"/>
                  </a:lnTo>
                  <a:lnTo>
                    <a:pt x="1828800" y="9525"/>
                  </a:lnTo>
                  <a:lnTo>
                    <a:pt x="1838325" y="9525"/>
                  </a:lnTo>
                  <a:lnTo>
                    <a:pt x="1838325" y="0"/>
                  </a:lnTo>
                  <a:close/>
                </a:path>
                <a:path w="4010025" h="9525">
                  <a:moveTo>
                    <a:pt x="1895475" y="0"/>
                  </a:moveTo>
                  <a:lnTo>
                    <a:pt x="1885950" y="0"/>
                  </a:lnTo>
                  <a:lnTo>
                    <a:pt x="1885950" y="9525"/>
                  </a:lnTo>
                  <a:lnTo>
                    <a:pt x="1895475" y="9525"/>
                  </a:lnTo>
                  <a:lnTo>
                    <a:pt x="1895475" y="0"/>
                  </a:lnTo>
                  <a:close/>
                </a:path>
                <a:path w="4010025" h="9525">
                  <a:moveTo>
                    <a:pt x="1952625" y="0"/>
                  </a:moveTo>
                  <a:lnTo>
                    <a:pt x="1943100" y="0"/>
                  </a:lnTo>
                  <a:lnTo>
                    <a:pt x="1943100" y="9525"/>
                  </a:lnTo>
                  <a:lnTo>
                    <a:pt x="1952625" y="9525"/>
                  </a:lnTo>
                  <a:lnTo>
                    <a:pt x="1952625" y="0"/>
                  </a:lnTo>
                  <a:close/>
                </a:path>
                <a:path w="4010025" h="9525">
                  <a:moveTo>
                    <a:pt x="2009775" y="0"/>
                  </a:moveTo>
                  <a:lnTo>
                    <a:pt x="2000250" y="0"/>
                  </a:lnTo>
                  <a:lnTo>
                    <a:pt x="2000250" y="9525"/>
                  </a:lnTo>
                  <a:lnTo>
                    <a:pt x="2009775" y="9525"/>
                  </a:lnTo>
                  <a:lnTo>
                    <a:pt x="2009775" y="0"/>
                  </a:lnTo>
                  <a:close/>
                </a:path>
                <a:path w="4010025" h="9525">
                  <a:moveTo>
                    <a:pt x="2066925" y="0"/>
                  </a:moveTo>
                  <a:lnTo>
                    <a:pt x="2057400" y="0"/>
                  </a:lnTo>
                  <a:lnTo>
                    <a:pt x="2057400" y="9525"/>
                  </a:lnTo>
                  <a:lnTo>
                    <a:pt x="2066925" y="9525"/>
                  </a:lnTo>
                  <a:lnTo>
                    <a:pt x="2066925" y="0"/>
                  </a:lnTo>
                  <a:close/>
                </a:path>
                <a:path w="4010025" h="9525">
                  <a:moveTo>
                    <a:pt x="2124075" y="0"/>
                  </a:moveTo>
                  <a:lnTo>
                    <a:pt x="2114550" y="0"/>
                  </a:lnTo>
                  <a:lnTo>
                    <a:pt x="2114550" y="9525"/>
                  </a:lnTo>
                  <a:lnTo>
                    <a:pt x="2124075" y="9525"/>
                  </a:lnTo>
                  <a:lnTo>
                    <a:pt x="2124075" y="0"/>
                  </a:lnTo>
                  <a:close/>
                </a:path>
                <a:path w="4010025" h="9525">
                  <a:moveTo>
                    <a:pt x="2181225" y="0"/>
                  </a:moveTo>
                  <a:lnTo>
                    <a:pt x="2171700" y="0"/>
                  </a:lnTo>
                  <a:lnTo>
                    <a:pt x="2171700" y="9525"/>
                  </a:lnTo>
                  <a:lnTo>
                    <a:pt x="2181225" y="9525"/>
                  </a:lnTo>
                  <a:lnTo>
                    <a:pt x="2181225" y="0"/>
                  </a:lnTo>
                  <a:close/>
                </a:path>
                <a:path w="4010025" h="9525">
                  <a:moveTo>
                    <a:pt x="2238375" y="0"/>
                  </a:moveTo>
                  <a:lnTo>
                    <a:pt x="2228850" y="0"/>
                  </a:lnTo>
                  <a:lnTo>
                    <a:pt x="2228850" y="9525"/>
                  </a:lnTo>
                  <a:lnTo>
                    <a:pt x="2238375" y="9525"/>
                  </a:lnTo>
                  <a:lnTo>
                    <a:pt x="2238375" y="0"/>
                  </a:lnTo>
                  <a:close/>
                </a:path>
                <a:path w="4010025" h="9525">
                  <a:moveTo>
                    <a:pt x="2295525" y="0"/>
                  </a:moveTo>
                  <a:lnTo>
                    <a:pt x="2286000" y="0"/>
                  </a:lnTo>
                  <a:lnTo>
                    <a:pt x="2286000" y="9525"/>
                  </a:lnTo>
                  <a:lnTo>
                    <a:pt x="2295525" y="9525"/>
                  </a:lnTo>
                  <a:lnTo>
                    <a:pt x="2295525" y="0"/>
                  </a:lnTo>
                  <a:close/>
                </a:path>
                <a:path w="4010025" h="9525">
                  <a:moveTo>
                    <a:pt x="2352675" y="0"/>
                  </a:moveTo>
                  <a:lnTo>
                    <a:pt x="2343150" y="0"/>
                  </a:lnTo>
                  <a:lnTo>
                    <a:pt x="2343150" y="9525"/>
                  </a:lnTo>
                  <a:lnTo>
                    <a:pt x="2352675" y="9525"/>
                  </a:lnTo>
                  <a:lnTo>
                    <a:pt x="2352675" y="0"/>
                  </a:lnTo>
                  <a:close/>
                </a:path>
                <a:path w="4010025" h="9525">
                  <a:moveTo>
                    <a:pt x="2409825" y="0"/>
                  </a:moveTo>
                  <a:lnTo>
                    <a:pt x="2400300" y="0"/>
                  </a:lnTo>
                  <a:lnTo>
                    <a:pt x="2400300" y="9525"/>
                  </a:lnTo>
                  <a:lnTo>
                    <a:pt x="2409825" y="9525"/>
                  </a:lnTo>
                  <a:lnTo>
                    <a:pt x="2409825" y="0"/>
                  </a:lnTo>
                  <a:close/>
                </a:path>
                <a:path w="4010025" h="9525">
                  <a:moveTo>
                    <a:pt x="2466975" y="0"/>
                  </a:moveTo>
                  <a:lnTo>
                    <a:pt x="2457450" y="0"/>
                  </a:lnTo>
                  <a:lnTo>
                    <a:pt x="2457450" y="9525"/>
                  </a:lnTo>
                  <a:lnTo>
                    <a:pt x="2466975" y="9525"/>
                  </a:lnTo>
                  <a:lnTo>
                    <a:pt x="2466975" y="0"/>
                  </a:lnTo>
                  <a:close/>
                </a:path>
                <a:path w="4010025" h="9525">
                  <a:moveTo>
                    <a:pt x="2524125" y="0"/>
                  </a:moveTo>
                  <a:lnTo>
                    <a:pt x="2514600" y="0"/>
                  </a:lnTo>
                  <a:lnTo>
                    <a:pt x="2514600" y="9525"/>
                  </a:lnTo>
                  <a:lnTo>
                    <a:pt x="2524125" y="9525"/>
                  </a:lnTo>
                  <a:lnTo>
                    <a:pt x="2524125" y="0"/>
                  </a:lnTo>
                  <a:close/>
                </a:path>
                <a:path w="4010025" h="9525">
                  <a:moveTo>
                    <a:pt x="2581275" y="0"/>
                  </a:moveTo>
                  <a:lnTo>
                    <a:pt x="2571750" y="0"/>
                  </a:lnTo>
                  <a:lnTo>
                    <a:pt x="2571750" y="9525"/>
                  </a:lnTo>
                  <a:lnTo>
                    <a:pt x="2581275" y="9525"/>
                  </a:lnTo>
                  <a:lnTo>
                    <a:pt x="2581275" y="0"/>
                  </a:lnTo>
                  <a:close/>
                </a:path>
                <a:path w="4010025" h="9525">
                  <a:moveTo>
                    <a:pt x="2638425" y="0"/>
                  </a:moveTo>
                  <a:lnTo>
                    <a:pt x="2628900" y="0"/>
                  </a:lnTo>
                  <a:lnTo>
                    <a:pt x="2628900" y="9525"/>
                  </a:lnTo>
                  <a:lnTo>
                    <a:pt x="2638425" y="9525"/>
                  </a:lnTo>
                  <a:lnTo>
                    <a:pt x="2638425" y="0"/>
                  </a:lnTo>
                  <a:close/>
                </a:path>
                <a:path w="4010025" h="9525">
                  <a:moveTo>
                    <a:pt x="2695575" y="0"/>
                  </a:moveTo>
                  <a:lnTo>
                    <a:pt x="2686050" y="0"/>
                  </a:lnTo>
                  <a:lnTo>
                    <a:pt x="2686050" y="9525"/>
                  </a:lnTo>
                  <a:lnTo>
                    <a:pt x="2695575" y="9525"/>
                  </a:lnTo>
                  <a:lnTo>
                    <a:pt x="2695575" y="0"/>
                  </a:lnTo>
                  <a:close/>
                </a:path>
                <a:path w="4010025" h="9525">
                  <a:moveTo>
                    <a:pt x="2752725" y="0"/>
                  </a:moveTo>
                  <a:lnTo>
                    <a:pt x="2743200" y="0"/>
                  </a:lnTo>
                  <a:lnTo>
                    <a:pt x="2743200" y="9525"/>
                  </a:lnTo>
                  <a:lnTo>
                    <a:pt x="2752725" y="9525"/>
                  </a:lnTo>
                  <a:lnTo>
                    <a:pt x="2752725" y="0"/>
                  </a:lnTo>
                  <a:close/>
                </a:path>
                <a:path w="4010025" h="9525">
                  <a:moveTo>
                    <a:pt x="2809875" y="0"/>
                  </a:moveTo>
                  <a:lnTo>
                    <a:pt x="2800350" y="0"/>
                  </a:lnTo>
                  <a:lnTo>
                    <a:pt x="2800350" y="9525"/>
                  </a:lnTo>
                  <a:lnTo>
                    <a:pt x="2809875" y="9525"/>
                  </a:lnTo>
                  <a:lnTo>
                    <a:pt x="2809875" y="0"/>
                  </a:lnTo>
                  <a:close/>
                </a:path>
                <a:path w="4010025" h="9525">
                  <a:moveTo>
                    <a:pt x="2867025" y="0"/>
                  </a:moveTo>
                  <a:lnTo>
                    <a:pt x="2857500" y="0"/>
                  </a:lnTo>
                  <a:lnTo>
                    <a:pt x="2857500" y="9525"/>
                  </a:lnTo>
                  <a:lnTo>
                    <a:pt x="2867025" y="9525"/>
                  </a:lnTo>
                  <a:lnTo>
                    <a:pt x="2867025" y="0"/>
                  </a:lnTo>
                  <a:close/>
                </a:path>
                <a:path w="4010025" h="9525">
                  <a:moveTo>
                    <a:pt x="2924175" y="0"/>
                  </a:moveTo>
                  <a:lnTo>
                    <a:pt x="2914650" y="0"/>
                  </a:lnTo>
                  <a:lnTo>
                    <a:pt x="2914650" y="9525"/>
                  </a:lnTo>
                  <a:lnTo>
                    <a:pt x="2924175" y="9525"/>
                  </a:lnTo>
                  <a:lnTo>
                    <a:pt x="2924175" y="0"/>
                  </a:lnTo>
                  <a:close/>
                </a:path>
                <a:path w="4010025" h="9525">
                  <a:moveTo>
                    <a:pt x="2981325" y="0"/>
                  </a:moveTo>
                  <a:lnTo>
                    <a:pt x="2971800" y="0"/>
                  </a:lnTo>
                  <a:lnTo>
                    <a:pt x="2971800" y="9525"/>
                  </a:lnTo>
                  <a:lnTo>
                    <a:pt x="2981325" y="9525"/>
                  </a:lnTo>
                  <a:lnTo>
                    <a:pt x="2981325" y="0"/>
                  </a:lnTo>
                  <a:close/>
                </a:path>
                <a:path w="4010025" h="9525">
                  <a:moveTo>
                    <a:pt x="3038475" y="0"/>
                  </a:moveTo>
                  <a:lnTo>
                    <a:pt x="3028950" y="0"/>
                  </a:lnTo>
                  <a:lnTo>
                    <a:pt x="3028950" y="9525"/>
                  </a:lnTo>
                  <a:lnTo>
                    <a:pt x="3038475" y="9525"/>
                  </a:lnTo>
                  <a:lnTo>
                    <a:pt x="3038475" y="0"/>
                  </a:lnTo>
                  <a:close/>
                </a:path>
                <a:path w="4010025" h="9525">
                  <a:moveTo>
                    <a:pt x="3095625" y="0"/>
                  </a:moveTo>
                  <a:lnTo>
                    <a:pt x="3086100" y="0"/>
                  </a:lnTo>
                  <a:lnTo>
                    <a:pt x="3086100" y="9525"/>
                  </a:lnTo>
                  <a:lnTo>
                    <a:pt x="3095625" y="9525"/>
                  </a:lnTo>
                  <a:lnTo>
                    <a:pt x="3095625" y="0"/>
                  </a:lnTo>
                  <a:close/>
                </a:path>
                <a:path w="4010025" h="9525">
                  <a:moveTo>
                    <a:pt x="3152775" y="0"/>
                  </a:moveTo>
                  <a:lnTo>
                    <a:pt x="3143250" y="0"/>
                  </a:lnTo>
                  <a:lnTo>
                    <a:pt x="3143250" y="9525"/>
                  </a:lnTo>
                  <a:lnTo>
                    <a:pt x="3152775" y="9525"/>
                  </a:lnTo>
                  <a:lnTo>
                    <a:pt x="3152775" y="0"/>
                  </a:lnTo>
                  <a:close/>
                </a:path>
                <a:path w="4010025" h="9525">
                  <a:moveTo>
                    <a:pt x="3209925" y="0"/>
                  </a:moveTo>
                  <a:lnTo>
                    <a:pt x="3200400" y="0"/>
                  </a:lnTo>
                  <a:lnTo>
                    <a:pt x="3200400" y="9525"/>
                  </a:lnTo>
                  <a:lnTo>
                    <a:pt x="3209925" y="9525"/>
                  </a:lnTo>
                  <a:lnTo>
                    <a:pt x="3209925" y="0"/>
                  </a:lnTo>
                  <a:close/>
                </a:path>
                <a:path w="4010025" h="9525">
                  <a:moveTo>
                    <a:pt x="3267075" y="0"/>
                  </a:moveTo>
                  <a:lnTo>
                    <a:pt x="3257550" y="0"/>
                  </a:lnTo>
                  <a:lnTo>
                    <a:pt x="3257550" y="9525"/>
                  </a:lnTo>
                  <a:lnTo>
                    <a:pt x="3267075" y="9525"/>
                  </a:lnTo>
                  <a:lnTo>
                    <a:pt x="3267075" y="0"/>
                  </a:lnTo>
                  <a:close/>
                </a:path>
                <a:path w="4010025" h="9525">
                  <a:moveTo>
                    <a:pt x="3324225" y="0"/>
                  </a:moveTo>
                  <a:lnTo>
                    <a:pt x="3314700" y="0"/>
                  </a:lnTo>
                  <a:lnTo>
                    <a:pt x="3314700" y="9525"/>
                  </a:lnTo>
                  <a:lnTo>
                    <a:pt x="3324225" y="9525"/>
                  </a:lnTo>
                  <a:lnTo>
                    <a:pt x="3324225" y="0"/>
                  </a:lnTo>
                  <a:close/>
                </a:path>
                <a:path w="4010025" h="9525">
                  <a:moveTo>
                    <a:pt x="3381375" y="0"/>
                  </a:moveTo>
                  <a:lnTo>
                    <a:pt x="3371850" y="0"/>
                  </a:lnTo>
                  <a:lnTo>
                    <a:pt x="3371850" y="9525"/>
                  </a:lnTo>
                  <a:lnTo>
                    <a:pt x="3381375" y="9525"/>
                  </a:lnTo>
                  <a:lnTo>
                    <a:pt x="3381375" y="0"/>
                  </a:lnTo>
                  <a:close/>
                </a:path>
                <a:path w="4010025" h="9525">
                  <a:moveTo>
                    <a:pt x="3438525" y="0"/>
                  </a:moveTo>
                  <a:lnTo>
                    <a:pt x="3429000" y="0"/>
                  </a:lnTo>
                  <a:lnTo>
                    <a:pt x="3429000" y="9525"/>
                  </a:lnTo>
                  <a:lnTo>
                    <a:pt x="3438525" y="9525"/>
                  </a:lnTo>
                  <a:lnTo>
                    <a:pt x="3438525" y="0"/>
                  </a:lnTo>
                  <a:close/>
                </a:path>
                <a:path w="4010025" h="9525">
                  <a:moveTo>
                    <a:pt x="3495675" y="0"/>
                  </a:moveTo>
                  <a:lnTo>
                    <a:pt x="3486150" y="0"/>
                  </a:lnTo>
                  <a:lnTo>
                    <a:pt x="3486150" y="9525"/>
                  </a:lnTo>
                  <a:lnTo>
                    <a:pt x="3495675" y="9525"/>
                  </a:lnTo>
                  <a:lnTo>
                    <a:pt x="3495675" y="0"/>
                  </a:lnTo>
                  <a:close/>
                </a:path>
                <a:path w="4010025" h="9525">
                  <a:moveTo>
                    <a:pt x="3552825" y="0"/>
                  </a:moveTo>
                  <a:lnTo>
                    <a:pt x="3543300" y="0"/>
                  </a:lnTo>
                  <a:lnTo>
                    <a:pt x="3543300" y="9525"/>
                  </a:lnTo>
                  <a:lnTo>
                    <a:pt x="3552825" y="9525"/>
                  </a:lnTo>
                  <a:lnTo>
                    <a:pt x="3552825" y="0"/>
                  </a:lnTo>
                  <a:close/>
                </a:path>
                <a:path w="4010025" h="9525">
                  <a:moveTo>
                    <a:pt x="3609975" y="0"/>
                  </a:moveTo>
                  <a:lnTo>
                    <a:pt x="3600450" y="0"/>
                  </a:lnTo>
                  <a:lnTo>
                    <a:pt x="3600450" y="9525"/>
                  </a:lnTo>
                  <a:lnTo>
                    <a:pt x="3609975" y="9525"/>
                  </a:lnTo>
                  <a:lnTo>
                    <a:pt x="3609975" y="0"/>
                  </a:lnTo>
                  <a:close/>
                </a:path>
                <a:path w="4010025" h="9525">
                  <a:moveTo>
                    <a:pt x="3667125" y="0"/>
                  </a:moveTo>
                  <a:lnTo>
                    <a:pt x="3657600" y="0"/>
                  </a:lnTo>
                  <a:lnTo>
                    <a:pt x="3657600" y="9525"/>
                  </a:lnTo>
                  <a:lnTo>
                    <a:pt x="3667125" y="9525"/>
                  </a:lnTo>
                  <a:lnTo>
                    <a:pt x="3667125" y="0"/>
                  </a:lnTo>
                  <a:close/>
                </a:path>
                <a:path w="4010025" h="9525">
                  <a:moveTo>
                    <a:pt x="3724275" y="0"/>
                  </a:moveTo>
                  <a:lnTo>
                    <a:pt x="3714750" y="0"/>
                  </a:lnTo>
                  <a:lnTo>
                    <a:pt x="3714750" y="9525"/>
                  </a:lnTo>
                  <a:lnTo>
                    <a:pt x="3724275" y="9525"/>
                  </a:lnTo>
                  <a:lnTo>
                    <a:pt x="3724275" y="0"/>
                  </a:lnTo>
                  <a:close/>
                </a:path>
                <a:path w="4010025" h="9525">
                  <a:moveTo>
                    <a:pt x="3781425" y="0"/>
                  </a:moveTo>
                  <a:lnTo>
                    <a:pt x="3771900" y="0"/>
                  </a:lnTo>
                  <a:lnTo>
                    <a:pt x="3771900" y="9525"/>
                  </a:lnTo>
                  <a:lnTo>
                    <a:pt x="3781425" y="9525"/>
                  </a:lnTo>
                  <a:lnTo>
                    <a:pt x="3781425" y="0"/>
                  </a:lnTo>
                  <a:close/>
                </a:path>
                <a:path w="4010025" h="9525">
                  <a:moveTo>
                    <a:pt x="3838575" y="0"/>
                  </a:moveTo>
                  <a:lnTo>
                    <a:pt x="3829050" y="0"/>
                  </a:lnTo>
                  <a:lnTo>
                    <a:pt x="3829050" y="9525"/>
                  </a:lnTo>
                  <a:lnTo>
                    <a:pt x="3838575" y="9525"/>
                  </a:lnTo>
                  <a:lnTo>
                    <a:pt x="3838575" y="0"/>
                  </a:lnTo>
                  <a:close/>
                </a:path>
                <a:path w="4010025" h="9525">
                  <a:moveTo>
                    <a:pt x="3895725" y="0"/>
                  </a:moveTo>
                  <a:lnTo>
                    <a:pt x="3886200" y="0"/>
                  </a:lnTo>
                  <a:lnTo>
                    <a:pt x="3886200" y="9525"/>
                  </a:lnTo>
                  <a:lnTo>
                    <a:pt x="3895725" y="9525"/>
                  </a:lnTo>
                  <a:lnTo>
                    <a:pt x="3895725" y="0"/>
                  </a:lnTo>
                  <a:close/>
                </a:path>
                <a:path w="4010025" h="9525">
                  <a:moveTo>
                    <a:pt x="3952875" y="0"/>
                  </a:moveTo>
                  <a:lnTo>
                    <a:pt x="3943350" y="0"/>
                  </a:lnTo>
                  <a:lnTo>
                    <a:pt x="3943350" y="9525"/>
                  </a:lnTo>
                  <a:lnTo>
                    <a:pt x="3952875" y="9525"/>
                  </a:lnTo>
                  <a:lnTo>
                    <a:pt x="3952875" y="0"/>
                  </a:lnTo>
                  <a:close/>
                </a:path>
                <a:path w="4010025" h="9525">
                  <a:moveTo>
                    <a:pt x="4010025" y="0"/>
                  </a:moveTo>
                  <a:lnTo>
                    <a:pt x="4000500" y="0"/>
                  </a:lnTo>
                  <a:lnTo>
                    <a:pt x="4000500" y="9525"/>
                  </a:lnTo>
                  <a:lnTo>
                    <a:pt x="4010025" y="9525"/>
                  </a:lnTo>
                  <a:lnTo>
                    <a:pt x="4010025" y="0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344025" y="819162"/>
              <a:ext cx="3038475" cy="9525"/>
            </a:xfrm>
            <a:custGeom>
              <a:avLst/>
              <a:gdLst/>
              <a:ahLst/>
              <a:cxnLst/>
              <a:rect l="l" t="t" r="r" b="b"/>
              <a:pathLst>
                <a:path w="3038475" h="9525">
                  <a:moveTo>
                    <a:pt x="95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  <a:path w="3038475" h="9525">
                  <a:moveTo>
                    <a:pt x="66675" y="0"/>
                  </a:moveTo>
                  <a:lnTo>
                    <a:pt x="57150" y="0"/>
                  </a:lnTo>
                  <a:lnTo>
                    <a:pt x="57150" y="9525"/>
                  </a:lnTo>
                  <a:lnTo>
                    <a:pt x="66675" y="9525"/>
                  </a:lnTo>
                  <a:lnTo>
                    <a:pt x="66675" y="0"/>
                  </a:lnTo>
                  <a:close/>
                </a:path>
                <a:path w="3038475" h="9525">
                  <a:moveTo>
                    <a:pt x="123825" y="0"/>
                  </a:moveTo>
                  <a:lnTo>
                    <a:pt x="114300" y="0"/>
                  </a:lnTo>
                  <a:lnTo>
                    <a:pt x="114300" y="9525"/>
                  </a:lnTo>
                  <a:lnTo>
                    <a:pt x="123825" y="9525"/>
                  </a:lnTo>
                  <a:lnTo>
                    <a:pt x="123825" y="0"/>
                  </a:lnTo>
                  <a:close/>
                </a:path>
                <a:path w="3038475" h="9525">
                  <a:moveTo>
                    <a:pt x="180975" y="0"/>
                  </a:moveTo>
                  <a:lnTo>
                    <a:pt x="171450" y="0"/>
                  </a:lnTo>
                  <a:lnTo>
                    <a:pt x="171450" y="9525"/>
                  </a:lnTo>
                  <a:lnTo>
                    <a:pt x="180975" y="9525"/>
                  </a:lnTo>
                  <a:lnTo>
                    <a:pt x="180975" y="0"/>
                  </a:lnTo>
                  <a:close/>
                </a:path>
                <a:path w="3038475" h="9525">
                  <a:moveTo>
                    <a:pt x="238125" y="0"/>
                  </a:moveTo>
                  <a:lnTo>
                    <a:pt x="228600" y="0"/>
                  </a:lnTo>
                  <a:lnTo>
                    <a:pt x="228600" y="9525"/>
                  </a:lnTo>
                  <a:lnTo>
                    <a:pt x="238125" y="9525"/>
                  </a:lnTo>
                  <a:lnTo>
                    <a:pt x="238125" y="0"/>
                  </a:lnTo>
                  <a:close/>
                </a:path>
                <a:path w="3038475" h="9525">
                  <a:moveTo>
                    <a:pt x="295275" y="0"/>
                  </a:moveTo>
                  <a:lnTo>
                    <a:pt x="285750" y="0"/>
                  </a:lnTo>
                  <a:lnTo>
                    <a:pt x="285750" y="9525"/>
                  </a:lnTo>
                  <a:lnTo>
                    <a:pt x="295275" y="9525"/>
                  </a:lnTo>
                  <a:lnTo>
                    <a:pt x="295275" y="0"/>
                  </a:lnTo>
                  <a:close/>
                </a:path>
                <a:path w="3038475" h="9525">
                  <a:moveTo>
                    <a:pt x="352425" y="0"/>
                  </a:moveTo>
                  <a:lnTo>
                    <a:pt x="342900" y="0"/>
                  </a:lnTo>
                  <a:lnTo>
                    <a:pt x="342900" y="9525"/>
                  </a:lnTo>
                  <a:lnTo>
                    <a:pt x="352425" y="9525"/>
                  </a:lnTo>
                  <a:lnTo>
                    <a:pt x="352425" y="0"/>
                  </a:lnTo>
                  <a:close/>
                </a:path>
                <a:path w="3038475" h="9525">
                  <a:moveTo>
                    <a:pt x="409575" y="0"/>
                  </a:moveTo>
                  <a:lnTo>
                    <a:pt x="400050" y="0"/>
                  </a:lnTo>
                  <a:lnTo>
                    <a:pt x="400050" y="9525"/>
                  </a:lnTo>
                  <a:lnTo>
                    <a:pt x="409575" y="9525"/>
                  </a:lnTo>
                  <a:lnTo>
                    <a:pt x="409575" y="0"/>
                  </a:lnTo>
                  <a:close/>
                </a:path>
                <a:path w="3038475" h="9525">
                  <a:moveTo>
                    <a:pt x="466725" y="0"/>
                  </a:moveTo>
                  <a:lnTo>
                    <a:pt x="457200" y="0"/>
                  </a:lnTo>
                  <a:lnTo>
                    <a:pt x="457200" y="9525"/>
                  </a:lnTo>
                  <a:lnTo>
                    <a:pt x="466725" y="9525"/>
                  </a:lnTo>
                  <a:lnTo>
                    <a:pt x="466725" y="0"/>
                  </a:lnTo>
                  <a:close/>
                </a:path>
                <a:path w="3038475" h="9525">
                  <a:moveTo>
                    <a:pt x="523875" y="0"/>
                  </a:moveTo>
                  <a:lnTo>
                    <a:pt x="514350" y="0"/>
                  </a:lnTo>
                  <a:lnTo>
                    <a:pt x="514350" y="9525"/>
                  </a:lnTo>
                  <a:lnTo>
                    <a:pt x="523875" y="9525"/>
                  </a:lnTo>
                  <a:lnTo>
                    <a:pt x="523875" y="0"/>
                  </a:lnTo>
                  <a:close/>
                </a:path>
                <a:path w="3038475" h="9525">
                  <a:moveTo>
                    <a:pt x="581025" y="0"/>
                  </a:moveTo>
                  <a:lnTo>
                    <a:pt x="571500" y="0"/>
                  </a:lnTo>
                  <a:lnTo>
                    <a:pt x="571500" y="9525"/>
                  </a:lnTo>
                  <a:lnTo>
                    <a:pt x="581025" y="9525"/>
                  </a:lnTo>
                  <a:lnTo>
                    <a:pt x="581025" y="0"/>
                  </a:lnTo>
                  <a:close/>
                </a:path>
                <a:path w="3038475" h="9525">
                  <a:moveTo>
                    <a:pt x="638175" y="0"/>
                  </a:moveTo>
                  <a:lnTo>
                    <a:pt x="628650" y="0"/>
                  </a:lnTo>
                  <a:lnTo>
                    <a:pt x="628650" y="9525"/>
                  </a:lnTo>
                  <a:lnTo>
                    <a:pt x="638175" y="9525"/>
                  </a:lnTo>
                  <a:lnTo>
                    <a:pt x="638175" y="0"/>
                  </a:lnTo>
                  <a:close/>
                </a:path>
                <a:path w="3038475" h="9525">
                  <a:moveTo>
                    <a:pt x="695325" y="0"/>
                  </a:moveTo>
                  <a:lnTo>
                    <a:pt x="685800" y="0"/>
                  </a:lnTo>
                  <a:lnTo>
                    <a:pt x="685800" y="9525"/>
                  </a:lnTo>
                  <a:lnTo>
                    <a:pt x="695325" y="9525"/>
                  </a:lnTo>
                  <a:lnTo>
                    <a:pt x="695325" y="0"/>
                  </a:lnTo>
                  <a:close/>
                </a:path>
                <a:path w="3038475" h="9525">
                  <a:moveTo>
                    <a:pt x="752475" y="0"/>
                  </a:moveTo>
                  <a:lnTo>
                    <a:pt x="742950" y="0"/>
                  </a:lnTo>
                  <a:lnTo>
                    <a:pt x="742950" y="9525"/>
                  </a:lnTo>
                  <a:lnTo>
                    <a:pt x="752475" y="9525"/>
                  </a:lnTo>
                  <a:lnTo>
                    <a:pt x="752475" y="0"/>
                  </a:lnTo>
                  <a:close/>
                </a:path>
                <a:path w="3038475" h="9525">
                  <a:moveTo>
                    <a:pt x="809625" y="0"/>
                  </a:moveTo>
                  <a:lnTo>
                    <a:pt x="800100" y="0"/>
                  </a:lnTo>
                  <a:lnTo>
                    <a:pt x="800100" y="9525"/>
                  </a:lnTo>
                  <a:lnTo>
                    <a:pt x="809625" y="9525"/>
                  </a:lnTo>
                  <a:lnTo>
                    <a:pt x="809625" y="0"/>
                  </a:lnTo>
                  <a:close/>
                </a:path>
                <a:path w="3038475" h="9525">
                  <a:moveTo>
                    <a:pt x="866775" y="0"/>
                  </a:moveTo>
                  <a:lnTo>
                    <a:pt x="857250" y="0"/>
                  </a:lnTo>
                  <a:lnTo>
                    <a:pt x="857250" y="9525"/>
                  </a:lnTo>
                  <a:lnTo>
                    <a:pt x="866775" y="9525"/>
                  </a:lnTo>
                  <a:lnTo>
                    <a:pt x="866775" y="0"/>
                  </a:lnTo>
                  <a:close/>
                </a:path>
                <a:path w="3038475" h="9525">
                  <a:moveTo>
                    <a:pt x="923925" y="0"/>
                  </a:moveTo>
                  <a:lnTo>
                    <a:pt x="914400" y="0"/>
                  </a:lnTo>
                  <a:lnTo>
                    <a:pt x="914400" y="9525"/>
                  </a:lnTo>
                  <a:lnTo>
                    <a:pt x="923925" y="9525"/>
                  </a:lnTo>
                  <a:lnTo>
                    <a:pt x="923925" y="0"/>
                  </a:lnTo>
                  <a:close/>
                </a:path>
                <a:path w="3038475" h="9525">
                  <a:moveTo>
                    <a:pt x="981075" y="0"/>
                  </a:moveTo>
                  <a:lnTo>
                    <a:pt x="971550" y="0"/>
                  </a:lnTo>
                  <a:lnTo>
                    <a:pt x="971550" y="9525"/>
                  </a:lnTo>
                  <a:lnTo>
                    <a:pt x="981075" y="9525"/>
                  </a:lnTo>
                  <a:lnTo>
                    <a:pt x="981075" y="0"/>
                  </a:lnTo>
                  <a:close/>
                </a:path>
                <a:path w="3038475" h="9525">
                  <a:moveTo>
                    <a:pt x="1038225" y="0"/>
                  </a:moveTo>
                  <a:lnTo>
                    <a:pt x="1028700" y="0"/>
                  </a:lnTo>
                  <a:lnTo>
                    <a:pt x="1028700" y="9525"/>
                  </a:lnTo>
                  <a:lnTo>
                    <a:pt x="1038225" y="9525"/>
                  </a:lnTo>
                  <a:lnTo>
                    <a:pt x="1038225" y="0"/>
                  </a:lnTo>
                  <a:close/>
                </a:path>
                <a:path w="3038475" h="9525">
                  <a:moveTo>
                    <a:pt x="1095375" y="0"/>
                  </a:moveTo>
                  <a:lnTo>
                    <a:pt x="1085850" y="0"/>
                  </a:lnTo>
                  <a:lnTo>
                    <a:pt x="1085850" y="9525"/>
                  </a:lnTo>
                  <a:lnTo>
                    <a:pt x="1095375" y="9525"/>
                  </a:lnTo>
                  <a:lnTo>
                    <a:pt x="1095375" y="0"/>
                  </a:lnTo>
                  <a:close/>
                </a:path>
                <a:path w="3038475" h="9525">
                  <a:moveTo>
                    <a:pt x="1152525" y="0"/>
                  </a:moveTo>
                  <a:lnTo>
                    <a:pt x="1143000" y="0"/>
                  </a:lnTo>
                  <a:lnTo>
                    <a:pt x="1143000" y="9525"/>
                  </a:lnTo>
                  <a:lnTo>
                    <a:pt x="1152525" y="9525"/>
                  </a:lnTo>
                  <a:lnTo>
                    <a:pt x="1152525" y="0"/>
                  </a:lnTo>
                  <a:close/>
                </a:path>
                <a:path w="3038475" h="9525">
                  <a:moveTo>
                    <a:pt x="1209675" y="0"/>
                  </a:moveTo>
                  <a:lnTo>
                    <a:pt x="1200150" y="0"/>
                  </a:lnTo>
                  <a:lnTo>
                    <a:pt x="1200150" y="9525"/>
                  </a:lnTo>
                  <a:lnTo>
                    <a:pt x="1209675" y="9525"/>
                  </a:lnTo>
                  <a:lnTo>
                    <a:pt x="1209675" y="0"/>
                  </a:lnTo>
                  <a:close/>
                </a:path>
                <a:path w="3038475" h="9525">
                  <a:moveTo>
                    <a:pt x="1266825" y="0"/>
                  </a:moveTo>
                  <a:lnTo>
                    <a:pt x="1257300" y="0"/>
                  </a:lnTo>
                  <a:lnTo>
                    <a:pt x="1257300" y="9525"/>
                  </a:lnTo>
                  <a:lnTo>
                    <a:pt x="1266825" y="9525"/>
                  </a:lnTo>
                  <a:lnTo>
                    <a:pt x="1266825" y="0"/>
                  </a:lnTo>
                  <a:close/>
                </a:path>
                <a:path w="3038475" h="9525">
                  <a:moveTo>
                    <a:pt x="1323975" y="0"/>
                  </a:moveTo>
                  <a:lnTo>
                    <a:pt x="1314450" y="0"/>
                  </a:lnTo>
                  <a:lnTo>
                    <a:pt x="1314450" y="9525"/>
                  </a:lnTo>
                  <a:lnTo>
                    <a:pt x="1323975" y="9525"/>
                  </a:lnTo>
                  <a:lnTo>
                    <a:pt x="1323975" y="0"/>
                  </a:lnTo>
                  <a:close/>
                </a:path>
                <a:path w="3038475" h="9525">
                  <a:moveTo>
                    <a:pt x="1381125" y="0"/>
                  </a:moveTo>
                  <a:lnTo>
                    <a:pt x="1371600" y="0"/>
                  </a:lnTo>
                  <a:lnTo>
                    <a:pt x="1371600" y="9525"/>
                  </a:lnTo>
                  <a:lnTo>
                    <a:pt x="1381125" y="9525"/>
                  </a:lnTo>
                  <a:lnTo>
                    <a:pt x="1381125" y="0"/>
                  </a:lnTo>
                  <a:close/>
                </a:path>
                <a:path w="3038475" h="9525">
                  <a:moveTo>
                    <a:pt x="1438275" y="0"/>
                  </a:moveTo>
                  <a:lnTo>
                    <a:pt x="1428750" y="0"/>
                  </a:lnTo>
                  <a:lnTo>
                    <a:pt x="1428750" y="9525"/>
                  </a:lnTo>
                  <a:lnTo>
                    <a:pt x="1438275" y="9525"/>
                  </a:lnTo>
                  <a:lnTo>
                    <a:pt x="1438275" y="0"/>
                  </a:lnTo>
                  <a:close/>
                </a:path>
                <a:path w="3038475" h="9525">
                  <a:moveTo>
                    <a:pt x="1495425" y="0"/>
                  </a:moveTo>
                  <a:lnTo>
                    <a:pt x="1485900" y="0"/>
                  </a:lnTo>
                  <a:lnTo>
                    <a:pt x="1485900" y="9525"/>
                  </a:lnTo>
                  <a:lnTo>
                    <a:pt x="1495425" y="9525"/>
                  </a:lnTo>
                  <a:lnTo>
                    <a:pt x="1495425" y="0"/>
                  </a:lnTo>
                  <a:close/>
                </a:path>
                <a:path w="3038475" h="9525">
                  <a:moveTo>
                    <a:pt x="1552575" y="0"/>
                  </a:moveTo>
                  <a:lnTo>
                    <a:pt x="1543050" y="0"/>
                  </a:lnTo>
                  <a:lnTo>
                    <a:pt x="1543050" y="9525"/>
                  </a:lnTo>
                  <a:lnTo>
                    <a:pt x="1552575" y="9525"/>
                  </a:lnTo>
                  <a:lnTo>
                    <a:pt x="1552575" y="0"/>
                  </a:lnTo>
                  <a:close/>
                </a:path>
                <a:path w="3038475" h="9525">
                  <a:moveTo>
                    <a:pt x="1609725" y="0"/>
                  </a:moveTo>
                  <a:lnTo>
                    <a:pt x="1600200" y="0"/>
                  </a:lnTo>
                  <a:lnTo>
                    <a:pt x="1600200" y="9525"/>
                  </a:lnTo>
                  <a:lnTo>
                    <a:pt x="1609725" y="9525"/>
                  </a:lnTo>
                  <a:lnTo>
                    <a:pt x="1609725" y="0"/>
                  </a:lnTo>
                  <a:close/>
                </a:path>
                <a:path w="3038475" h="9525">
                  <a:moveTo>
                    <a:pt x="1666875" y="0"/>
                  </a:moveTo>
                  <a:lnTo>
                    <a:pt x="1657350" y="0"/>
                  </a:lnTo>
                  <a:lnTo>
                    <a:pt x="1657350" y="9525"/>
                  </a:lnTo>
                  <a:lnTo>
                    <a:pt x="1666875" y="9525"/>
                  </a:lnTo>
                  <a:lnTo>
                    <a:pt x="1666875" y="0"/>
                  </a:lnTo>
                  <a:close/>
                </a:path>
                <a:path w="3038475" h="9525">
                  <a:moveTo>
                    <a:pt x="1724025" y="0"/>
                  </a:moveTo>
                  <a:lnTo>
                    <a:pt x="1714500" y="0"/>
                  </a:lnTo>
                  <a:lnTo>
                    <a:pt x="1714500" y="9525"/>
                  </a:lnTo>
                  <a:lnTo>
                    <a:pt x="1724025" y="9525"/>
                  </a:lnTo>
                  <a:lnTo>
                    <a:pt x="1724025" y="0"/>
                  </a:lnTo>
                  <a:close/>
                </a:path>
                <a:path w="3038475" h="9525">
                  <a:moveTo>
                    <a:pt x="1781175" y="0"/>
                  </a:moveTo>
                  <a:lnTo>
                    <a:pt x="1771650" y="0"/>
                  </a:lnTo>
                  <a:lnTo>
                    <a:pt x="1771650" y="9525"/>
                  </a:lnTo>
                  <a:lnTo>
                    <a:pt x="1781175" y="9525"/>
                  </a:lnTo>
                  <a:lnTo>
                    <a:pt x="1781175" y="0"/>
                  </a:lnTo>
                  <a:close/>
                </a:path>
                <a:path w="3038475" h="9525">
                  <a:moveTo>
                    <a:pt x="1838325" y="0"/>
                  </a:moveTo>
                  <a:lnTo>
                    <a:pt x="1828800" y="0"/>
                  </a:lnTo>
                  <a:lnTo>
                    <a:pt x="1828800" y="9525"/>
                  </a:lnTo>
                  <a:lnTo>
                    <a:pt x="1838325" y="9525"/>
                  </a:lnTo>
                  <a:lnTo>
                    <a:pt x="1838325" y="0"/>
                  </a:lnTo>
                  <a:close/>
                </a:path>
                <a:path w="3038475" h="9525">
                  <a:moveTo>
                    <a:pt x="1895475" y="0"/>
                  </a:moveTo>
                  <a:lnTo>
                    <a:pt x="1885950" y="0"/>
                  </a:lnTo>
                  <a:lnTo>
                    <a:pt x="1885950" y="9525"/>
                  </a:lnTo>
                  <a:lnTo>
                    <a:pt x="1895475" y="9525"/>
                  </a:lnTo>
                  <a:lnTo>
                    <a:pt x="1895475" y="0"/>
                  </a:lnTo>
                  <a:close/>
                </a:path>
                <a:path w="3038475" h="9525">
                  <a:moveTo>
                    <a:pt x="1952625" y="0"/>
                  </a:moveTo>
                  <a:lnTo>
                    <a:pt x="1943100" y="0"/>
                  </a:lnTo>
                  <a:lnTo>
                    <a:pt x="1943100" y="9525"/>
                  </a:lnTo>
                  <a:lnTo>
                    <a:pt x="1952625" y="9525"/>
                  </a:lnTo>
                  <a:lnTo>
                    <a:pt x="1952625" y="0"/>
                  </a:lnTo>
                  <a:close/>
                </a:path>
                <a:path w="3038475" h="9525">
                  <a:moveTo>
                    <a:pt x="2009775" y="0"/>
                  </a:moveTo>
                  <a:lnTo>
                    <a:pt x="2000250" y="0"/>
                  </a:lnTo>
                  <a:lnTo>
                    <a:pt x="2000250" y="9525"/>
                  </a:lnTo>
                  <a:lnTo>
                    <a:pt x="2009775" y="9525"/>
                  </a:lnTo>
                  <a:lnTo>
                    <a:pt x="2009775" y="0"/>
                  </a:lnTo>
                  <a:close/>
                </a:path>
                <a:path w="3038475" h="9525">
                  <a:moveTo>
                    <a:pt x="2066925" y="0"/>
                  </a:moveTo>
                  <a:lnTo>
                    <a:pt x="2057400" y="0"/>
                  </a:lnTo>
                  <a:lnTo>
                    <a:pt x="2057400" y="9525"/>
                  </a:lnTo>
                  <a:lnTo>
                    <a:pt x="2066925" y="9525"/>
                  </a:lnTo>
                  <a:lnTo>
                    <a:pt x="2066925" y="0"/>
                  </a:lnTo>
                  <a:close/>
                </a:path>
                <a:path w="3038475" h="9525">
                  <a:moveTo>
                    <a:pt x="2124075" y="0"/>
                  </a:moveTo>
                  <a:lnTo>
                    <a:pt x="2114550" y="0"/>
                  </a:lnTo>
                  <a:lnTo>
                    <a:pt x="2114550" y="9525"/>
                  </a:lnTo>
                  <a:lnTo>
                    <a:pt x="2124075" y="9525"/>
                  </a:lnTo>
                  <a:lnTo>
                    <a:pt x="2124075" y="0"/>
                  </a:lnTo>
                  <a:close/>
                </a:path>
                <a:path w="3038475" h="9525">
                  <a:moveTo>
                    <a:pt x="2181225" y="0"/>
                  </a:moveTo>
                  <a:lnTo>
                    <a:pt x="2171700" y="0"/>
                  </a:lnTo>
                  <a:lnTo>
                    <a:pt x="2171700" y="9525"/>
                  </a:lnTo>
                  <a:lnTo>
                    <a:pt x="2181225" y="9525"/>
                  </a:lnTo>
                  <a:lnTo>
                    <a:pt x="2181225" y="0"/>
                  </a:lnTo>
                  <a:close/>
                </a:path>
                <a:path w="3038475" h="9525">
                  <a:moveTo>
                    <a:pt x="2238375" y="0"/>
                  </a:moveTo>
                  <a:lnTo>
                    <a:pt x="2228850" y="0"/>
                  </a:lnTo>
                  <a:lnTo>
                    <a:pt x="2228850" y="9525"/>
                  </a:lnTo>
                  <a:lnTo>
                    <a:pt x="2238375" y="9525"/>
                  </a:lnTo>
                  <a:lnTo>
                    <a:pt x="2238375" y="0"/>
                  </a:lnTo>
                  <a:close/>
                </a:path>
                <a:path w="3038475" h="9525">
                  <a:moveTo>
                    <a:pt x="2295525" y="0"/>
                  </a:moveTo>
                  <a:lnTo>
                    <a:pt x="2286000" y="0"/>
                  </a:lnTo>
                  <a:lnTo>
                    <a:pt x="2286000" y="9525"/>
                  </a:lnTo>
                  <a:lnTo>
                    <a:pt x="2295525" y="9525"/>
                  </a:lnTo>
                  <a:lnTo>
                    <a:pt x="2295525" y="0"/>
                  </a:lnTo>
                  <a:close/>
                </a:path>
                <a:path w="3038475" h="9525">
                  <a:moveTo>
                    <a:pt x="2352675" y="0"/>
                  </a:moveTo>
                  <a:lnTo>
                    <a:pt x="2343150" y="0"/>
                  </a:lnTo>
                  <a:lnTo>
                    <a:pt x="2343150" y="9525"/>
                  </a:lnTo>
                  <a:lnTo>
                    <a:pt x="2352675" y="9525"/>
                  </a:lnTo>
                  <a:lnTo>
                    <a:pt x="2352675" y="0"/>
                  </a:lnTo>
                  <a:close/>
                </a:path>
                <a:path w="3038475" h="9525">
                  <a:moveTo>
                    <a:pt x="2409825" y="0"/>
                  </a:moveTo>
                  <a:lnTo>
                    <a:pt x="2400300" y="0"/>
                  </a:lnTo>
                  <a:lnTo>
                    <a:pt x="2400300" y="9525"/>
                  </a:lnTo>
                  <a:lnTo>
                    <a:pt x="2409825" y="9525"/>
                  </a:lnTo>
                  <a:lnTo>
                    <a:pt x="2409825" y="0"/>
                  </a:lnTo>
                  <a:close/>
                </a:path>
                <a:path w="3038475" h="9525">
                  <a:moveTo>
                    <a:pt x="2466975" y="0"/>
                  </a:moveTo>
                  <a:lnTo>
                    <a:pt x="2457450" y="0"/>
                  </a:lnTo>
                  <a:lnTo>
                    <a:pt x="2457450" y="9525"/>
                  </a:lnTo>
                  <a:lnTo>
                    <a:pt x="2466975" y="9525"/>
                  </a:lnTo>
                  <a:lnTo>
                    <a:pt x="2466975" y="0"/>
                  </a:lnTo>
                  <a:close/>
                </a:path>
                <a:path w="3038475" h="9525">
                  <a:moveTo>
                    <a:pt x="2524125" y="0"/>
                  </a:moveTo>
                  <a:lnTo>
                    <a:pt x="2514600" y="0"/>
                  </a:lnTo>
                  <a:lnTo>
                    <a:pt x="2514600" y="9525"/>
                  </a:lnTo>
                  <a:lnTo>
                    <a:pt x="2524125" y="9525"/>
                  </a:lnTo>
                  <a:lnTo>
                    <a:pt x="2524125" y="0"/>
                  </a:lnTo>
                  <a:close/>
                </a:path>
                <a:path w="3038475" h="9525">
                  <a:moveTo>
                    <a:pt x="2581275" y="0"/>
                  </a:moveTo>
                  <a:lnTo>
                    <a:pt x="2571750" y="0"/>
                  </a:lnTo>
                  <a:lnTo>
                    <a:pt x="2571750" y="9525"/>
                  </a:lnTo>
                  <a:lnTo>
                    <a:pt x="2581275" y="9525"/>
                  </a:lnTo>
                  <a:lnTo>
                    <a:pt x="2581275" y="0"/>
                  </a:lnTo>
                  <a:close/>
                </a:path>
                <a:path w="3038475" h="9525">
                  <a:moveTo>
                    <a:pt x="2638425" y="0"/>
                  </a:moveTo>
                  <a:lnTo>
                    <a:pt x="2628900" y="0"/>
                  </a:lnTo>
                  <a:lnTo>
                    <a:pt x="2628900" y="9525"/>
                  </a:lnTo>
                  <a:lnTo>
                    <a:pt x="2638425" y="9525"/>
                  </a:lnTo>
                  <a:lnTo>
                    <a:pt x="2638425" y="0"/>
                  </a:lnTo>
                  <a:close/>
                </a:path>
                <a:path w="3038475" h="9525">
                  <a:moveTo>
                    <a:pt x="2695575" y="0"/>
                  </a:moveTo>
                  <a:lnTo>
                    <a:pt x="2686050" y="0"/>
                  </a:lnTo>
                  <a:lnTo>
                    <a:pt x="2686050" y="9525"/>
                  </a:lnTo>
                  <a:lnTo>
                    <a:pt x="2695575" y="9525"/>
                  </a:lnTo>
                  <a:lnTo>
                    <a:pt x="2695575" y="0"/>
                  </a:lnTo>
                  <a:close/>
                </a:path>
                <a:path w="3038475" h="9525">
                  <a:moveTo>
                    <a:pt x="2752725" y="0"/>
                  </a:moveTo>
                  <a:lnTo>
                    <a:pt x="2743200" y="0"/>
                  </a:lnTo>
                  <a:lnTo>
                    <a:pt x="2743200" y="9525"/>
                  </a:lnTo>
                  <a:lnTo>
                    <a:pt x="2752725" y="9525"/>
                  </a:lnTo>
                  <a:lnTo>
                    <a:pt x="2752725" y="0"/>
                  </a:lnTo>
                  <a:close/>
                </a:path>
                <a:path w="3038475" h="9525">
                  <a:moveTo>
                    <a:pt x="2809875" y="0"/>
                  </a:moveTo>
                  <a:lnTo>
                    <a:pt x="2800350" y="0"/>
                  </a:lnTo>
                  <a:lnTo>
                    <a:pt x="2800350" y="9525"/>
                  </a:lnTo>
                  <a:lnTo>
                    <a:pt x="2809875" y="9525"/>
                  </a:lnTo>
                  <a:lnTo>
                    <a:pt x="2809875" y="0"/>
                  </a:lnTo>
                  <a:close/>
                </a:path>
                <a:path w="3038475" h="9525">
                  <a:moveTo>
                    <a:pt x="2867025" y="0"/>
                  </a:moveTo>
                  <a:lnTo>
                    <a:pt x="2857500" y="0"/>
                  </a:lnTo>
                  <a:lnTo>
                    <a:pt x="2857500" y="9525"/>
                  </a:lnTo>
                  <a:lnTo>
                    <a:pt x="2867025" y="9525"/>
                  </a:lnTo>
                  <a:lnTo>
                    <a:pt x="2867025" y="0"/>
                  </a:lnTo>
                  <a:close/>
                </a:path>
                <a:path w="3038475" h="9525">
                  <a:moveTo>
                    <a:pt x="2924175" y="0"/>
                  </a:moveTo>
                  <a:lnTo>
                    <a:pt x="2914650" y="0"/>
                  </a:lnTo>
                  <a:lnTo>
                    <a:pt x="2914650" y="9525"/>
                  </a:lnTo>
                  <a:lnTo>
                    <a:pt x="2924175" y="9525"/>
                  </a:lnTo>
                  <a:lnTo>
                    <a:pt x="2924175" y="0"/>
                  </a:lnTo>
                  <a:close/>
                </a:path>
                <a:path w="3038475" h="9525">
                  <a:moveTo>
                    <a:pt x="2981325" y="0"/>
                  </a:moveTo>
                  <a:lnTo>
                    <a:pt x="2971800" y="0"/>
                  </a:lnTo>
                  <a:lnTo>
                    <a:pt x="2971800" y="9525"/>
                  </a:lnTo>
                  <a:lnTo>
                    <a:pt x="2981325" y="9525"/>
                  </a:lnTo>
                  <a:lnTo>
                    <a:pt x="2981325" y="0"/>
                  </a:lnTo>
                  <a:close/>
                </a:path>
                <a:path w="3038475" h="9525">
                  <a:moveTo>
                    <a:pt x="3038475" y="0"/>
                  </a:moveTo>
                  <a:lnTo>
                    <a:pt x="3028950" y="0"/>
                  </a:lnTo>
                  <a:lnTo>
                    <a:pt x="3028950" y="9525"/>
                  </a:lnTo>
                  <a:lnTo>
                    <a:pt x="3038475" y="9525"/>
                  </a:lnTo>
                  <a:lnTo>
                    <a:pt x="3038475" y="0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3560069" y="5057875"/>
            <a:ext cx="21526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20K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560069" y="4375250"/>
            <a:ext cx="21526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40K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560069" y="3692625"/>
            <a:ext cx="21526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60K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560069" y="3010000"/>
            <a:ext cx="21526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80K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498453" y="2327375"/>
            <a:ext cx="27686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100K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498453" y="1644750"/>
            <a:ext cx="27686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120K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847210" y="7070725"/>
            <a:ext cx="5461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65" dirty="0">
                <a:solidFill>
                  <a:srgbClr val="252423"/>
                </a:solidFill>
                <a:latin typeface="Trebuchet MS"/>
                <a:cs typeface="Trebuchet MS"/>
              </a:rPr>
              <a:t>st_name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221346" y="2192412"/>
            <a:ext cx="333425" cy="24892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275"/>
              </a:lnSpc>
            </a:pPr>
            <a:r>
              <a:rPr sz="1200" dirty="0">
                <a:solidFill>
                  <a:srgbClr val="252423"/>
                </a:solidFill>
                <a:latin typeface="Trebuchet MS"/>
                <a:cs typeface="Trebuchet MS"/>
              </a:rPr>
              <a:t>Count</a:t>
            </a:r>
            <a:r>
              <a:rPr sz="1200" spc="-8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252423"/>
                </a:solidFill>
                <a:latin typeface="Trebuchet MS"/>
                <a:cs typeface="Trebuchet MS"/>
              </a:rPr>
              <a:t>of</a:t>
            </a:r>
            <a:r>
              <a:rPr sz="1200" spc="-8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252423"/>
                </a:solidFill>
                <a:latin typeface="Trebuchet MS"/>
                <a:cs typeface="Trebuchet MS"/>
              </a:rPr>
              <a:t>e</a:t>
            </a:r>
            <a:r>
              <a:rPr sz="1200" spc="-15" dirty="0">
                <a:solidFill>
                  <a:srgbClr val="252423"/>
                </a:solidFill>
                <a:latin typeface="Trebuchet MS"/>
                <a:cs typeface="Trebuchet MS"/>
              </a:rPr>
              <a:t>l</a:t>
            </a:r>
            <a:r>
              <a:rPr sz="1200" dirty="0">
                <a:solidFill>
                  <a:srgbClr val="252423"/>
                </a:solidFill>
                <a:latin typeface="Trebuchet MS"/>
                <a:cs typeface="Trebuchet MS"/>
              </a:rPr>
              <a:t>ectors</a:t>
            </a:r>
            <a:r>
              <a:rPr sz="1200" spc="-8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252423"/>
                </a:solidFill>
                <a:latin typeface="Trebuchet MS"/>
                <a:cs typeface="Trebuchet MS"/>
              </a:rPr>
              <a:t>and</a:t>
            </a:r>
            <a:r>
              <a:rPr sz="1200" spc="-8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252423"/>
                </a:solidFill>
                <a:latin typeface="Trebuchet MS"/>
                <a:cs typeface="Trebuchet MS"/>
              </a:rPr>
              <a:t>Count</a:t>
            </a:r>
            <a:r>
              <a:rPr sz="1200" spc="-8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252423"/>
                </a:solidFill>
                <a:latin typeface="Trebuchet MS"/>
                <a:cs typeface="Trebuchet MS"/>
              </a:rPr>
              <a:t>of</a:t>
            </a:r>
            <a:r>
              <a:rPr sz="1200" spc="-8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252423"/>
                </a:solidFill>
                <a:latin typeface="Trebuchet MS"/>
                <a:cs typeface="Trebuchet MS"/>
              </a:rPr>
              <a:t>tot</a:t>
            </a:r>
            <a:r>
              <a:rPr sz="1200" spc="-25" dirty="0">
                <a:solidFill>
                  <a:srgbClr val="252423"/>
                </a:solidFill>
                <a:latin typeface="Trebuchet MS"/>
                <a:cs typeface="Trebuchet MS"/>
              </a:rPr>
              <a:t>v</a:t>
            </a:r>
            <a:r>
              <a:rPr sz="1200" dirty="0">
                <a:solidFill>
                  <a:srgbClr val="252423"/>
                </a:solidFill>
                <a:latin typeface="Trebuchet MS"/>
                <a:cs typeface="Trebuchet MS"/>
              </a:rPr>
              <a:t>otpoll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39" name="object 39"/>
          <p:cNvSpPr txBox="1"/>
          <p:nvPr/>
        </p:nvSpPr>
        <p:spPr>
          <a:xfrm rot="19500000">
            <a:off x="3373732" y="6041422"/>
            <a:ext cx="697138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Uttar Pradesh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0" name="object 40"/>
          <p:cNvSpPr txBox="1"/>
          <p:nvPr/>
        </p:nvSpPr>
        <p:spPr>
          <a:xfrm rot="19500000">
            <a:off x="4037430" y="5917638"/>
            <a:ext cx="280271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Bihar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1" name="object 41"/>
          <p:cNvSpPr txBox="1"/>
          <p:nvPr/>
        </p:nvSpPr>
        <p:spPr>
          <a:xfrm rot="19500000">
            <a:off x="3981530" y="6025310"/>
            <a:ext cx="642080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Maharashtra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2" name="object 42"/>
          <p:cNvSpPr txBox="1"/>
          <p:nvPr/>
        </p:nvSpPr>
        <p:spPr>
          <a:xfrm rot="19500000">
            <a:off x="4071735" y="6085139"/>
            <a:ext cx="847844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Madhya Pradesh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3" name="object 43"/>
          <p:cNvSpPr txBox="1"/>
          <p:nvPr/>
        </p:nvSpPr>
        <p:spPr>
          <a:xfrm rot="19500000">
            <a:off x="4384663" y="6074255"/>
            <a:ext cx="810108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Andhra Pradesh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4" name="object 44"/>
          <p:cNvSpPr txBox="1"/>
          <p:nvPr/>
        </p:nvSpPr>
        <p:spPr>
          <a:xfrm rot="19500000">
            <a:off x="4876152" y="6006577"/>
            <a:ext cx="577837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-105" dirty="0">
                <a:solidFill>
                  <a:srgbClr val="605D5C"/>
                </a:solidFill>
                <a:latin typeface="Segoe UI"/>
                <a:cs typeface="Segoe UI"/>
              </a:rPr>
              <a:t>T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amil Nadu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5" name="object 45"/>
          <p:cNvSpPr txBox="1"/>
          <p:nvPr/>
        </p:nvSpPr>
        <p:spPr>
          <a:xfrm rot="19500000">
            <a:off x="5214917" y="5987402"/>
            <a:ext cx="512030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Karnataka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6" name="object 46"/>
          <p:cNvSpPr txBox="1"/>
          <p:nvPr/>
        </p:nvSpPr>
        <p:spPr>
          <a:xfrm rot="19500000">
            <a:off x="5504179" y="5983950"/>
            <a:ext cx="500895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Rajasthan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7" name="object 47"/>
          <p:cNvSpPr txBox="1"/>
          <p:nvPr/>
        </p:nvSpPr>
        <p:spPr>
          <a:xfrm rot="19500000">
            <a:off x="5659918" y="6023133"/>
            <a:ext cx="634583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-40" dirty="0">
                <a:solidFill>
                  <a:srgbClr val="605D5C"/>
                </a:solidFill>
                <a:latin typeface="Segoe UI"/>
                <a:cs typeface="Segoe UI"/>
              </a:rPr>
              <a:t>W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est Bengal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8" name="object 48"/>
          <p:cNvSpPr txBox="1"/>
          <p:nvPr/>
        </p:nvSpPr>
        <p:spPr>
          <a:xfrm rot="19500000">
            <a:off x="6125509" y="5963388"/>
            <a:ext cx="431344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Haryana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9" name="object 49"/>
          <p:cNvSpPr txBox="1"/>
          <p:nvPr/>
        </p:nvSpPr>
        <p:spPr>
          <a:xfrm rot="19500000">
            <a:off x="6448309" y="5949154"/>
            <a:ext cx="383203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Gujarat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0" name="object 50"/>
          <p:cNvSpPr txBox="1"/>
          <p:nvPr/>
        </p:nvSpPr>
        <p:spPr>
          <a:xfrm rot="19500000">
            <a:off x="6738510" y="5945387"/>
            <a:ext cx="371100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Odisha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1" name="object 51"/>
          <p:cNvSpPr txBox="1"/>
          <p:nvPr/>
        </p:nvSpPr>
        <p:spPr>
          <a:xfrm rot="19500000">
            <a:off x="7039320" y="5938179"/>
            <a:ext cx="347023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Assam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2" name="object 52"/>
          <p:cNvSpPr txBox="1"/>
          <p:nvPr/>
        </p:nvSpPr>
        <p:spPr>
          <a:xfrm rot="19500000">
            <a:off x="7334673" y="5932711"/>
            <a:ext cx="329096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-15" dirty="0">
                <a:solidFill>
                  <a:srgbClr val="605D5C"/>
                </a:solidFill>
                <a:latin typeface="Segoe UI"/>
                <a:cs typeface="Segoe UI"/>
              </a:rPr>
              <a:t>K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erala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3" name="object 53"/>
          <p:cNvSpPr txBox="1"/>
          <p:nvPr/>
        </p:nvSpPr>
        <p:spPr>
          <a:xfrm rot="19500000">
            <a:off x="7579674" y="5943632"/>
            <a:ext cx="365064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Punjab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4" name="object 54"/>
          <p:cNvSpPr txBox="1"/>
          <p:nvPr/>
        </p:nvSpPr>
        <p:spPr>
          <a:xfrm rot="19500000">
            <a:off x="6634741" y="6331719"/>
            <a:ext cx="1703733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National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Capital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Territory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Of</a:t>
            </a: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Delhi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5" name="object 55"/>
          <p:cNvSpPr txBox="1"/>
          <p:nvPr/>
        </p:nvSpPr>
        <p:spPr>
          <a:xfrm rot="19500000">
            <a:off x="7622402" y="6107638"/>
            <a:ext cx="925296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Jammu</a:t>
            </a: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&amp;</a:t>
            </a: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Kashmir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6" name="object 56"/>
          <p:cNvSpPr txBox="1"/>
          <p:nvPr/>
        </p:nvSpPr>
        <p:spPr>
          <a:xfrm rot="19500000">
            <a:off x="8264990" y="5991996"/>
            <a:ext cx="528136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Jharkhand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7" name="object 57"/>
          <p:cNvSpPr txBox="1"/>
          <p:nvPr/>
        </p:nvSpPr>
        <p:spPr>
          <a:xfrm rot="19500000">
            <a:off x="8194006" y="6103065"/>
            <a:ext cx="909545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Himachal Pradesh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8" name="object 58"/>
          <p:cNvSpPr txBox="1"/>
          <p:nvPr/>
        </p:nvSpPr>
        <p:spPr>
          <a:xfrm rot="19500000">
            <a:off x="8708048" y="6028361"/>
            <a:ext cx="652080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Chhattisgarh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9" name="object 59"/>
          <p:cNvSpPr txBox="1"/>
          <p:nvPr/>
        </p:nvSpPr>
        <p:spPr>
          <a:xfrm rot="19500000">
            <a:off x="9163170" y="5972037"/>
            <a:ext cx="460190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Mizoram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60" name="object 60"/>
          <p:cNvSpPr txBox="1"/>
          <p:nvPr/>
        </p:nvSpPr>
        <p:spPr>
          <a:xfrm rot="19500000">
            <a:off x="9281602" y="6023149"/>
            <a:ext cx="634583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Uttarakhand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61" name="object 61"/>
          <p:cNvSpPr txBox="1"/>
          <p:nvPr/>
        </p:nvSpPr>
        <p:spPr>
          <a:xfrm rot="19500000">
            <a:off x="9276151" y="6113272"/>
            <a:ext cx="944834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Arunachal Pradesh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62" name="object 62"/>
          <p:cNvSpPr txBox="1"/>
          <p:nvPr/>
        </p:nvSpPr>
        <p:spPr>
          <a:xfrm rot="19500000">
            <a:off x="10103150" y="5938366"/>
            <a:ext cx="347623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Sikkim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63" name="object 63"/>
          <p:cNvSpPr txBox="1"/>
          <p:nvPr/>
        </p:nvSpPr>
        <p:spPr>
          <a:xfrm rot="19500000">
            <a:off x="10182091" y="6002517"/>
            <a:ext cx="564150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Meghalaya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64" name="object 64"/>
          <p:cNvSpPr txBox="1"/>
          <p:nvPr/>
        </p:nvSpPr>
        <p:spPr>
          <a:xfrm rot="19500000">
            <a:off x="10574463" y="5966147"/>
            <a:ext cx="439923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Manipur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65" name="object 65"/>
          <p:cNvSpPr txBox="1"/>
          <p:nvPr/>
        </p:nvSpPr>
        <p:spPr>
          <a:xfrm rot="19500000">
            <a:off x="10922103" y="5943851"/>
            <a:ext cx="365667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-80" dirty="0">
                <a:solidFill>
                  <a:srgbClr val="605D5C"/>
                </a:solidFill>
                <a:latin typeface="Segoe UI"/>
                <a:cs typeface="Segoe UI"/>
              </a:rPr>
              <a:t>T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ripura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66" name="object 66"/>
          <p:cNvSpPr txBox="1"/>
          <p:nvPr/>
        </p:nvSpPr>
        <p:spPr>
          <a:xfrm rot="19500000">
            <a:off x="11325554" y="5902657"/>
            <a:ext cx="233694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Goa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67" name="object 67"/>
          <p:cNvSpPr txBox="1"/>
          <p:nvPr/>
        </p:nvSpPr>
        <p:spPr>
          <a:xfrm rot="19500000">
            <a:off x="11354713" y="5983913"/>
            <a:ext cx="500277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Nagaland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68" name="object 68"/>
          <p:cNvSpPr txBox="1"/>
          <p:nvPr/>
        </p:nvSpPr>
        <p:spPr>
          <a:xfrm rot="19500000">
            <a:off x="11556172" y="6008567"/>
            <a:ext cx="584063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Puducherry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3239135" y="783463"/>
            <a:ext cx="9030970" cy="5043170"/>
            <a:chOff x="3239135" y="554863"/>
            <a:chExt cx="9030970" cy="5043170"/>
          </a:xfrm>
        </p:grpSpPr>
        <p:sp>
          <p:nvSpPr>
            <p:cNvPr id="70" name="object 70"/>
            <p:cNvSpPr/>
            <p:nvPr/>
          </p:nvSpPr>
          <p:spPr>
            <a:xfrm>
              <a:off x="3969055" y="3542626"/>
              <a:ext cx="8300720" cy="2055495"/>
            </a:xfrm>
            <a:custGeom>
              <a:avLst/>
              <a:gdLst/>
              <a:ahLst/>
              <a:cxnLst/>
              <a:rect l="l" t="t" r="r" b="b"/>
              <a:pathLst>
                <a:path w="8300720" h="2055495">
                  <a:moveTo>
                    <a:pt x="221424" y="0"/>
                  </a:moveTo>
                  <a:lnTo>
                    <a:pt x="0" y="0"/>
                  </a:lnTo>
                  <a:lnTo>
                    <a:pt x="0" y="2054898"/>
                  </a:lnTo>
                  <a:lnTo>
                    <a:pt x="221424" y="2054898"/>
                  </a:lnTo>
                  <a:lnTo>
                    <a:pt x="221424" y="0"/>
                  </a:lnTo>
                  <a:close/>
                </a:path>
                <a:path w="8300720" h="2055495">
                  <a:moveTo>
                    <a:pt x="500011" y="755726"/>
                  </a:moveTo>
                  <a:lnTo>
                    <a:pt x="278587" y="755726"/>
                  </a:lnTo>
                  <a:lnTo>
                    <a:pt x="278587" y="2054898"/>
                  </a:lnTo>
                  <a:lnTo>
                    <a:pt x="500011" y="2054898"/>
                  </a:lnTo>
                  <a:lnTo>
                    <a:pt x="500011" y="755726"/>
                  </a:lnTo>
                  <a:close/>
                </a:path>
                <a:path w="8300720" h="2055495">
                  <a:moveTo>
                    <a:pt x="778611" y="1142682"/>
                  </a:moveTo>
                  <a:lnTo>
                    <a:pt x="557187" y="1142682"/>
                  </a:lnTo>
                  <a:lnTo>
                    <a:pt x="557187" y="2054910"/>
                  </a:lnTo>
                  <a:lnTo>
                    <a:pt x="778611" y="2054910"/>
                  </a:lnTo>
                  <a:lnTo>
                    <a:pt x="778611" y="1142682"/>
                  </a:lnTo>
                  <a:close/>
                </a:path>
                <a:path w="8300720" h="2055495">
                  <a:moveTo>
                    <a:pt x="1057198" y="1199502"/>
                  </a:moveTo>
                  <a:lnTo>
                    <a:pt x="835774" y="1199502"/>
                  </a:lnTo>
                  <a:lnTo>
                    <a:pt x="835774" y="2054910"/>
                  </a:lnTo>
                  <a:lnTo>
                    <a:pt x="1057198" y="2054910"/>
                  </a:lnTo>
                  <a:lnTo>
                    <a:pt x="1057198" y="1199502"/>
                  </a:lnTo>
                  <a:close/>
                </a:path>
                <a:path w="8300720" h="2055495">
                  <a:moveTo>
                    <a:pt x="1335786" y="1303604"/>
                  </a:moveTo>
                  <a:lnTo>
                    <a:pt x="1114361" y="1303604"/>
                  </a:lnTo>
                  <a:lnTo>
                    <a:pt x="1114361" y="2054910"/>
                  </a:lnTo>
                  <a:lnTo>
                    <a:pt x="1335786" y="2054910"/>
                  </a:lnTo>
                  <a:lnTo>
                    <a:pt x="1335786" y="1303604"/>
                  </a:lnTo>
                  <a:close/>
                </a:path>
                <a:path w="8300720" h="2055495">
                  <a:moveTo>
                    <a:pt x="1614373" y="1303705"/>
                  </a:moveTo>
                  <a:lnTo>
                    <a:pt x="1392948" y="1303705"/>
                  </a:lnTo>
                  <a:lnTo>
                    <a:pt x="1392948" y="2054910"/>
                  </a:lnTo>
                  <a:lnTo>
                    <a:pt x="1614373" y="2054910"/>
                  </a:lnTo>
                  <a:lnTo>
                    <a:pt x="1614373" y="1303705"/>
                  </a:lnTo>
                  <a:close/>
                </a:path>
                <a:path w="8300720" h="2055495">
                  <a:moveTo>
                    <a:pt x="1892973" y="1470888"/>
                  </a:moveTo>
                  <a:lnTo>
                    <a:pt x="1671548" y="1470888"/>
                  </a:lnTo>
                  <a:lnTo>
                    <a:pt x="1671548" y="2054910"/>
                  </a:lnTo>
                  <a:lnTo>
                    <a:pt x="1892973" y="2054910"/>
                  </a:lnTo>
                  <a:lnTo>
                    <a:pt x="1892973" y="1470888"/>
                  </a:lnTo>
                  <a:close/>
                </a:path>
                <a:path w="8300720" h="2055495">
                  <a:moveTo>
                    <a:pt x="2171560" y="1472933"/>
                  </a:moveTo>
                  <a:lnTo>
                    <a:pt x="1950135" y="1472933"/>
                  </a:lnTo>
                  <a:lnTo>
                    <a:pt x="1950135" y="2054910"/>
                  </a:lnTo>
                  <a:lnTo>
                    <a:pt x="2171560" y="2054910"/>
                  </a:lnTo>
                  <a:lnTo>
                    <a:pt x="2171560" y="1472933"/>
                  </a:lnTo>
                  <a:close/>
                </a:path>
                <a:path w="8300720" h="2055495">
                  <a:moveTo>
                    <a:pt x="2450147" y="1599793"/>
                  </a:moveTo>
                  <a:lnTo>
                    <a:pt x="2228723" y="1599793"/>
                  </a:lnTo>
                  <a:lnTo>
                    <a:pt x="2228723" y="2054910"/>
                  </a:lnTo>
                  <a:lnTo>
                    <a:pt x="2450147" y="2054910"/>
                  </a:lnTo>
                  <a:lnTo>
                    <a:pt x="2450147" y="1599793"/>
                  </a:lnTo>
                  <a:close/>
                </a:path>
                <a:path w="8300720" h="2055495">
                  <a:moveTo>
                    <a:pt x="2728747" y="1638846"/>
                  </a:moveTo>
                  <a:lnTo>
                    <a:pt x="2507310" y="1638846"/>
                  </a:lnTo>
                  <a:lnTo>
                    <a:pt x="2507310" y="2054910"/>
                  </a:lnTo>
                  <a:lnTo>
                    <a:pt x="2728747" y="2054910"/>
                  </a:lnTo>
                  <a:lnTo>
                    <a:pt x="2728747" y="1638846"/>
                  </a:lnTo>
                  <a:close/>
                </a:path>
                <a:path w="8300720" h="2055495">
                  <a:moveTo>
                    <a:pt x="3007334" y="1658848"/>
                  </a:moveTo>
                  <a:lnTo>
                    <a:pt x="2785910" y="1658848"/>
                  </a:lnTo>
                  <a:lnTo>
                    <a:pt x="2785910" y="2054898"/>
                  </a:lnTo>
                  <a:lnTo>
                    <a:pt x="3007334" y="2054898"/>
                  </a:lnTo>
                  <a:lnTo>
                    <a:pt x="3007334" y="1658848"/>
                  </a:lnTo>
                  <a:close/>
                </a:path>
                <a:path w="8300720" h="2055495">
                  <a:moveTo>
                    <a:pt x="3285921" y="1748028"/>
                  </a:moveTo>
                  <a:lnTo>
                    <a:pt x="3064497" y="1748028"/>
                  </a:lnTo>
                  <a:lnTo>
                    <a:pt x="3064497" y="2054898"/>
                  </a:lnTo>
                  <a:lnTo>
                    <a:pt x="3285921" y="2054898"/>
                  </a:lnTo>
                  <a:lnTo>
                    <a:pt x="3285921" y="1748028"/>
                  </a:lnTo>
                  <a:close/>
                </a:path>
                <a:path w="8300720" h="2055495">
                  <a:moveTo>
                    <a:pt x="3564509" y="1770900"/>
                  </a:moveTo>
                  <a:lnTo>
                    <a:pt x="3343084" y="1770900"/>
                  </a:lnTo>
                  <a:lnTo>
                    <a:pt x="3343084" y="2054910"/>
                  </a:lnTo>
                  <a:lnTo>
                    <a:pt x="3564509" y="2054910"/>
                  </a:lnTo>
                  <a:lnTo>
                    <a:pt x="3564509" y="1770900"/>
                  </a:lnTo>
                  <a:close/>
                </a:path>
                <a:path w="8300720" h="2055495">
                  <a:moveTo>
                    <a:pt x="3843109" y="1791690"/>
                  </a:moveTo>
                  <a:lnTo>
                    <a:pt x="3621684" y="1791690"/>
                  </a:lnTo>
                  <a:lnTo>
                    <a:pt x="3621684" y="2054910"/>
                  </a:lnTo>
                  <a:lnTo>
                    <a:pt x="3843109" y="2054910"/>
                  </a:lnTo>
                  <a:lnTo>
                    <a:pt x="3843109" y="1791690"/>
                  </a:lnTo>
                  <a:close/>
                </a:path>
                <a:path w="8300720" h="2055495">
                  <a:moveTo>
                    <a:pt x="4121696" y="1830019"/>
                  </a:moveTo>
                  <a:lnTo>
                    <a:pt x="3900271" y="1830019"/>
                  </a:lnTo>
                  <a:lnTo>
                    <a:pt x="3900271" y="2054910"/>
                  </a:lnTo>
                  <a:lnTo>
                    <a:pt x="4121696" y="2054910"/>
                  </a:lnTo>
                  <a:lnTo>
                    <a:pt x="4121696" y="1830019"/>
                  </a:lnTo>
                  <a:close/>
                </a:path>
                <a:path w="8300720" h="2055495">
                  <a:moveTo>
                    <a:pt x="4400283" y="1847278"/>
                  </a:moveTo>
                  <a:lnTo>
                    <a:pt x="4178858" y="1847278"/>
                  </a:lnTo>
                  <a:lnTo>
                    <a:pt x="4178858" y="2054910"/>
                  </a:lnTo>
                  <a:lnTo>
                    <a:pt x="4400283" y="2054910"/>
                  </a:lnTo>
                  <a:lnTo>
                    <a:pt x="4400283" y="1847278"/>
                  </a:lnTo>
                  <a:close/>
                </a:path>
                <a:path w="8300720" h="2055495">
                  <a:moveTo>
                    <a:pt x="4678883" y="1884997"/>
                  </a:moveTo>
                  <a:lnTo>
                    <a:pt x="4457446" y="1884997"/>
                  </a:lnTo>
                  <a:lnTo>
                    <a:pt x="4457446" y="2054898"/>
                  </a:lnTo>
                  <a:lnTo>
                    <a:pt x="4678883" y="2054898"/>
                  </a:lnTo>
                  <a:lnTo>
                    <a:pt x="4678883" y="1884997"/>
                  </a:lnTo>
                  <a:close/>
                </a:path>
                <a:path w="8300720" h="2055495">
                  <a:moveTo>
                    <a:pt x="4957470" y="1915033"/>
                  </a:moveTo>
                  <a:lnTo>
                    <a:pt x="4736046" y="1915033"/>
                  </a:lnTo>
                  <a:lnTo>
                    <a:pt x="4736046" y="2054910"/>
                  </a:lnTo>
                  <a:lnTo>
                    <a:pt x="4957470" y="2054910"/>
                  </a:lnTo>
                  <a:lnTo>
                    <a:pt x="4957470" y="1915033"/>
                  </a:lnTo>
                  <a:close/>
                </a:path>
                <a:path w="8300720" h="2055495">
                  <a:moveTo>
                    <a:pt x="5236057" y="1935200"/>
                  </a:moveTo>
                  <a:lnTo>
                    <a:pt x="5014633" y="1935200"/>
                  </a:lnTo>
                  <a:lnTo>
                    <a:pt x="5014633" y="2054898"/>
                  </a:lnTo>
                  <a:lnTo>
                    <a:pt x="5236057" y="2054898"/>
                  </a:lnTo>
                  <a:lnTo>
                    <a:pt x="5236057" y="1935200"/>
                  </a:lnTo>
                  <a:close/>
                </a:path>
                <a:path w="8300720" h="2055495">
                  <a:moveTo>
                    <a:pt x="5514645" y="1953844"/>
                  </a:moveTo>
                  <a:lnTo>
                    <a:pt x="5293220" y="1953844"/>
                  </a:lnTo>
                  <a:lnTo>
                    <a:pt x="5293220" y="2054910"/>
                  </a:lnTo>
                  <a:lnTo>
                    <a:pt x="5514645" y="2054910"/>
                  </a:lnTo>
                  <a:lnTo>
                    <a:pt x="5514645" y="1953844"/>
                  </a:lnTo>
                  <a:close/>
                </a:path>
                <a:path w="8300720" h="2055495">
                  <a:moveTo>
                    <a:pt x="5793244" y="1998002"/>
                  </a:moveTo>
                  <a:lnTo>
                    <a:pt x="5571820" y="1998002"/>
                  </a:lnTo>
                  <a:lnTo>
                    <a:pt x="5571820" y="2054898"/>
                  </a:lnTo>
                  <a:lnTo>
                    <a:pt x="5793244" y="2054898"/>
                  </a:lnTo>
                  <a:lnTo>
                    <a:pt x="5793244" y="1998002"/>
                  </a:lnTo>
                  <a:close/>
                </a:path>
                <a:path w="8300720" h="2055495">
                  <a:moveTo>
                    <a:pt x="6071832" y="2001215"/>
                  </a:moveTo>
                  <a:lnTo>
                    <a:pt x="5850407" y="2001215"/>
                  </a:lnTo>
                  <a:lnTo>
                    <a:pt x="5850407" y="2054910"/>
                  </a:lnTo>
                  <a:lnTo>
                    <a:pt x="6071832" y="2054910"/>
                  </a:lnTo>
                  <a:lnTo>
                    <a:pt x="6071832" y="2001215"/>
                  </a:lnTo>
                  <a:close/>
                </a:path>
                <a:path w="8300720" h="2055495">
                  <a:moveTo>
                    <a:pt x="6350419" y="2008797"/>
                  </a:moveTo>
                  <a:lnTo>
                    <a:pt x="6128994" y="2008797"/>
                  </a:lnTo>
                  <a:lnTo>
                    <a:pt x="6128994" y="2054910"/>
                  </a:lnTo>
                  <a:lnTo>
                    <a:pt x="6350419" y="2054910"/>
                  </a:lnTo>
                  <a:lnTo>
                    <a:pt x="6350419" y="2008797"/>
                  </a:lnTo>
                  <a:close/>
                </a:path>
                <a:path w="8300720" h="2055495">
                  <a:moveTo>
                    <a:pt x="6629006" y="2011934"/>
                  </a:moveTo>
                  <a:lnTo>
                    <a:pt x="6407582" y="2011934"/>
                  </a:lnTo>
                  <a:lnTo>
                    <a:pt x="6407582" y="2054898"/>
                  </a:lnTo>
                  <a:lnTo>
                    <a:pt x="6629006" y="2054898"/>
                  </a:lnTo>
                  <a:lnTo>
                    <a:pt x="6629006" y="2011934"/>
                  </a:lnTo>
                  <a:close/>
                </a:path>
                <a:path w="8300720" h="2055495">
                  <a:moveTo>
                    <a:pt x="6907606" y="2031834"/>
                  </a:moveTo>
                  <a:lnTo>
                    <a:pt x="6686182" y="2031834"/>
                  </a:lnTo>
                  <a:lnTo>
                    <a:pt x="6686182" y="2054898"/>
                  </a:lnTo>
                  <a:lnTo>
                    <a:pt x="6907606" y="2054898"/>
                  </a:lnTo>
                  <a:lnTo>
                    <a:pt x="6907606" y="2031834"/>
                  </a:lnTo>
                  <a:close/>
                </a:path>
                <a:path w="8300720" h="2055495">
                  <a:moveTo>
                    <a:pt x="7186193" y="2034870"/>
                  </a:moveTo>
                  <a:lnTo>
                    <a:pt x="6964769" y="2034870"/>
                  </a:lnTo>
                  <a:lnTo>
                    <a:pt x="6964769" y="2054910"/>
                  </a:lnTo>
                  <a:lnTo>
                    <a:pt x="7186193" y="2054910"/>
                  </a:lnTo>
                  <a:lnTo>
                    <a:pt x="7186193" y="2034870"/>
                  </a:lnTo>
                  <a:close/>
                </a:path>
                <a:path w="8300720" h="2055495">
                  <a:moveTo>
                    <a:pt x="7464780" y="2035721"/>
                  </a:moveTo>
                  <a:lnTo>
                    <a:pt x="7243356" y="2035721"/>
                  </a:lnTo>
                  <a:lnTo>
                    <a:pt x="7243356" y="2054898"/>
                  </a:lnTo>
                  <a:lnTo>
                    <a:pt x="7464780" y="2054898"/>
                  </a:lnTo>
                  <a:lnTo>
                    <a:pt x="7464780" y="2035721"/>
                  </a:lnTo>
                  <a:close/>
                </a:path>
                <a:path w="8300720" h="2055495">
                  <a:moveTo>
                    <a:pt x="7743368" y="2040674"/>
                  </a:moveTo>
                  <a:lnTo>
                    <a:pt x="7521943" y="2040674"/>
                  </a:lnTo>
                  <a:lnTo>
                    <a:pt x="7521943" y="2054910"/>
                  </a:lnTo>
                  <a:lnTo>
                    <a:pt x="7743368" y="2054910"/>
                  </a:lnTo>
                  <a:lnTo>
                    <a:pt x="7743368" y="2040674"/>
                  </a:lnTo>
                  <a:close/>
                </a:path>
                <a:path w="8300720" h="2055495">
                  <a:moveTo>
                    <a:pt x="8021968" y="2041080"/>
                  </a:moveTo>
                  <a:lnTo>
                    <a:pt x="7800543" y="2041080"/>
                  </a:lnTo>
                  <a:lnTo>
                    <a:pt x="7800543" y="2054910"/>
                  </a:lnTo>
                  <a:lnTo>
                    <a:pt x="8021968" y="2054910"/>
                  </a:lnTo>
                  <a:lnTo>
                    <a:pt x="8021968" y="2041080"/>
                  </a:lnTo>
                  <a:close/>
                </a:path>
                <a:path w="8300720" h="2055495">
                  <a:moveTo>
                    <a:pt x="8300555" y="2048522"/>
                  </a:moveTo>
                  <a:lnTo>
                    <a:pt x="8079130" y="2048522"/>
                  </a:lnTo>
                  <a:lnTo>
                    <a:pt x="8079130" y="2054898"/>
                  </a:lnTo>
                  <a:lnTo>
                    <a:pt x="8300555" y="2054898"/>
                  </a:lnTo>
                  <a:lnTo>
                    <a:pt x="8300555" y="2048522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969055" y="1487715"/>
              <a:ext cx="8300720" cy="4104004"/>
            </a:xfrm>
            <a:custGeom>
              <a:avLst/>
              <a:gdLst/>
              <a:ahLst/>
              <a:cxnLst/>
              <a:rect l="l" t="t" r="r" b="b"/>
              <a:pathLst>
                <a:path w="8300720" h="4104004">
                  <a:moveTo>
                    <a:pt x="221424" y="0"/>
                  </a:moveTo>
                  <a:lnTo>
                    <a:pt x="0" y="0"/>
                  </a:lnTo>
                  <a:lnTo>
                    <a:pt x="0" y="2054910"/>
                  </a:lnTo>
                  <a:lnTo>
                    <a:pt x="221424" y="2054910"/>
                  </a:lnTo>
                  <a:lnTo>
                    <a:pt x="221424" y="0"/>
                  </a:lnTo>
                  <a:close/>
                </a:path>
                <a:path w="8300720" h="4104004">
                  <a:moveTo>
                    <a:pt x="500011" y="1511465"/>
                  </a:moveTo>
                  <a:lnTo>
                    <a:pt x="278587" y="1511465"/>
                  </a:lnTo>
                  <a:lnTo>
                    <a:pt x="278587" y="2810637"/>
                  </a:lnTo>
                  <a:lnTo>
                    <a:pt x="500011" y="2810637"/>
                  </a:lnTo>
                  <a:lnTo>
                    <a:pt x="500011" y="1511465"/>
                  </a:lnTo>
                  <a:close/>
                </a:path>
                <a:path w="8300720" h="4104004">
                  <a:moveTo>
                    <a:pt x="778611" y="2285365"/>
                  </a:moveTo>
                  <a:lnTo>
                    <a:pt x="557187" y="2285365"/>
                  </a:lnTo>
                  <a:lnTo>
                    <a:pt x="557187" y="3197593"/>
                  </a:lnTo>
                  <a:lnTo>
                    <a:pt x="778611" y="3197593"/>
                  </a:lnTo>
                  <a:lnTo>
                    <a:pt x="778611" y="2285365"/>
                  </a:lnTo>
                  <a:close/>
                </a:path>
                <a:path w="8300720" h="4104004">
                  <a:moveTo>
                    <a:pt x="1057198" y="2399017"/>
                  </a:moveTo>
                  <a:lnTo>
                    <a:pt x="835774" y="2399017"/>
                  </a:lnTo>
                  <a:lnTo>
                    <a:pt x="835774" y="3254413"/>
                  </a:lnTo>
                  <a:lnTo>
                    <a:pt x="1057198" y="3254413"/>
                  </a:lnTo>
                  <a:lnTo>
                    <a:pt x="1057198" y="2399017"/>
                  </a:lnTo>
                  <a:close/>
                </a:path>
                <a:path w="8300720" h="4104004">
                  <a:moveTo>
                    <a:pt x="1335786" y="2607221"/>
                  </a:moveTo>
                  <a:lnTo>
                    <a:pt x="1114361" y="2607221"/>
                  </a:lnTo>
                  <a:lnTo>
                    <a:pt x="1114361" y="3358515"/>
                  </a:lnTo>
                  <a:lnTo>
                    <a:pt x="1335786" y="3358515"/>
                  </a:lnTo>
                  <a:lnTo>
                    <a:pt x="1335786" y="2607221"/>
                  </a:lnTo>
                  <a:close/>
                </a:path>
                <a:path w="8300720" h="4104004">
                  <a:moveTo>
                    <a:pt x="1614373" y="2607424"/>
                  </a:moveTo>
                  <a:lnTo>
                    <a:pt x="1392948" y="2607424"/>
                  </a:lnTo>
                  <a:lnTo>
                    <a:pt x="1392948" y="3358616"/>
                  </a:lnTo>
                  <a:lnTo>
                    <a:pt x="1614373" y="3358616"/>
                  </a:lnTo>
                  <a:lnTo>
                    <a:pt x="1614373" y="2607424"/>
                  </a:lnTo>
                  <a:close/>
                </a:path>
                <a:path w="8300720" h="4104004">
                  <a:moveTo>
                    <a:pt x="1892973" y="2941777"/>
                  </a:moveTo>
                  <a:lnTo>
                    <a:pt x="1671548" y="2941777"/>
                  </a:lnTo>
                  <a:lnTo>
                    <a:pt x="1671548" y="3525799"/>
                  </a:lnTo>
                  <a:lnTo>
                    <a:pt x="1892973" y="3525799"/>
                  </a:lnTo>
                  <a:lnTo>
                    <a:pt x="1892973" y="2941777"/>
                  </a:lnTo>
                  <a:close/>
                </a:path>
                <a:path w="8300720" h="4104004">
                  <a:moveTo>
                    <a:pt x="2171560" y="2945866"/>
                  </a:moveTo>
                  <a:lnTo>
                    <a:pt x="1950135" y="2945866"/>
                  </a:lnTo>
                  <a:lnTo>
                    <a:pt x="1950135" y="3527844"/>
                  </a:lnTo>
                  <a:lnTo>
                    <a:pt x="2171560" y="3527844"/>
                  </a:lnTo>
                  <a:lnTo>
                    <a:pt x="2171560" y="2945866"/>
                  </a:lnTo>
                  <a:close/>
                </a:path>
                <a:path w="8300720" h="4104004">
                  <a:moveTo>
                    <a:pt x="2450147" y="3199600"/>
                  </a:moveTo>
                  <a:lnTo>
                    <a:pt x="2228723" y="3199600"/>
                  </a:lnTo>
                  <a:lnTo>
                    <a:pt x="2228723" y="3654704"/>
                  </a:lnTo>
                  <a:lnTo>
                    <a:pt x="2450147" y="3654704"/>
                  </a:lnTo>
                  <a:lnTo>
                    <a:pt x="2450147" y="3199600"/>
                  </a:lnTo>
                  <a:close/>
                </a:path>
                <a:path w="8300720" h="4104004">
                  <a:moveTo>
                    <a:pt x="2728747" y="3277692"/>
                  </a:moveTo>
                  <a:lnTo>
                    <a:pt x="2507310" y="3277692"/>
                  </a:lnTo>
                  <a:lnTo>
                    <a:pt x="2507310" y="3693757"/>
                  </a:lnTo>
                  <a:lnTo>
                    <a:pt x="2728747" y="3693757"/>
                  </a:lnTo>
                  <a:lnTo>
                    <a:pt x="2728747" y="3277692"/>
                  </a:lnTo>
                  <a:close/>
                </a:path>
                <a:path w="8300720" h="4104004">
                  <a:moveTo>
                    <a:pt x="3007334" y="3317697"/>
                  </a:moveTo>
                  <a:lnTo>
                    <a:pt x="2785910" y="3317697"/>
                  </a:lnTo>
                  <a:lnTo>
                    <a:pt x="2785910" y="3713759"/>
                  </a:lnTo>
                  <a:lnTo>
                    <a:pt x="3007334" y="3713759"/>
                  </a:lnTo>
                  <a:lnTo>
                    <a:pt x="3007334" y="3317697"/>
                  </a:lnTo>
                  <a:close/>
                </a:path>
                <a:path w="8300720" h="4104004">
                  <a:moveTo>
                    <a:pt x="3285921" y="3496068"/>
                  </a:moveTo>
                  <a:lnTo>
                    <a:pt x="3064497" y="3496068"/>
                  </a:lnTo>
                  <a:lnTo>
                    <a:pt x="3064497" y="3802938"/>
                  </a:lnTo>
                  <a:lnTo>
                    <a:pt x="3285921" y="3802938"/>
                  </a:lnTo>
                  <a:lnTo>
                    <a:pt x="3285921" y="3496068"/>
                  </a:lnTo>
                  <a:close/>
                </a:path>
                <a:path w="8300720" h="4104004">
                  <a:moveTo>
                    <a:pt x="3564509" y="3541801"/>
                  </a:moveTo>
                  <a:lnTo>
                    <a:pt x="3343084" y="3541801"/>
                  </a:lnTo>
                  <a:lnTo>
                    <a:pt x="3343084" y="3825811"/>
                  </a:lnTo>
                  <a:lnTo>
                    <a:pt x="3564509" y="3825811"/>
                  </a:lnTo>
                  <a:lnTo>
                    <a:pt x="3564509" y="3541801"/>
                  </a:lnTo>
                  <a:close/>
                </a:path>
                <a:path w="8300720" h="4104004">
                  <a:moveTo>
                    <a:pt x="3843109" y="3583381"/>
                  </a:moveTo>
                  <a:lnTo>
                    <a:pt x="3621684" y="3583381"/>
                  </a:lnTo>
                  <a:lnTo>
                    <a:pt x="3621684" y="3846601"/>
                  </a:lnTo>
                  <a:lnTo>
                    <a:pt x="3843109" y="3846601"/>
                  </a:lnTo>
                  <a:lnTo>
                    <a:pt x="3843109" y="3583381"/>
                  </a:lnTo>
                  <a:close/>
                </a:path>
                <a:path w="8300720" h="4104004">
                  <a:moveTo>
                    <a:pt x="4121696" y="3660038"/>
                  </a:moveTo>
                  <a:lnTo>
                    <a:pt x="3900271" y="3660038"/>
                  </a:lnTo>
                  <a:lnTo>
                    <a:pt x="3900271" y="3884930"/>
                  </a:lnTo>
                  <a:lnTo>
                    <a:pt x="4121696" y="3884930"/>
                  </a:lnTo>
                  <a:lnTo>
                    <a:pt x="4121696" y="3660038"/>
                  </a:lnTo>
                  <a:close/>
                </a:path>
                <a:path w="8300720" h="4104004">
                  <a:moveTo>
                    <a:pt x="4400283" y="3694569"/>
                  </a:moveTo>
                  <a:lnTo>
                    <a:pt x="4178858" y="3694569"/>
                  </a:lnTo>
                  <a:lnTo>
                    <a:pt x="4178858" y="3902189"/>
                  </a:lnTo>
                  <a:lnTo>
                    <a:pt x="4400283" y="3902189"/>
                  </a:lnTo>
                  <a:lnTo>
                    <a:pt x="4400283" y="3694569"/>
                  </a:lnTo>
                  <a:close/>
                </a:path>
                <a:path w="8300720" h="4104004">
                  <a:moveTo>
                    <a:pt x="4678883" y="3770007"/>
                  </a:moveTo>
                  <a:lnTo>
                    <a:pt x="4457446" y="3770007"/>
                  </a:lnTo>
                  <a:lnTo>
                    <a:pt x="4457446" y="3939908"/>
                  </a:lnTo>
                  <a:lnTo>
                    <a:pt x="4678883" y="3939908"/>
                  </a:lnTo>
                  <a:lnTo>
                    <a:pt x="4678883" y="3770007"/>
                  </a:lnTo>
                  <a:close/>
                </a:path>
                <a:path w="8300720" h="4104004">
                  <a:moveTo>
                    <a:pt x="4957470" y="3830078"/>
                  </a:moveTo>
                  <a:lnTo>
                    <a:pt x="4736046" y="3830078"/>
                  </a:lnTo>
                  <a:lnTo>
                    <a:pt x="4736046" y="3969943"/>
                  </a:lnTo>
                  <a:lnTo>
                    <a:pt x="4957470" y="3969943"/>
                  </a:lnTo>
                  <a:lnTo>
                    <a:pt x="4957470" y="3830078"/>
                  </a:lnTo>
                  <a:close/>
                </a:path>
                <a:path w="8300720" h="4104004">
                  <a:moveTo>
                    <a:pt x="5236057" y="3870414"/>
                  </a:moveTo>
                  <a:lnTo>
                    <a:pt x="5014633" y="3870414"/>
                  </a:lnTo>
                  <a:lnTo>
                    <a:pt x="5014633" y="3990111"/>
                  </a:lnTo>
                  <a:lnTo>
                    <a:pt x="5236057" y="3990111"/>
                  </a:lnTo>
                  <a:lnTo>
                    <a:pt x="5236057" y="3870414"/>
                  </a:lnTo>
                  <a:close/>
                </a:path>
                <a:path w="8300720" h="4104004">
                  <a:moveTo>
                    <a:pt x="5514645" y="3907688"/>
                  </a:moveTo>
                  <a:lnTo>
                    <a:pt x="5293220" y="3907688"/>
                  </a:lnTo>
                  <a:lnTo>
                    <a:pt x="5293220" y="4008755"/>
                  </a:lnTo>
                  <a:lnTo>
                    <a:pt x="5514645" y="4008755"/>
                  </a:lnTo>
                  <a:lnTo>
                    <a:pt x="5514645" y="3907688"/>
                  </a:lnTo>
                  <a:close/>
                </a:path>
                <a:path w="8300720" h="4104004">
                  <a:moveTo>
                    <a:pt x="5793244" y="3996017"/>
                  </a:moveTo>
                  <a:lnTo>
                    <a:pt x="5571820" y="3996017"/>
                  </a:lnTo>
                  <a:lnTo>
                    <a:pt x="5571820" y="4052913"/>
                  </a:lnTo>
                  <a:lnTo>
                    <a:pt x="5793244" y="4052913"/>
                  </a:lnTo>
                  <a:lnTo>
                    <a:pt x="5793244" y="3996017"/>
                  </a:lnTo>
                  <a:close/>
                </a:path>
                <a:path w="8300720" h="4104004">
                  <a:moveTo>
                    <a:pt x="6071832" y="4002443"/>
                  </a:moveTo>
                  <a:lnTo>
                    <a:pt x="5850407" y="4002443"/>
                  </a:lnTo>
                  <a:lnTo>
                    <a:pt x="5850407" y="4056126"/>
                  </a:lnTo>
                  <a:lnTo>
                    <a:pt x="6071832" y="4056126"/>
                  </a:lnTo>
                  <a:lnTo>
                    <a:pt x="6071832" y="4002443"/>
                  </a:lnTo>
                  <a:close/>
                </a:path>
                <a:path w="8300720" h="4104004">
                  <a:moveTo>
                    <a:pt x="6350419" y="4017695"/>
                  </a:moveTo>
                  <a:lnTo>
                    <a:pt x="6128994" y="4017695"/>
                  </a:lnTo>
                  <a:lnTo>
                    <a:pt x="6128994" y="4063708"/>
                  </a:lnTo>
                  <a:lnTo>
                    <a:pt x="6350419" y="4063708"/>
                  </a:lnTo>
                  <a:lnTo>
                    <a:pt x="6350419" y="4017695"/>
                  </a:lnTo>
                  <a:close/>
                </a:path>
                <a:path w="8300720" h="4104004">
                  <a:moveTo>
                    <a:pt x="6629006" y="4024007"/>
                  </a:moveTo>
                  <a:lnTo>
                    <a:pt x="6407582" y="4024007"/>
                  </a:lnTo>
                  <a:lnTo>
                    <a:pt x="6407582" y="4066844"/>
                  </a:lnTo>
                  <a:lnTo>
                    <a:pt x="6629006" y="4066844"/>
                  </a:lnTo>
                  <a:lnTo>
                    <a:pt x="6629006" y="4024007"/>
                  </a:lnTo>
                  <a:close/>
                </a:path>
                <a:path w="8300720" h="4104004">
                  <a:moveTo>
                    <a:pt x="6907606" y="4063669"/>
                  </a:moveTo>
                  <a:lnTo>
                    <a:pt x="6686182" y="4063669"/>
                  </a:lnTo>
                  <a:lnTo>
                    <a:pt x="6686182" y="4086745"/>
                  </a:lnTo>
                  <a:lnTo>
                    <a:pt x="6907606" y="4086745"/>
                  </a:lnTo>
                  <a:lnTo>
                    <a:pt x="6907606" y="4063669"/>
                  </a:lnTo>
                  <a:close/>
                </a:path>
                <a:path w="8300720" h="4104004">
                  <a:moveTo>
                    <a:pt x="7186193" y="4069740"/>
                  </a:moveTo>
                  <a:lnTo>
                    <a:pt x="6964769" y="4069740"/>
                  </a:lnTo>
                  <a:lnTo>
                    <a:pt x="6964769" y="4089781"/>
                  </a:lnTo>
                  <a:lnTo>
                    <a:pt x="7186193" y="4089781"/>
                  </a:lnTo>
                  <a:lnTo>
                    <a:pt x="7186193" y="4069740"/>
                  </a:lnTo>
                  <a:close/>
                </a:path>
                <a:path w="8300720" h="4104004">
                  <a:moveTo>
                    <a:pt x="7464780" y="4071455"/>
                  </a:moveTo>
                  <a:lnTo>
                    <a:pt x="7243356" y="4071455"/>
                  </a:lnTo>
                  <a:lnTo>
                    <a:pt x="7243356" y="4090632"/>
                  </a:lnTo>
                  <a:lnTo>
                    <a:pt x="7464780" y="4090632"/>
                  </a:lnTo>
                  <a:lnTo>
                    <a:pt x="7464780" y="4071455"/>
                  </a:lnTo>
                  <a:close/>
                </a:path>
                <a:path w="8300720" h="4104004">
                  <a:moveTo>
                    <a:pt x="7743368" y="4081348"/>
                  </a:moveTo>
                  <a:lnTo>
                    <a:pt x="7521943" y="4081348"/>
                  </a:lnTo>
                  <a:lnTo>
                    <a:pt x="7521943" y="4095585"/>
                  </a:lnTo>
                  <a:lnTo>
                    <a:pt x="7743368" y="4095585"/>
                  </a:lnTo>
                  <a:lnTo>
                    <a:pt x="7743368" y="4081348"/>
                  </a:lnTo>
                  <a:close/>
                </a:path>
                <a:path w="8300720" h="4104004">
                  <a:moveTo>
                    <a:pt x="8021968" y="4082173"/>
                  </a:moveTo>
                  <a:lnTo>
                    <a:pt x="7800543" y="4082173"/>
                  </a:lnTo>
                  <a:lnTo>
                    <a:pt x="7800543" y="4095991"/>
                  </a:lnTo>
                  <a:lnTo>
                    <a:pt x="8021968" y="4095991"/>
                  </a:lnTo>
                  <a:lnTo>
                    <a:pt x="8021968" y="4082173"/>
                  </a:lnTo>
                  <a:close/>
                </a:path>
                <a:path w="8300720" h="4104004">
                  <a:moveTo>
                    <a:pt x="8300555" y="4097045"/>
                  </a:moveTo>
                  <a:lnTo>
                    <a:pt x="8079130" y="4097045"/>
                  </a:lnTo>
                  <a:lnTo>
                    <a:pt x="8079130" y="4103433"/>
                  </a:lnTo>
                  <a:lnTo>
                    <a:pt x="8300555" y="4103433"/>
                  </a:lnTo>
                  <a:lnTo>
                    <a:pt x="8300555" y="4097045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39135" y="554863"/>
              <a:ext cx="95249" cy="95249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72610" y="554863"/>
              <a:ext cx="95249" cy="95249"/>
            </a:xfrm>
            <a:prstGeom prst="rect">
              <a:avLst/>
            </a:prstGeom>
          </p:spPr>
        </p:pic>
      </p:grpSp>
      <p:sp>
        <p:nvSpPr>
          <p:cNvPr id="74" name="object 74"/>
          <p:cNvSpPr txBox="1"/>
          <p:nvPr/>
        </p:nvSpPr>
        <p:spPr>
          <a:xfrm>
            <a:off x="3216276" y="419163"/>
            <a:ext cx="3757295" cy="706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85" dirty="0">
                <a:solidFill>
                  <a:srgbClr val="252423"/>
                </a:solidFill>
                <a:latin typeface="Trebuchet MS"/>
                <a:cs typeface="Trebuchet MS"/>
              </a:rPr>
              <a:t>Count</a:t>
            </a:r>
            <a:r>
              <a:rPr sz="1400" spc="-10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105" dirty="0">
                <a:solidFill>
                  <a:srgbClr val="252423"/>
                </a:solidFill>
                <a:latin typeface="Trebuchet MS"/>
                <a:cs typeface="Trebuchet MS"/>
              </a:rPr>
              <a:t>of</a:t>
            </a:r>
            <a:r>
              <a:rPr sz="1400" spc="-9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60" dirty="0">
                <a:solidFill>
                  <a:srgbClr val="252423"/>
                </a:solidFill>
                <a:latin typeface="Trebuchet MS"/>
                <a:cs typeface="Trebuchet MS"/>
              </a:rPr>
              <a:t>electors</a:t>
            </a:r>
            <a:r>
              <a:rPr sz="1400" spc="-9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85" dirty="0">
                <a:solidFill>
                  <a:srgbClr val="252423"/>
                </a:solidFill>
                <a:latin typeface="Trebuchet MS"/>
                <a:cs typeface="Trebuchet MS"/>
              </a:rPr>
              <a:t>and</a:t>
            </a:r>
            <a:r>
              <a:rPr sz="1400" spc="-9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85" dirty="0">
                <a:solidFill>
                  <a:srgbClr val="252423"/>
                </a:solidFill>
                <a:latin typeface="Trebuchet MS"/>
                <a:cs typeface="Trebuchet MS"/>
              </a:rPr>
              <a:t>Count</a:t>
            </a:r>
            <a:r>
              <a:rPr sz="1400" spc="-100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105" dirty="0">
                <a:solidFill>
                  <a:srgbClr val="252423"/>
                </a:solidFill>
                <a:latin typeface="Trebuchet MS"/>
                <a:cs typeface="Trebuchet MS"/>
              </a:rPr>
              <a:t>of</a:t>
            </a:r>
            <a:r>
              <a:rPr sz="1400" spc="-9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85" dirty="0">
                <a:solidFill>
                  <a:srgbClr val="252423"/>
                </a:solidFill>
                <a:latin typeface="Trebuchet MS"/>
                <a:cs typeface="Trebuchet MS"/>
              </a:rPr>
              <a:t>totvotpoll</a:t>
            </a:r>
            <a:r>
              <a:rPr sz="1400" spc="-9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70" dirty="0">
                <a:solidFill>
                  <a:srgbClr val="252423"/>
                </a:solidFill>
                <a:latin typeface="Trebuchet MS"/>
                <a:cs typeface="Trebuchet MS"/>
              </a:rPr>
              <a:t>by</a:t>
            </a:r>
            <a:r>
              <a:rPr sz="1400" spc="-95" dirty="0">
                <a:solidFill>
                  <a:srgbClr val="252423"/>
                </a:solidFill>
                <a:latin typeface="Trebuchet MS"/>
                <a:cs typeface="Trebuchet MS"/>
              </a:rPr>
              <a:t> </a:t>
            </a:r>
            <a:r>
              <a:rPr sz="1400" spc="-75" dirty="0">
                <a:solidFill>
                  <a:srgbClr val="252423"/>
                </a:solidFill>
                <a:latin typeface="Trebuchet MS"/>
                <a:cs typeface="Trebuchet MS"/>
              </a:rPr>
              <a:t>st_name</a:t>
            </a:r>
            <a:endParaRPr sz="1400">
              <a:latin typeface="Trebuchet MS"/>
              <a:cs typeface="Trebuchet MS"/>
            </a:endParaRPr>
          </a:p>
          <a:p>
            <a:pPr marL="137160">
              <a:spcBef>
                <a:spcPts val="820"/>
              </a:spcBef>
              <a:tabLst>
                <a:tab pos="1271905" algn="l"/>
              </a:tabLst>
            </a:pP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Count</a:t>
            </a:r>
            <a:r>
              <a:rPr sz="1000" spc="-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of</a:t>
            </a:r>
            <a:r>
              <a:rPr sz="1000" spc="-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electors	Count</a:t>
            </a:r>
            <a:r>
              <a:rPr sz="1000" spc="-4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of</a:t>
            </a:r>
            <a:r>
              <a:rPr sz="1000" spc="-3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totvotpoll</a:t>
            </a:r>
            <a:endParaRPr sz="1000">
              <a:latin typeface="Segoe UI"/>
              <a:cs typeface="Segoe UI"/>
            </a:endParaRPr>
          </a:p>
          <a:p>
            <a:pPr marL="294640">
              <a:spcBef>
                <a:spcPts val="575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140K</a:t>
            </a:r>
            <a:endParaRPr sz="90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49491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25352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753936" y="2464808"/>
            <a:ext cx="8448675" cy="1854354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60"/>
              </a:spcBef>
              <a:tabLst>
                <a:tab pos="200660" algn="l"/>
              </a:tabLst>
            </a:pPr>
            <a:r>
              <a:rPr dirty="0"/>
              <a:t>3.3</a:t>
            </a:r>
            <a:r>
              <a:rPr spc="-25" dirty="0"/>
              <a:t> </a:t>
            </a:r>
            <a:r>
              <a:rPr dirty="0"/>
              <a:t>Candidate</a:t>
            </a:r>
            <a:r>
              <a:rPr spc="-40" dirty="0"/>
              <a:t> </a:t>
            </a:r>
            <a:r>
              <a:rPr spc="-10" dirty="0"/>
              <a:t>Analysis</a:t>
            </a:r>
          </a:p>
          <a:p>
            <a:r>
              <a:rPr lang="en-US" dirty="0" smtClean="0">
                <a:sym typeface="Wingdings" panose="05000000000000000000" pitchFamily="2" charset="2"/>
              </a:rPr>
              <a:t></a:t>
            </a:r>
            <a:r>
              <a:rPr lang="en-US" dirty="0" smtClean="0"/>
              <a:t>Margin </a:t>
            </a:r>
            <a:r>
              <a:rPr lang="en-US" dirty="0"/>
              <a:t>of Victory:</a:t>
            </a:r>
            <a:r>
              <a:rPr lang="en-US" b="0" dirty="0"/>
              <a:t> Reviewing victory margins helps gauge election competitiveness and candidate strength.</a:t>
            </a:r>
          </a:p>
          <a:p>
            <a:r>
              <a:rPr lang="en-US" dirty="0" smtClean="0">
                <a:sym typeface="Wingdings" panose="05000000000000000000" pitchFamily="2" charset="2"/>
              </a:rPr>
              <a:t></a:t>
            </a:r>
            <a:r>
              <a:rPr lang="en-US" dirty="0" smtClean="0"/>
              <a:t>Candidate </a:t>
            </a:r>
            <a:r>
              <a:rPr lang="en-US" dirty="0"/>
              <a:t>Profiles:</a:t>
            </a:r>
            <a:r>
              <a:rPr lang="en-US" b="0" dirty="0"/>
              <a:t> Profiling successful candidates based on demographics like age, gender, education, and political experience.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 marR="5080">
              <a:lnSpc>
                <a:spcPts val="3920"/>
              </a:lnSpc>
              <a:spcBef>
                <a:spcPts val="600"/>
              </a:spcBef>
            </a:pPr>
            <a:r>
              <a:rPr spc="-114" dirty="0"/>
              <a:t>Analysis</a:t>
            </a:r>
            <a:r>
              <a:rPr spc="-90" dirty="0"/>
              <a:t> </a:t>
            </a:r>
            <a:r>
              <a:rPr dirty="0"/>
              <a:t>of</a:t>
            </a:r>
            <a:r>
              <a:rPr spc="-75" dirty="0"/>
              <a:t> </a:t>
            </a:r>
            <a:r>
              <a:rPr spc="-90" dirty="0"/>
              <a:t>Indian</a:t>
            </a:r>
            <a:r>
              <a:rPr spc="-105" dirty="0"/>
              <a:t> </a:t>
            </a:r>
            <a:r>
              <a:rPr spc="-60" dirty="0"/>
              <a:t>Election</a:t>
            </a:r>
            <a:r>
              <a:rPr spc="-140" dirty="0"/>
              <a:t> </a:t>
            </a:r>
            <a:r>
              <a:rPr spc="-90" dirty="0"/>
              <a:t>Dataset:</a:t>
            </a:r>
            <a:r>
              <a:rPr spc="-114" dirty="0"/>
              <a:t> </a:t>
            </a:r>
            <a:r>
              <a:rPr spc="-90" dirty="0"/>
              <a:t>State</a:t>
            </a:r>
            <a:r>
              <a:rPr spc="-85" dirty="0"/>
              <a:t> </a:t>
            </a:r>
            <a:r>
              <a:rPr spc="-25" dirty="0"/>
              <a:t>and </a:t>
            </a:r>
            <a:r>
              <a:rPr spc="-105" dirty="0"/>
              <a:t>National</a:t>
            </a:r>
            <a:r>
              <a:rPr spc="-100" dirty="0"/>
              <a:t> </a:t>
            </a:r>
            <a:r>
              <a:rPr spc="-65" dirty="0"/>
              <a:t>Level</a:t>
            </a:r>
            <a:r>
              <a:rPr spc="-100" dirty="0"/>
              <a:t> </a:t>
            </a:r>
            <a:r>
              <a:rPr spc="-60" dirty="0"/>
              <a:t>Election</a:t>
            </a:r>
            <a:r>
              <a:rPr spc="-100" dirty="0"/>
              <a:t> </a:t>
            </a:r>
            <a:r>
              <a:rPr spc="-110" dirty="0"/>
              <a:t>Data</a:t>
            </a:r>
            <a:r>
              <a:rPr spc="-95" dirty="0"/>
              <a:t> </a:t>
            </a:r>
            <a:r>
              <a:rPr spc="-80" dirty="0"/>
              <a:t>from</a:t>
            </a:r>
            <a:r>
              <a:rPr spc="-114" dirty="0"/>
              <a:t> </a:t>
            </a:r>
            <a:r>
              <a:rPr dirty="0"/>
              <a:t>1977</a:t>
            </a:r>
            <a:r>
              <a:rPr spc="-130" dirty="0"/>
              <a:t> </a:t>
            </a:r>
            <a:r>
              <a:rPr dirty="0"/>
              <a:t>–</a:t>
            </a:r>
            <a:r>
              <a:rPr spc="-65" dirty="0"/>
              <a:t> </a:t>
            </a:r>
            <a:r>
              <a:rPr spc="-20" dirty="0"/>
              <a:t>2015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3850" y="2480736"/>
            <a:ext cx="8507730" cy="2514791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r>
              <a:rPr lang="en-US" sz="2300" b="1" dirty="0">
                <a:latin typeface="+mj-lt"/>
              </a:rPr>
              <a:t>3.4 Regional Analysis</a:t>
            </a:r>
            <a:endParaRPr lang="en-US" sz="2300" dirty="0">
              <a:latin typeface="+mj-lt"/>
            </a:endParaRPr>
          </a:p>
          <a:p>
            <a:r>
              <a:rPr lang="en-US" sz="2300" b="1" dirty="0" smtClean="0">
                <a:latin typeface="+mj-lt"/>
                <a:sym typeface="Wingdings" panose="05000000000000000000" pitchFamily="2" charset="2"/>
              </a:rPr>
              <a:t></a:t>
            </a:r>
            <a:r>
              <a:rPr lang="en-US" sz="2300" b="1" dirty="0" smtClean="0">
                <a:latin typeface="+mj-lt"/>
              </a:rPr>
              <a:t>State-specific </a:t>
            </a:r>
            <a:r>
              <a:rPr lang="en-US" sz="2300" b="1" dirty="0">
                <a:latin typeface="+mj-lt"/>
              </a:rPr>
              <a:t>Dynamics:</a:t>
            </a:r>
            <a:r>
              <a:rPr lang="en-US" sz="2300" dirty="0">
                <a:latin typeface="+mj-lt"/>
              </a:rPr>
              <a:t> Comparing election dynamics across states highlights variations in voter preferences, political ideologies, and regional concerns.</a:t>
            </a:r>
          </a:p>
          <a:p>
            <a:r>
              <a:rPr lang="en-US" sz="2300" b="1" dirty="0" smtClean="0">
                <a:latin typeface="+mj-lt"/>
                <a:sym typeface="Wingdings" panose="05000000000000000000" pitchFamily="2" charset="2"/>
              </a:rPr>
              <a:t></a:t>
            </a:r>
            <a:r>
              <a:rPr lang="en-US" sz="2300" b="1" dirty="0" smtClean="0">
                <a:latin typeface="+mj-lt"/>
              </a:rPr>
              <a:t>Urban </a:t>
            </a:r>
            <a:r>
              <a:rPr lang="en-US" sz="2300" b="1" dirty="0">
                <a:latin typeface="+mj-lt"/>
              </a:rPr>
              <a:t>vs. Rural:</a:t>
            </a:r>
            <a:r>
              <a:rPr lang="en-US" sz="2300" dirty="0">
                <a:latin typeface="+mj-lt"/>
              </a:rPr>
              <a:t> Contrasting voting patterns between urban and rural areas uncovers insights into voter behavior and candidate appeal in different settings</a:t>
            </a:r>
            <a:r>
              <a:rPr lang="en-US" sz="2300" dirty="0" smtClean="0">
                <a:latin typeface="+mj-lt"/>
              </a:rPr>
              <a:t>.</a:t>
            </a:r>
            <a:endParaRPr lang="en-US" sz="2300" dirty="0">
              <a:latin typeface="+mj-l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 marR="5080">
              <a:lnSpc>
                <a:spcPts val="3920"/>
              </a:lnSpc>
              <a:spcBef>
                <a:spcPts val="600"/>
              </a:spcBef>
            </a:pPr>
            <a:r>
              <a:rPr spc="-114" dirty="0"/>
              <a:t>Analysis</a:t>
            </a:r>
            <a:r>
              <a:rPr spc="-90" dirty="0"/>
              <a:t> </a:t>
            </a:r>
            <a:r>
              <a:rPr dirty="0"/>
              <a:t>of</a:t>
            </a:r>
            <a:r>
              <a:rPr spc="-75" dirty="0"/>
              <a:t> </a:t>
            </a:r>
            <a:r>
              <a:rPr spc="-90" dirty="0"/>
              <a:t>Indian</a:t>
            </a:r>
            <a:r>
              <a:rPr spc="-105" dirty="0"/>
              <a:t> </a:t>
            </a:r>
            <a:r>
              <a:rPr spc="-60" dirty="0"/>
              <a:t>Election</a:t>
            </a:r>
            <a:r>
              <a:rPr spc="-140" dirty="0"/>
              <a:t> </a:t>
            </a:r>
            <a:r>
              <a:rPr spc="-90" dirty="0"/>
              <a:t>Dataset:</a:t>
            </a:r>
            <a:r>
              <a:rPr spc="-114" dirty="0"/>
              <a:t> </a:t>
            </a:r>
            <a:r>
              <a:rPr spc="-90" dirty="0"/>
              <a:t>State</a:t>
            </a:r>
            <a:r>
              <a:rPr spc="-85" dirty="0"/>
              <a:t> </a:t>
            </a:r>
            <a:r>
              <a:rPr spc="-25" dirty="0"/>
              <a:t>and </a:t>
            </a:r>
            <a:r>
              <a:rPr spc="-105" dirty="0"/>
              <a:t>National</a:t>
            </a:r>
            <a:r>
              <a:rPr spc="-100" dirty="0"/>
              <a:t> </a:t>
            </a:r>
            <a:r>
              <a:rPr spc="-65" dirty="0"/>
              <a:t>Level</a:t>
            </a:r>
            <a:r>
              <a:rPr spc="-100" dirty="0"/>
              <a:t> </a:t>
            </a:r>
            <a:r>
              <a:rPr spc="-60" dirty="0"/>
              <a:t>Election</a:t>
            </a:r>
            <a:r>
              <a:rPr spc="-100" dirty="0"/>
              <a:t> </a:t>
            </a:r>
            <a:r>
              <a:rPr spc="-110" dirty="0"/>
              <a:t>Data</a:t>
            </a:r>
            <a:r>
              <a:rPr spc="-95" dirty="0"/>
              <a:t> </a:t>
            </a:r>
            <a:r>
              <a:rPr spc="-80" dirty="0"/>
              <a:t>from</a:t>
            </a:r>
            <a:r>
              <a:rPr spc="-114" dirty="0"/>
              <a:t> </a:t>
            </a:r>
            <a:r>
              <a:rPr dirty="0"/>
              <a:t>1977</a:t>
            </a:r>
            <a:r>
              <a:rPr spc="-130" dirty="0"/>
              <a:t> </a:t>
            </a:r>
            <a:r>
              <a:rPr dirty="0"/>
              <a:t>–</a:t>
            </a:r>
            <a:r>
              <a:rPr spc="-65" dirty="0"/>
              <a:t> </a:t>
            </a:r>
            <a:r>
              <a:rPr spc="-20" dirty="0"/>
              <a:t>2015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3936" y="2533947"/>
            <a:ext cx="8513445" cy="359265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r>
              <a:rPr lang="en-US" sz="2300" b="1" dirty="0">
                <a:latin typeface="+mj-lt"/>
              </a:rPr>
              <a:t>4. Insights and Findings</a:t>
            </a:r>
            <a:endParaRPr lang="en-US" sz="2300" dirty="0">
              <a:latin typeface="+mj-lt"/>
            </a:endParaRPr>
          </a:p>
          <a:p>
            <a:r>
              <a:rPr lang="en-US" sz="2300" b="1" dirty="0" smtClean="0">
                <a:latin typeface="+mj-lt"/>
                <a:sym typeface="Wingdings" panose="05000000000000000000" pitchFamily="2" charset="2"/>
              </a:rPr>
              <a:t></a:t>
            </a:r>
            <a:r>
              <a:rPr lang="en-US" sz="2300" b="1" dirty="0" smtClean="0">
                <a:latin typeface="+mj-lt"/>
              </a:rPr>
              <a:t>Rise </a:t>
            </a:r>
            <a:r>
              <a:rPr lang="en-US" sz="2300" b="1" dirty="0">
                <a:latin typeface="+mj-lt"/>
              </a:rPr>
              <a:t>of Regional Influence:</a:t>
            </a:r>
            <a:r>
              <a:rPr lang="en-US" sz="2300" dirty="0">
                <a:latin typeface="+mj-lt"/>
              </a:rPr>
              <a:t> The dataset potentially reflects the growing influence of regional parties, challenging the dominance of national-level parties in specific regions.</a:t>
            </a:r>
          </a:p>
          <a:p>
            <a:r>
              <a:rPr lang="en-US" sz="2300" b="1" dirty="0" smtClean="0">
                <a:latin typeface="+mj-lt"/>
                <a:sym typeface="Wingdings" panose="05000000000000000000" pitchFamily="2" charset="2"/>
              </a:rPr>
              <a:t></a:t>
            </a:r>
            <a:r>
              <a:rPr lang="en-US" sz="2300" b="1" dirty="0" smtClean="0">
                <a:latin typeface="+mj-lt"/>
              </a:rPr>
              <a:t>Voter </a:t>
            </a:r>
            <a:r>
              <a:rPr lang="en-US" sz="2300" b="1" dirty="0">
                <a:latin typeface="+mj-lt"/>
              </a:rPr>
              <a:t>Engagement Challenges:</a:t>
            </a:r>
            <a:r>
              <a:rPr lang="en-US" sz="2300" dirty="0">
                <a:latin typeface="+mj-lt"/>
              </a:rPr>
              <a:t> Analysis may reveal hurdles to voter participation, suggesting areas for targeted outreach efforts and electoral reforms.</a:t>
            </a:r>
          </a:p>
          <a:p>
            <a:r>
              <a:rPr lang="en-US" sz="2300" b="1" dirty="0" smtClean="0">
                <a:latin typeface="+mj-lt"/>
                <a:sym typeface="Wingdings" panose="05000000000000000000" pitchFamily="2" charset="2"/>
              </a:rPr>
              <a:t></a:t>
            </a:r>
            <a:r>
              <a:rPr lang="en-US" sz="2300" b="1" dirty="0" smtClean="0">
                <a:latin typeface="+mj-lt"/>
              </a:rPr>
              <a:t>Demographic </a:t>
            </a:r>
            <a:r>
              <a:rPr lang="en-US" sz="2300" b="1" dirty="0">
                <a:latin typeface="+mj-lt"/>
              </a:rPr>
              <a:t>Shifts:</a:t>
            </a:r>
            <a:r>
              <a:rPr lang="en-US" sz="2300" dirty="0">
                <a:latin typeface="+mj-lt"/>
              </a:rPr>
              <a:t> Exploring changes in voter demographics, such as the impact of youth voter initiatives, provides insights into electoral dynamics.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 marR="5080">
              <a:lnSpc>
                <a:spcPts val="3920"/>
              </a:lnSpc>
              <a:spcBef>
                <a:spcPts val="600"/>
              </a:spcBef>
            </a:pPr>
            <a:r>
              <a:rPr spc="-114" dirty="0"/>
              <a:t>Analysis</a:t>
            </a:r>
            <a:r>
              <a:rPr spc="-90" dirty="0"/>
              <a:t> </a:t>
            </a:r>
            <a:r>
              <a:rPr dirty="0"/>
              <a:t>of</a:t>
            </a:r>
            <a:r>
              <a:rPr spc="-75" dirty="0"/>
              <a:t> </a:t>
            </a:r>
            <a:r>
              <a:rPr spc="-90" dirty="0"/>
              <a:t>Indian</a:t>
            </a:r>
            <a:r>
              <a:rPr spc="-105" dirty="0"/>
              <a:t> </a:t>
            </a:r>
            <a:r>
              <a:rPr spc="-60" dirty="0"/>
              <a:t>Election</a:t>
            </a:r>
            <a:r>
              <a:rPr spc="-140" dirty="0"/>
              <a:t> </a:t>
            </a:r>
            <a:r>
              <a:rPr spc="-90" dirty="0"/>
              <a:t>Dataset:</a:t>
            </a:r>
            <a:r>
              <a:rPr spc="-114" dirty="0"/>
              <a:t> </a:t>
            </a:r>
            <a:r>
              <a:rPr spc="-90" dirty="0"/>
              <a:t>State</a:t>
            </a:r>
            <a:r>
              <a:rPr spc="-85" dirty="0"/>
              <a:t> </a:t>
            </a:r>
            <a:r>
              <a:rPr spc="-25" dirty="0"/>
              <a:t>and </a:t>
            </a:r>
            <a:r>
              <a:rPr spc="-105" dirty="0"/>
              <a:t>National</a:t>
            </a:r>
            <a:r>
              <a:rPr spc="-100" dirty="0"/>
              <a:t> </a:t>
            </a:r>
            <a:r>
              <a:rPr spc="-65" dirty="0"/>
              <a:t>Level</a:t>
            </a:r>
            <a:r>
              <a:rPr spc="-100" dirty="0"/>
              <a:t> </a:t>
            </a:r>
            <a:r>
              <a:rPr spc="-60" dirty="0"/>
              <a:t>Election</a:t>
            </a:r>
            <a:r>
              <a:rPr spc="-100" dirty="0"/>
              <a:t> </a:t>
            </a:r>
            <a:r>
              <a:rPr spc="-110" dirty="0"/>
              <a:t>Data</a:t>
            </a:r>
            <a:r>
              <a:rPr spc="-95" dirty="0"/>
              <a:t> </a:t>
            </a:r>
            <a:r>
              <a:rPr spc="-80" dirty="0"/>
              <a:t>from</a:t>
            </a:r>
            <a:r>
              <a:rPr spc="-114" dirty="0"/>
              <a:t> </a:t>
            </a:r>
            <a:r>
              <a:rPr dirty="0"/>
              <a:t>1977</a:t>
            </a:r>
            <a:r>
              <a:rPr spc="-130" dirty="0"/>
              <a:t> </a:t>
            </a:r>
            <a:r>
              <a:rPr dirty="0"/>
              <a:t>–</a:t>
            </a:r>
            <a:r>
              <a:rPr spc="-65" dirty="0"/>
              <a:t> </a:t>
            </a:r>
            <a:r>
              <a:rPr spc="-20" dirty="0"/>
              <a:t>2015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85800"/>
            <a:ext cx="8437880" cy="1769715"/>
          </a:xfrm>
        </p:spPr>
        <p:txBody>
          <a:bodyPr/>
          <a:lstStyle/>
          <a:p>
            <a:r>
              <a:rPr lang="en-US" sz="2300" dirty="0">
                <a:latin typeface="+mj-lt"/>
              </a:rPr>
              <a:t>5. Conclusion</a:t>
            </a:r>
            <a:r>
              <a:rPr lang="en-US" sz="2300" b="0" dirty="0">
                <a:latin typeface="+mj-lt"/>
              </a:rPr>
              <a:t> Analyzing the Indian Election Dataset yields valuable insights into India's electoral landscape, offering a foundation for strategic decision-making, further research, and policy development. Understanding historical election trends aids in shaping future electoral strategies and governance frameworks.</a:t>
            </a:r>
            <a:endParaRPr lang="en-US" sz="23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72712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3912" y="1310157"/>
            <a:ext cx="8437880" cy="2831544"/>
          </a:xfrm>
        </p:spPr>
        <p:txBody>
          <a:bodyPr/>
          <a:lstStyle/>
          <a:p>
            <a:r>
              <a:rPr lang="en-US" sz="2300" dirty="0">
                <a:latin typeface="+mj-lt"/>
              </a:rPr>
              <a:t>6. Recommendations</a:t>
            </a:r>
            <a:r>
              <a:rPr lang="en-US" sz="2300" b="0" dirty="0">
                <a:latin typeface="+mj-lt"/>
              </a:rPr>
              <a:t/>
            </a:r>
            <a:br>
              <a:rPr lang="en-US" sz="2300" b="0" dirty="0">
                <a:latin typeface="+mj-lt"/>
              </a:rPr>
            </a:br>
            <a:r>
              <a:rPr lang="en-US" sz="2300" b="0" dirty="0" smtClean="0">
                <a:latin typeface="+mj-lt"/>
                <a:sym typeface="Wingdings" panose="05000000000000000000" pitchFamily="2" charset="2"/>
              </a:rPr>
              <a:t></a:t>
            </a:r>
            <a:r>
              <a:rPr lang="en-US" sz="2300" b="0" dirty="0" smtClean="0">
                <a:latin typeface="+mj-lt"/>
              </a:rPr>
              <a:t>Dive </a:t>
            </a:r>
            <a:r>
              <a:rPr lang="en-US" sz="2300" b="0" dirty="0">
                <a:latin typeface="+mj-lt"/>
              </a:rPr>
              <a:t>deeper into specific election cycles or regions for nuanced insights.</a:t>
            </a:r>
            <a:br>
              <a:rPr lang="en-US" sz="2300" b="0" dirty="0">
                <a:latin typeface="+mj-lt"/>
              </a:rPr>
            </a:br>
            <a:r>
              <a:rPr lang="en-US" sz="2300" b="0" dirty="0" smtClean="0">
                <a:latin typeface="+mj-lt"/>
                <a:sym typeface="Wingdings" panose="05000000000000000000" pitchFamily="2" charset="2"/>
              </a:rPr>
              <a:t></a:t>
            </a:r>
            <a:r>
              <a:rPr lang="en-US" sz="2300" b="0" dirty="0" smtClean="0">
                <a:latin typeface="+mj-lt"/>
              </a:rPr>
              <a:t>Investigate </a:t>
            </a:r>
            <a:r>
              <a:rPr lang="en-US" sz="2300" b="0" dirty="0">
                <a:latin typeface="+mj-lt"/>
              </a:rPr>
              <a:t>correlations between economic indicators, social factors, and electoral outcomes for a comprehensive understanding.</a:t>
            </a:r>
            <a:br>
              <a:rPr lang="en-US" sz="2300" b="0" dirty="0">
                <a:latin typeface="+mj-lt"/>
              </a:rPr>
            </a:br>
            <a:r>
              <a:rPr lang="en-US" sz="2300" b="0" dirty="0" smtClean="0">
                <a:latin typeface="+mj-lt"/>
                <a:sym typeface="Wingdings" panose="05000000000000000000" pitchFamily="2" charset="2"/>
              </a:rPr>
              <a:t></a:t>
            </a:r>
            <a:r>
              <a:rPr lang="en-US" sz="2300" b="0" dirty="0" smtClean="0">
                <a:latin typeface="+mj-lt"/>
              </a:rPr>
              <a:t>Consider </a:t>
            </a:r>
            <a:r>
              <a:rPr lang="en-US" sz="2300" b="0" dirty="0">
                <a:latin typeface="+mj-lt"/>
              </a:rPr>
              <a:t>implications for political forecasting, voter education, and electoral integrity measures based on dataset findings.</a:t>
            </a:r>
            <a:br>
              <a:rPr lang="en-US" sz="2300" b="0" dirty="0">
                <a:latin typeface="+mj-lt"/>
              </a:rPr>
            </a:br>
            <a:endParaRPr lang="en-US" sz="23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31085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3912" y="1310157"/>
            <a:ext cx="8437880" cy="2477601"/>
          </a:xfrm>
        </p:spPr>
        <p:txBody>
          <a:bodyPr/>
          <a:lstStyle/>
          <a:p>
            <a:pPr fontAlgn="base"/>
            <a:r>
              <a:rPr lang="en-US" sz="2300" dirty="0">
                <a:latin typeface="+mj-lt"/>
              </a:rPr>
              <a:t>References</a:t>
            </a:r>
            <a:r>
              <a:rPr lang="en-US" sz="2300" b="0" dirty="0">
                <a:latin typeface="+mj-lt"/>
              </a:rPr>
              <a:t> </a:t>
            </a:r>
            <a:r>
              <a:rPr lang="en-US" sz="2300" b="0" dirty="0" smtClean="0">
                <a:latin typeface="+mj-lt"/>
              </a:rPr>
              <a:t>The </a:t>
            </a:r>
            <a:r>
              <a:rPr lang="en-US" sz="2300" b="0" dirty="0">
                <a:latin typeface="+mj-lt"/>
              </a:rPr>
              <a:t>citations for data analysis methodologies and any referenced literature or sources used in the </a:t>
            </a:r>
            <a:r>
              <a:rPr lang="en-US" sz="2300" b="0" dirty="0" smtClean="0">
                <a:latin typeface="+mj-lt"/>
              </a:rPr>
              <a:t>report are as follows::</a:t>
            </a:r>
            <a:br>
              <a:rPr lang="en-US" sz="2300" b="0" dirty="0" smtClean="0">
                <a:latin typeface="+mj-lt"/>
              </a:rPr>
            </a:br>
            <a:r>
              <a:rPr lang="en-US" sz="2300" b="0" dirty="0">
                <a:latin typeface="+mj-lt"/>
              </a:rPr>
              <a:t/>
            </a:r>
            <a:br>
              <a:rPr lang="en-US" sz="2300" b="0" dirty="0">
                <a:latin typeface="+mj-lt"/>
              </a:rPr>
            </a:br>
            <a:r>
              <a:rPr lang="en-US" sz="2300" dirty="0">
                <a:latin typeface="+mj-lt"/>
              </a:rPr>
              <a:t>Acknowledgements</a:t>
            </a:r>
            <a:br>
              <a:rPr lang="en-US" sz="2300" dirty="0">
                <a:latin typeface="+mj-lt"/>
              </a:rPr>
            </a:br>
            <a:r>
              <a:rPr lang="en-US" sz="2300" b="0" dirty="0" err="1">
                <a:latin typeface="+mj-lt"/>
              </a:rPr>
              <a:t>Bhavnani</a:t>
            </a:r>
            <a:r>
              <a:rPr lang="en-US" sz="2300" b="0" dirty="0">
                <a:latin typeface="+mj-lt"/>
              </a:rPr>
              <a:t>, </a:t>
            </a:r>
            <a:r>
              <a:rPr lang="en-US" sz="2300" b="0" dirty="0" err="1">
                <a:latin typeface="+mj-lt"/>
              </a:rPr>
              <a:t>Rikhil</a:t>
            </a:r>
            <a:r>
              <a:rPr lang="en-US" sz="2300" b="0" dirty="0">
                <a:latin typeface="+mj-lt"/>
              </a:rPr>
              <a:t> R., 2017, "India National and State Election Dataset",</a:t>
            </a:r>
            <a:br>
              <a:rPr lang="en-US" sz="2300" b="0" dirty="0">
                <a:latin typeface="+mj-lt"/>
              </a:rPr>
            </a:br>
            <a:r>
              <a:rPr lang="en-US" sz="2300" b="0" dirty="0">
                <a:latin typeface="+mj-lt"/>
                <a:hlinkClick r:id="rId2"/>
              </a:rPr>
              <a:t>http://dx.doi.org/10.7910/DVN/26526</a:t>
            </a:r>
            <a:r>
              <a:rPr lang="en-US" sz="2300" b="0" dirty="0">
                <a:latin typeface="+mj-lt"/>
              </a:rPr>
              <a:t> Harvard </a:t>
            </a:r>
            <a:r>
              <a:rPr lang="en-US" sz="2300" b="0" dirty="0" err="1">
                <a:latin typeface="+mj-lt"/>
              </a:rPr>
              <a:t>Dataverse</a:t>
            </a:r>
            <a:r>
              <a:rPr lang="en-US" sz="2300" b="0" dirty="0">
                <a:latin typeface="+mj-lt"/>
              </a:rPr>
              <a:t> Network V2.</a:t>
            </a:r>
            <a:br>
              <a:rPr lang="en-US" sz="2300" b="0" dirty="0">
                <a:latin typeface="+mj-lt"/>
              </a:rPr>
            </a:br>
            <a:endParaRPr lang="en-US" sz="23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22649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3912" y="1310157"/>
            <a:ext cx="8437880" cy="553998"/>
          </a:xfrm>
        </p:spPr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3936" y="2464808"/>
            <a:ext cx="8448675" cy="353943"/>
          </a:xfrm>
        </p:spPr>
        <p:txBody>
          <a:bodyPr/>
          <a:lstStyle/>
          <a:p>
            <a:r>
              <a:rPr lang="en-US" dirty="0" smtClean="0"/>
              <a:t>Results are displayed in </a:t>
            </a:r>
            <a:r>
              <a:rPr lang="en-US" dirty="0" err="1" smtClean="0"/>
              <a:t>PowerBI</a:t>
            </a:r>
            <a:r>
              <a:rPr lang="en-US" dirty="0" smtClean="0"/>
              <a:t> Dashboards.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431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621</TotalTime>
  <Words>1332</Words>
  <Application>Microsoft Office PowerPoint</Application>
  <PresentationFormat>Custom</PresentationFormat>
  <Paragraphs>298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Calibri</vt:lpstr>
      <vt:lpstr>Segoe UI</vt:lpstr>
      <vt:lpstr>Segoe UI Semibold</vt:lpstr>
      <vt:lpstr>Tahoma</vt:lpstr>
      <vt:lpstr>Trebuchet MS</vt:lpstr>
      <vt:lpstr>Verdana</vt:lpstr>
      <vt:lpstr>Wingdings</vt:lpstr>
      <vt:lpstr>Office Theme</vt:lpstr>
      <vt:lpstr>Report on Indian- Elections- Analysis</vt:lpstr>
      <vt:lpstr>Analysis of Indian Election Dataset: State and National Level Election Data from 1977 – 2015</vt:lpstr>
      <vt:lpstr>Analysis of Indian Election Dataset: State and National Level Election Data from 1977 – 2015</vt:lpstr>
      <vt:lpstr>Sum of totvotpoll by st_name</vt:lpstr>
      <vt:lpstr>PowerPoint Presentation</vt:lpstr>
      <vt:lpstr>Inferences from Indian Elections Dataset</vt:lpstr>
      <vt:lpstr>Analysis of Indian Election Dataset: State and National Level Election Data from 1977 – 2015</vt:lpstr>
      <vt:lpstr>PowerPoint Presentation</vt:lpstr>
      <vt:lpstr>PowerPoint Presentation</vt:lpstr>
      <vt:lpstr>Analysis of Indian Election Dataset: State and National Level Election Data from 1977 – 2015</vt:lpstr>
      <vt:lpstr>PowerPoint Presentation</vt:lpstr>
      <vt:lpstr>PowerPoint Presentation</vt:lpstr>
      <vt:lpstr>Analysis of Indian Election Dataset: State and National Level Election Data from 1977 – 2015</vt:lpstr>
      <vt:lpstr>Analysis of Indian Election Dataset: State and National Level Election Data from 1977 – 2015</vt:lpstr>
      <vt:lpstr>Analysis of Indian Election Dataset: State and National Level Election Data from 1977 – 2015</vt:lpstr>
      <vt:lpstr>5. Conclusion Analyzing the Indian Election Dataset yields valuable insights into India's electoral landscape, offering a foundation for strategic decision-making, further research, and policy development. Understanding historical election trends aids in shaping future electoral strategies and governance frameworks.</vt:lpstr>
      <vt:lpstr>6. Recommendations Dive deeper into specific election cycles or regions for nuanced insights. Investigate correlations between economic indicators, social factors, and electoral outcomes for a comprehensive understanding. Consider implications for political forecasting, voter education, and electoral integrity measures based on dataset findings. </vt:lpstr>
      <vt:lpstr>References The citations for data analysis methodologies and any referenced literature or sources used in the report are as follows::  Acknowledgements Bhavnani, Rikhil R., 2017, "India National and State Election Dataset", http://dx.doi.org/10.7910/DVN/26526 Harvard Dataverse Network V2. 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 on Indian- Elections- Analysis</dc:title>
  <dc:creator>LENOVO</dc:creator>
  <cp:lastModifiedBy>LENOVO</cp:lastModifiedBy>
  <cp:revision>38</cp:revision>
  <dcterms:created xsi:type="dcterms:W3CDTF">2024-04-28T09:57:56Z</dcterms:created>
  <dcterms:modified xsi:type="dcterms:W3CDTF">2024-05-06T09:00:17Z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2024-04-28T00:00:00Z</vt:filetime>
  </property>
  <property fmtid="{D5CDD505-2E9C-101B-9397-08002B2CF9AE}" pid="3" name="Producer">
    <vt:lpwstr>iLovePDF</vt:lpwstr>
  </property>
</Properties>
</file>