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2"/>
    <p:sldId id="257" r:id="rId3"/>
    <p:sldId id="258" r:id="rId4"/>
    <p:sldId id="272" r:id="rId5"/>
    <p:sldId id="267" r:id="rId6"/>
    <p:sldId id="259" r:id="rId7"/>
    <p:sldId id="275" r:id="rId8"/>
    <p:sldId id="277" r:id="rId9"/>
    <p:sldId id="260" r:id="rId10"/>
    <p:sldId id="279" r:id="rId11"/>
    <p:sldId id="263" r:id="rId12"/>
    <p:sldId id="269" r:id="rId13"/>
    <p:sldId id="270" r:id="rId14"/>
    <p:sldId id="271" r:id="rId15"/>
    <p:sldId id="268" r:id="rId16"/>
  </p:sldIdLst>
  <p:sldSz cx="12649200" cy="7772400"/>
  <p:notesSz cx="12649200" cy="7772400"/>
  <p:defaultTextStyle>
    <a:defPPr>
      <a:defRPr kern="0"/>
    </a:defPPr>
  </p:defaultTextStyle>
  <p:extLst>
    <p:ext uri="{EFAFB233-063F-42B5-8137-9DF3F51BA10A}">
      <p15:sld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178" autoAdjust="0"/>
    <p:restoredTop sz="94660"/>
  </p:normalViewPr>
  <p:slideViewPr>
    <p:cSldViewPr>
      <p:cViewPr varScale="1">
        <p:scale>
          <a:sx n="81" d="100"/>
          <a:sy n="81" d="100"/>
        </p:scale>
        <p:origin x="858" y="102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754380" y="2409444"/>
            <a:ext cx="8549640" cy="1632204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3600" b="1" i="0">
                <a:solidFill>
                  <a:schemeClr val="tx1"/>
                </a:solidFill>
                <a:latin typeface="Calibri"/>
                <a:cs typeface="Calibri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1508760" y="4352544"/>
            <a:ext cx="7040880" cy="19431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2300" b="1" i="0">
                <a:solidFill>
                  <a:schemeClr val="tx1"/>
                </a:solidFill>
                <a:latin typeface="Calibri"/>
                <a:cs typeface="Calibri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5/12/2024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3600" b="1" i="0">
                <a:solidFill>
                  <a:schemeClr val="tx1"/>
                </a:solidFill>
                <a:latin typeface="Calibri"/>
                <a:cs typeface="Calibri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 sz="2300" b="1" i="0">
                <a:solidFill>
                  <a:schemeClr val="tx1"/>
                </a:solidFill>
                <a:latin typeface="Calibri"/>
                <a:cs typeface="Calibri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5/12/2024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3600" b="1" i="0">
                <a:solidFill>
                  <a:schemeClr val="tx1"/>
                </a:solidFill>
                <a:latin typeface="Calibri"/>
                <a:cs typeface="Calibri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sz="half" idx="2"/>
          </p:nvPr>
        </p:nvSpPr>
        <p:spPr>
          <a:xfrm>
            <a:off x="502920" y="1787652"/>
            <a:ext cx="4375404" cy="5129784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sz="half" idx="3"/>
          </p:nvPr>
        </p:nvSpPr>
        <p:spPr>
          <a:xfrm>
            <a:off x="5180076" y="1787652"/>
            <a:ext cx="4375404" cy="5129784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6" name="Holder 6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5/12/2024</a:t>
            </a:fld>
            <a:endParaRPr lang="en-US"/>
          </a:p>
        </p:txBody>
      </p:sp>
      <p:sp>
        <p:nvSpPr>
          <p:cNvPr id="7" name="Holder 7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3600" b="1" i="0">
                <a:solidFill>
                  <a:schemeClr val="tx1"/>
                </a:solidFill>
                <a:latin typeface="Calibri"/>
                <a:cs typeface="Calibri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5/12/2024</a:t>
            </a:fld>
            <a:endParaRPr lang="en-US"/>
          </a:p>
        </p:txBody>
      </p:sp>
      <p:sp>
        <p:nvSpPr>
          <p:cNvPr id="5" name="Holder 5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5/12/2024</a:t>
            </a:fld>
            <a:endParaRPr lang="en-US"/>
          </a:p>
        </p:txBody>
      </p:sp>
      <p:sp>
        <p:nvSpPr>
          <p:cNvPr id="4" name="Holder 4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753912" y="1310157"/>
            <a:ext cx="8437880" cy="107823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3600" b="1" i="0">
                <a:solidFill>
                  <a:schemeClr val="tx1"/>
                </a:solidFill>
                <a:latin typeface="Calibri"/>
                <a:cs typeface="Calibri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753936" y="2464808"/>
            <a:ext cx="8448675" cy="298069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2300" b="1" i="0">
                <a:solidFill>
                  <a:schemeClr val="tx1"/>
                </a:solidFill>
                <a:latin typeface="Calibri"/>
                <a:cs typeface="Calibri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>
          <a:xfrm>
            <a:off x="3419856" y="7228332"/>
            <a:ext cx="3218688" cy="38862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>
          <a:xfrm>
            <a:off x="502920" y="7228332"/>
            <a:ext cx="2313432" cy="38862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5/12/2024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>
          <a:xfrm>
            <a:off x="7242048" y="7228332"/>
            <a:ext cx="2313432" cy="38862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hyperlink" Target="https://colab.research.google.com/drive/129CE-2HOPDKJISTHiTcrvuASvJ-sPHN_" TargetMode="Externa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3" Type="http://schemas.openxmlformats.org/officeDocument/2006/relationships/image" Target="../media/image2.png"/><Relationship Id="rId7" Type="http://schemas.openxmlformats.org/officeDocument/2006/relationships/image" Target="../media/image6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10" Type="http://schemas.openxmlformats.org/officeDocument/2006/relationships/image" Target="../media/image9.png"/><Relationship Id="rId4" Type="http://schemas.openxmlformats.org/officeDocument/2006/relationships/image" Target="../media/image3.png"/><Relationship Id="rId9" Type="http://schemas.openxmlformats.org/officeDocument/2006/relationships/image" Target="../media/image8.png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image" Target="../media/image16.png"/><Relationship Id="rId13" Type="http://schemas.openxmlformats.org/officeDocument/2006/relationships/image" Target="../media/image21.png"/><Relationship Id="rId18" Type="http://schemas.openxmlformats.org/officeDocument/2006/relationships/image" Target="../media/image26.png"/><Relationship Id="rId26" Type="http://schemas.openxmlformats.org/officeDocument/2006/relationships/image" Target="../media/image34.png"/><Relationship Id="rId3" Type="http://schemas.openxmlformats.org/officeDocument/2006/relationships/image" Target="../media/image11.png"/><Relationship Id="rId21" Type="http://schemas.openxmlformats.org/officeDocument/2006/relationships/image" Target="../media/image29.png"/><Relationship Id="rId7" Type="http://schemas.openxmlformats.org/officeDocument/2006/relationships/image" Target="../media/image15.png"/><Relationship Id="rId12" Type="http://schemas.openxmlformats.org/officeDocument/2006/relationships/image" Target="../media/image20.png"/><Relationship Id="rId17" Type="http://schemas.openxmlformats.org/officeDocument/2006/relationships/image" Target="../media/image25.png"/><Relationship Id="rId25" Type="http://schemas.openxmlformats.org/officeDocument/2006/relationships/image" Target="../media/image33.png"/><Relationship Id="rId2" Type="http://schemas.openxmlformats.org/officeDocument/2006/relationships/image" Target="../media/image10.png"/><Relationship Id="rId16" Type="http://schemas.openxmlformats.org/officeDocument/2006/relationships/image" Target="../media/image24.png"/><Relationship Id="rId20" Type="http://schemas.openxmlformats.org/officeDocument/2006/relationships/image" Target="../media/image28.png"/><Relationship Id="rId1" Type="http://schemas.openxmlformats.org/officeDocument/2006/relationships/slideLayout" Target="../slideLayouts/slideLayout5.xml"/><Relationship Id="rId6" Type="http://schemas.openxmlformats.org/officeDocument/2006/relationships/image" Target="../media/image14.png"/><Relationship Id="rId11" Type="http://schemas.openxmlformats.org/officeDocument/2006/relationships/image" Target="../media/image19.png"/><Relationship Id="rId24" Type="http://schemas.openxmlformats.org/officeDocument/2006/relationships/image" Target="../media/image32.png"/><Relationship Id="rId5" Type="http://schemas.openxmlformats.org/officeDocument/2006/relationships/image" Target="../media/image13.png"/><Relationship Id="rId15" Type="http://schemas.openxmlformats.org/officeDocument/2006/relationships/image" Target="../media/image23.png"/><Relationship Id="rId23" Type="http://schemas.openxmlformats.org/officeDocument/2006/relationships/image" Target="../media/image31.png"/><Relationship Id="rId10" Type="http://schemas.openxmlformats.org/officeDocument/2006/relationships/image" Target="../media/image18.png"/><Relationship Id="rId19" Type="http://schemas.openxmlformats.org/officeDocument/2006/relationships/image" Target="../media/image27.png"/><Relationship Id="rId4" Type="http://schemas.openxmlformats.org/officeDocument/2006/relationships/image" Target="../media/image12.png"/><Relationship Id="rId9" Type="http://schemas.openxmlformats.org/officeDocument/2006/relationships/image" Target="../media/image17.png"/><Relationship Id="rId14" Type="http://schemas.openxmlformats.org/officeDocument/2006/relationships/image" Target="../media/image22.png"/><Relationship Id="rId22" Type="http://schemas.openxmlformats.org/officeDocument/2006/relationships/image" Target="../media/image30.png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5.png"/><Relationship Id="rId1" Type="http://schemas.openxmlformats.org/officeDocument/2006/relationships/slideLayout" Target="../slideLayouts/slideLayout5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6.png"/><Relationship Id="rId1" Type="http://schemas.openxmlformats.org/officeDocument/2006/relationships/slideLayout" Target="../slideLayouts/slideLayout5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hyperlink" Target="http://dx.doi.org/10.7910/DVN/26526" TargetMode="External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705610" y="76200"/>
            <a:ext cx="6921500" cy="1459230"/>
          </a:xfrm>
          <a:prstGeom prst="rect">
            <a:avLst/>
          </a:prstGeom>
        </p:spPr>
        <p:txBody>
          <a:bodyPr vert="horz" wrap="square" lIns="0" tIns="99060" rIns="0" bIns="0" rtlCol="0">
            <a:spAutoFit/>
          </a:bodyPr>
          <a:lstStyle/>
          <a:p>
            <a:pPr marL="2468880" marR="5080" indent="-2456815">
              <a:lnSpc>
                <a:spcPts val="5340"/>
              </a:lnSpc>
              <a:spcBef>
                <a:spcPts val="780"/>
              </a:spcBef>
            </a:pPr>
            <a:r>
              <a:rPr sz="4950" spc="-140" dirty="0"/>
              <a:t>Report</a:t>
            </a:r>
            <a:r>
              <a:rPr sz="4950" spc="-145" dirty="0"/>
              <a:t> </a:t>
            </a:r>
            <a:r>
              <a:rPr sz="4950" dirty="0"/>
              <a:t>on</a:t>
            </a:r>
            <a:r>
              <a:rPr sz="4950" spc="-220" dirty="0"/>
              <a:t> </a:t>
            </a:r>
            <a:r>
              <a:rPr sz="4950" spc="-130" dirty="0"/>
              <a:t>Indian-</a:t>
            </a:r>
            <a:r>
              <a:rPr sz="4950" spc="-150" dirty="0"/>
              <a:t> </a:t>
            </a:r>
            <a:r>
              <a:rPr sz="4950" spc="-70" dirty="0"/>
              <a:t>Elections- </a:t>
            </a:r>
            <a:r>
              <a:rPr sz="4950" spc="-45" dirty="0"/>
              <a:t>Analysis</a:t>
            </a:r>
            <a:endParaRPr sz="4950" dirty="0"/>
          </a:p>
        </p:txBody>
      </p:sp>
      <p:sp>
        <p:nvSpPr>
          <p:cNvPr id="3" name="object 3"/>
          <p:cNvSpPr txBox="1"/>
          <p:nvPr/>
        </p:nvSpPr>
        <p:spPr>
          <a:xfrm>
            <a:off x="2529840" y="1676400"/>
            <a:ext cx="5760720" cy="707245"/>
          </a:xfrm>
          <a:prstGeom prst="rect">
            <a:avLst/>
          </a:prstGeom>
        </p:spPr>
        <p:txBody>
          <a:bodyPr vert="horz" wrap="square" lIns="0" tIns="90805" rIns="0" bIns="0" rtlCol="0">
            <a:spAutoFit/>
          </a:bodyPr>
          <a:lstStyle/>
          <a:p>
            <a:pPr marL="1905" algn="ctr">
              <a:lnSpc>
                <a:spcPct val="100000"/>
              </a:lnSpc>
              <a:spcBef>
                <a:spcPts val="715"/>
              </a:spcBef>
            </a:pPr>
            <a:r>
              <a:rPr lang="en-US" sz="2000" b="1" dirty="0"/>
              <a:t>Examination of Indian Election Data: State </a:t>
            </a:r>
            <a:r>
              <a:rPr lang="en-US" sz="2000" b="1" dirty="0" smtClean="0"/>
              <a:t>Election </a:t>
            </a:r>
            <a:r>
              <a:rPr lang="en-US" sz="2000" b="1" dirty="0"/>
              <a:t>Records from 1977 – 2015</a:t>
            </a:r>
            <a:endParaRPr sz="1950" b="1" dirty="0">
              <a:latin typeface="Calibri"/>
              <a:cs typeface="Calibri"/>
            </a:endParaRPr>
          </a:p>
        </p:txBody>
      </p:sp>
      <p:sp>
        <p:nvSpPr>
          <p:cNvPr id="4" name="Rectangle 3"/>
          <p:cNvSpPr/>
          <p:nvPr/>
        </p:nvSpPr>
        <p:spPr>
          <a:xfrm>
            <a:off x="3048000" y="3962400"/>
            <a:ext cx="6324600" cy="2585323"/>
          </a:xfrm>
          <a:prstGeom prst="rect">
            <a:avLst/>
          </a:prstGeom>
        </p:spPr>
        <p:txBody>
          <a:bodyPr>
            <a:spAutoFit/>
          </a:bodyPr>
          <a:lstStyle/>
          <a:p>
            <a:r>
              <a:rPr lang="en-US" altLang="en-US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By</a:t>
            </a:r>
          </a:p>
          <a:p>
            <a:r>
              <a:rPr lang="en-US" altLang="en-US" b="1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Gopalakrishnan</a:t>
            </a:r>
            <a:r>
              <a:rPr lang="en-US" altLang="en-US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Kumar, IIT-B Alumnus,</a:t>
            </a:r>
          </a:p>
          <a:p>
            <a:r>
              <a:rPr lang="en-US" altLang="en-US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Freelance Data Science Consultant.</a:t>
            </a:r>
          </a:p>
          <a:p>
            <a:pPr lvl="0"/>
            <a:r>
              <a:rPr lang="en-US" dirty="0" smtClean="0">
                <a:ea typeface="Calibri"/>
                <a:cs typeface="Calibri"/>
                <a:sym typeface="Calibri"/>
              </a:rPr>
              <a:t>LinkedIn URL – </a:t>
            </a:r>
            <a:r>
              <a:rPr lang="en-US" b="1" dirty="0" smtClean="0">
                <a:ea typeface="Calibri"/>
                <a:cs typeface="Calibri"/>
                <a:sym typeface="Calibri"/>
              </a:rPr>
              <a:t>https://www.linkedin.com/in/gopalakrishnan-kumar-a73301110/</a:t>
            </a:r>
          </a:p>
          <a:p>
            <a:pPr lvl="0"/>
            <a:r>
              <a:rPr lang="en-US" dirty="0" err="1" smtClean="0">
                <a:ea typeface="Calibri"/>
                <a:cs typeface="Calibri"/>
                <a:sym typeface="Calibri"/>
              </a:rPr>
              <a:t>Git</a:t>
            </a:r>
            <a:r>
              <a:rPr lang="en-US" dirty="0" smtClean="0">
                <a:ea typeface="Calibri"/>
                <a:cs typeface="Calibri"/>
                <a:sym typeface="Calibri"/>
              </a:rPr>
              <a:t> Repository </a:t>
            </a:r>
            <a:r>
              <a:rPr lang="en-US" b="1" dirty="0" smtClean="0">
                <a:ea typeface="Calibri"/>
                <a:cs typeface="Calibri"/>
                <a:sym typeface="Calibri"/>
              </a:rPr>
              <a:t> https://github.com/Gopalakrishnan-Kumar/Python-for-Data-Science</a:t>
            </a:r>
            <a:endParaRPr lang="en-US" dirty="0" smtClean="0">
              <a:ea typeface="Calibri"/>
              <a:cs typeface="Calibri"/>
              <a:sym typeface="Calibri"/>
            </a:endParaRPr>
          </a:p>
          <a:p>
            <a:pPr lvl="0"/>
            <a:r>
              <a:rPr lang="en-US" dirty="0" smtClean="0">
                <a:ea typeface="Calibri"/>
                <a:cs typeface="Calibri"/>
                <a:sym typeface="Calibri"/>
              </a:rPr>
              <a:t>Website/blog URL </a:t>
            </a:r>
            <a:r>
              <a:rPr lang="en-US" b="1" dirty="0" smtClean="0">
                <a:ea typeface="Calibri"/>
                <a:cs typeface="Calibri"/>
                <a:sym typeface="Calibri"/>
              </a:rPr>
              <a:t>https://www.kaggle.com/gopalkk1</a:t>
            </a:r>
            <a:endParaRPr lang="en-US" b="1" dirty="0"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76200" rIns="0" bIns="0" rtlCol="0">
            <a:spAutoFit/>
          </a:bodyPr>
          <a:lstStyle/>
          <a:p>
            <a:pPr marL="12700" marR="5080">
              <a:lnSpc>
                <a:spcPts val="3920"/>
              </a:lnSpc>
              <a:spcBef>
                <a:spcPts val="600"/>
              </a:spcBef>
            </a:pPr>
            <a:r>
              <a:rPr spc="-114" dirty="0"/>
              <a:t>Analysis</a:t>
            </a:r>
            <a:r>
              <a:rPr spc="-90" dirty="0"/>
              <a:t> </a:t>
            </a:r>
            <a:r>
              <a:rPr dirty="0"/>
              <a:t>of</a:t>
            </a:r>
            <a:r>
              <a:rPr spc="-75" dirty="0"/>
              <a:t> </a:t>
            </a:r>
            <a:r>
              <a:rPr spc="-90" dirty="0"/>
              <a:t>Indian</a:t>
            </a:r>
            <a:r>
              <a:rPr spc="-105" dirty="0"/>
              <a:t> </a:t>
            </a:r>
            <a:r>
              <a:rPr spc="-60" dirty="0"/>
              <a:t>Election</a:t>
            </a:r>
            <a:r>
              <a:rPr spc="-140" dirty="0"/>
              <a:t> </a:t>
            </a:r>
            <a:r>
              <a:rPr spc="-90" dirty="0"/>
              <a:t>Dataset:</a:t>
            </a:r>
            <a:r>
              <a:rPr spc="-114" dirty="0"/>
              <a:t> </a:t>
            </a:r>
            <a:r>
              <a:rPr spc="-90" dirty="0"/>
              <a:t>State</a:t>
            </a:r>
            <a:r>
              <a:rPr spc="-85" dirty="0"/>
              <a:t> </a:t>
            </a:r>
            <a:r>
              <a:rPr spc="-60" dirty="0" smtClean="0"/>
              <a:t>Election</a:t>
            </a:r>
            <a:r>
              <a:rPr spc="-100" dirty="0" smtClean="0"/>
              <a:t> </a:t>
            </a:r>
            <a:r>
              <a:rPr spc="-110" dirty="0"/>
              <a:t>Data</a:t>
            </a:r>
            <a:r>
              <a:rPr spc="-95" dirty="0"/>
              <a:t> </a:t>
            </a:r>
            <a:r>
              <a:rPr spc="-80" dirty="0"/>
              <a:t>from</a:t>
            </a:r>
            <a:r>
              <a:rPr spc="-114" dirty="0"/>
              <a:t> </a:t>
            </a:r>
            <a:r>
              <a:rPr dirty="0"/>
              <a:t>1977</a:t>
            </a:r>
            <a:r>
              <a:rPr spc="-130" dirty="0"/>
              <a:t> </a:t>
            </a:r>
            <a:r>
              <a:rPr dirty="0"/>
              <a:t>–</a:t>
            </a:r>
            <a:r>
              <a:rPr spc="-65" dirty="0"/>
              <a:t> </a:t>
            </a:r>
            <a:r>
              <a:rPr spc="-20" dirty="0"/>
              <a:t>2015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753936" y="2533947"/>
            <a:ext cx="7941309" cy="1656223"/>
          </a:xfrm>
          <a:prstGeom prst="rect">
            <a:avLst/>
          </a:prstGeom>
        </p:spPr>
        <p:txBody>
          <a:bodyPr vert="horz" wrap="square" lIns="0" tIns="52705" rIns="0" bIns="0" rtlCol="0">
            <a:spAutoFit/>
          </a:bodyPr>
          <a:lstStyle/>
          <a:p>
            <a:pPr marL="12065" marR="5080">
              <a:lnSpc>
                <a:spcPts val="2500"/>
              </a:lnSpc>
              <a:spcBef>
                <a:spcPts val="415"/>
              </a:spcBef>
              <a:tabLst>
                <a:tab pos="201295" algn="l"/>
              </a:tabLst>
            </a:pPr>
            <a:r>
              <a:rPr lang="en-US" sz="2300" b="1" dirty="0">
                <a:latin typeface="+mj-lt"/>
              </a:rPr>
              <a:t>1. Introduction</a:t>
            </a:r>
            <a:r>
              <a:rPr lang="en-US" sz="2300" dirty="0">
                <a:latin typeface="+mj-lt"/>
              </a:rPr>
              <a:t> </a:t>
            </a:r>
            <a:r>
              <a:rPr lang="en-US" sz="2300" dirty="0"/>
              <a:t>The Indian Election Dataset offers a detailed look at state </a:t>
            </a:r>
            <a:r>
              <a:rPr lang="en-US" sz="2300" dirty="0" smtClean="0"/>
              <a:t>level </a:t>
            </a:r>
            <a:r>
              <a:rPr lang="en-US" sz="2300" dirty="0"/>
              <a:t>election data spanning nearly four decades, from 1977 to 2015. This report aims to delve into the dataset's intricacies, uncovering significant trends, patterns, and insights.</a:t>
            </a:r>
            <a:endParaRPr lang="en-US" sz="2300" spc="-10" dirty="0" smtClean="0">
              <a:latin typeface="Calibri"/>
              <a:cs typeface="Calibri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753936" y="2533947"/>
            <a:ext cx="8475345" cy="2884764"/>
          </a:xfrm>
          <a:prstGeom prst="rect">
            <a:avLst/>
          </a:prstGeom>
        </p:spPr>
        <p:txBody>
          <a:bodyPr vert="horz" wrap="square" lIns="0" tIns="52705" rIns="0" bIns="0" rtlCol="0">
            <a:spAutoFit/>
          </a:bodyPr>
          <a:lstStyle/>
          <a:p>
            <a:r>
              <a:rPr sz="2300" b="1" dirty="0" smtClean="0">
                <a:latin typeface="+mj-lt"/>
                <a:cs typeface="Calibri"/>
              </a:rPr>
              <a:t>2.</a:t>
            </a:r>
            <a:r>
              <a:rPr sz="2300" b="1" spc="-35" dirty="0" smtClean="0">
                <a:latin typeface="+mj-lt"/>
                <a:cs typeface="Calibri"/>
              </a:rPr>
              <a:t> </a:t>
            </a:r>
            <a:r>
              <a:rPr sz="2300" b="1" dirty="0" smtClean="0">
                <a:latin typeface="+mj-lt"/>
                <a:cs typeface="Calibri"/>
              </a:rPr>
              <a:t>Dataset</a:t>
            </a:r>
            <a:r>
              <a:rPr sz="2300" b="1" spc="-35" dirty="0" smtClean="0">
                <a:latin typeface="+mj-lt"/>
                <a:cs typeface="Calibri"/>
              </a:rPr>
              <a:t> </a:t>
            </a:r>
            <a:r>
              <a:rPr sz="2300" b="1" dirty="0" smtClean="0">
                <a:latin typeface="+mj-lt"/>
                <a:cs typeface="Calibri"/>
              </a:rPr>
              <a:t>Overview</a:t>
            </a:r>
            <a:r>
              <a:rPr sz="2300" b="1" spc="-45" dirty="0" smtClean="0">
                <a:latin typeface="+mj-lt"/>
                <a:cs typeface="Calibri"/>
              </a:rPr>
              <a:t> </a:t>
            </a:r>
            <a:r>
              <a:rPr lang="en-US" sz="2300" dirty="0"/>
              <a:t>The dataset encompasses a wide range of election-related information, including:</a:t>
            </a:r>
          </a:p>
          <a:p>
            <a:r>
              <a:rPr lang="en-US" sz="2300" dirty="0" smtClean="0"/>
              <a:t>1. Election </a:t>
            </a:r>
            <a:r>
              <a:rPr lang="en-US" sz="2300" dirty="0"/>
              <a:t>year specifics</a:t>
            </a:r>
          </a:p>
          <a:p>
            <a:r>
              <a:rPr lang="en-US" sz="2300" dirty="0" smtClean="0"/>
              <a:t>2. State </a:t>
            </a:r>
            <a:r>
              <a:rPr lang="en-US" sz="2300" dirty="0"/>
              <a:t>and constituency details</a:t>
            </a:r>
          </a:p>
          <a:p>
            <a:r>
              <a:rPr lang="en-US" sz="2300" dirty="0" smtClean="0"/>
              <a:t>3. Candidate </a:t>
            </a:r>
            <a:r>
              <a:rPr lang="en-US" sz="2300" dirty="0"/>
              <a:t>particulars (name, party affiliation, votes obtained)</a:t>
            </a:r>
          </a:p>
          <a:p>
            <a:r>
              <a:rPr lang="en-US" sz="2300" dirty="0" smtClean="0"/>
              <a:t>4. Election </a:t>
            </a:r>
            <a:r>
              <a:rPr lang="en-US" sz="2300" dirty="0"/>
              <a:t>categorization (general, by-election, etc.)</a:t>
            </a:r>
          </a:p>
          <a:p>
            <a:r>
              <a:rPr lang="en-US" sz="2300" dirty="0" smtClean="0"/>
              <a:t>5. Voter </a:t>
            </a:r>
            <a:r>
              <a:rPr lang="en-US" sz="2300" dirty="0"/>
              <a:t>turnout figures</a:t>
            </a:r>
          </a:p>
          <a:p>
            <a:r>
              <a:rPr lang="en-US" sz="2300" dirty="0" smtClean="0"/>
              <a:t>6. Election </a:t>
            </a:r>
            <a:r>
              <a:rPr lang="en-US" sz="2300" dirty="0"/>
              <a:t>outcomes (successful candidate, victory margins, etc.)</a:t>
            </a:r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76200" rIns="0" bIns="0" rtlCol="0">
            <a:spAutoFit/>
          </a:bodyPr>
          <a:lstStyle/>
          <a:p>
            <a:pPr marL="12700" marR="5080">
              <a:lnSpc>
                <a:spcPts val="3920"/>
              </a:lnSpc>
              <a:spcBef>
                <a:spcPts val="600"/>
              </a:spcBef>
            </a:pPr>
            <a:r>
              <a:rPr spc="-114" dirty="0"/>
              <a:t>Analysis</a:t>
            </a:r>
            <a:r>
              <a:rPr spc="-90" dirty="0"/>
              <a:t> </a:t>
            </a:r>
            <a:r>
              <a:rPr dirty="0"/>
              <a:t>of</a:t>
            </a:r>
            <a:r>
              <a:rPr spc="-75" dirty="0"/>
              <a:t> </a:t>
            </a:r>
            <a:r>
              <a:rPr spc="-90" dirty="0"/>
              <a:t>Indian</a:t>
            </a:r>
            <a:r>
              <a:rPr spc="-105" dirty="0"/>
              <a:t> </a:t>
            </a:r>
            <a:r>
              <a:rPr spc="-60" dirty="0"/>
              <a:t>Election</a:t>
            </a:r>
            <a:r>
              <a:rPr spc="-140" dirty="0"/>
              <a:t> </a:t>
            </a:r>
            <a:r>
              <a:rPr spc="-90" dirty="0"/>
              <a:t>Dataset:</a:t>
            </a:r>
            <a:r>
              <a:rPr spc="-114" dirty="0"/>
              <a:t> </a:t>
            </a:r>
            <a:r>
              <a:rPr spc="-90" dirty="0"/>
              <a:t>State</a:t>
            </a:r>
            <a:r>
              <a:rPr spc="-85" dirty="0"/>
              <a:t> </a:t>
            </a:r>
            <a:r>
              <a:rPr spc="-25" dirty="0"/>
              <a:t>and </a:t>
            </a:r>
            <a:r>
              <a:rPr spc="-105" dirty="0"/>
              <a:t>National</a:t>
            </a:r>
            <a:r>
              <a:rPr spc="-100" dirty="0"/>
              <a:t> </a:t>
            </a:r>
            <a:r>
              <a:rPr spc="-65" dirty="0"/>
              <a:t>Level</a:t>
            </a:r>
            <a:r>
              <a:rPr spc="-100" dirty="0"/>
              <a:t> </a:t>
            </a:r>
            <a:r>
              <a:rPr spc="-60" dirty="0"/>
              <a:t>Election</a:t>
            </a:r>
            <a:r>
              <a:rPr spc="-100" dirty="0"/>
              <a:t> </a:t>
            </a:r>
            <a:r>
              <a:rPr spc="-110" dirty="0"/>
              <a:t>Data</a:t>
            </a:r>
            <a:r>
              <a:rPr spc="-95" dirty="0"/>
              <a:t> </a:t>
            </a:r>
            <a:r>
              <a:rPr spc="-80" dirty="0"/>
              <a:t>from</a:t>
            </a:r>
            <a:r>
              <a:rPr spc="-114" dirty="0"/>
              <a:t> </a:t>
            </a:r>
            <a:r>
              <a:rPr dirty="0"/>
              <a:t>1977</a:t>
            </a:r>
            <a:r>
              <a:rPr spc="-130" dirty="0"/>
              <a:t> </a:t>
            </a:r>
            <a:r>
              <a:rPr dirty="0"/>
              <a:t>–</a:t>
            </a:r>
            <a:r>
              <a:rPr spc="-65" dirty="0"/>
              <a:t> </a:t>
            </a:r>
            <a:r>
              <a:rPr spc="-20" dirty="0"/>
              <a:t>2015</a:t>
            </a:r>
          </a:p>
        </p:txBody>
      </p:sp>
      <p:sp>
        <p:nvSpPr>
          <p:cNvPr id="5" name="Rectangle 4"/>
          <p:cNvSpPr/>
          <p:nvPr/>
        </p:nvSpPr>
        <p:spPr>
          <a:xfrm>
            <a:off x="753912" y="6172200"/>
            <a:ext cx="10439400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dirty="0" smtClean="0">
                <a:hlinkClick r:id="rId2"/>
              </a:rPr>
              <a:t>https://colab.research.google.com/drive/129CE-2HOPDKJISTHiTcrvuASvJ-sPHN_</a:t>
            </a:r>
            <a:endParaRPr lang="en-US" dirty="0"/>
          </a:p>
        </p:txBody>
      </p:sp>
      <p:sp>
        <p:nvSpPr>
          <p:cNvPr id="6" name="TextBox 5"/>
          <p:cNvSpPr txBox="1"/>
          <p:nvPr/>
        </p:nvSpPr>
        <p:spPr>
          <a:xfrm>
            <a:off x="914400" y="5638800"/>
            <a:ext cx="10820400" cy="3810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 smtClean="0"/>
              <a:t>The programming calculations are done by using Google </a:t>
            </a:r>
            <a:r>
              <a:rPr lang="en-US" b="1" dirty="0" err="1" smtClean="0"/>
              <a:t>Colab</a:t>
            </a:r>
            <a:endParaRPr lang="en-US" b="1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5881687" y="314808"/>
            <a:ext cx="885825" cy="152400"/>
          </a:xfrm>
          <a:prstGeom prst="rect">
            <a:avLst/>
          </a:prstGeom>
        </p:spPr>
        <p:txBody>
          <a:bodyPr vert="horz" wrap="square" lIns="0" tIns="8890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70"/>
              </a:spcBef>
            </a:pPr>
            <a:r>
              <a:rPr sz="900" dirty="0">
                <a:solidFill>
                  <a:srgbClr val="FFFFFF"/>
                </a:solidFill>
                <a:latin typeface="Segoe UI"/>
                <a:cs typeface="Segoe UI"/>
              </a:rPr>
              <a:t>Power</a:t>
            </a:r>
            <a:r>
              <a:rPr sz="900" spc="-30" dirty="0">
                <a:solidFill>
                  <a:srgbClr val="FFFFFF"/>
                </a:solidFill>
                <a:latin typeface="Segoe UI"/>
                <a:cs typeface="Segoe UI"/>
              </a:rPr>
              <a:t> </a:t>
            </a:r>
            <a:r>
              <a:rPr sz="900" dirty="0">
                <a:solidFill>
                  <a:srgbClr val="FFFFFF"/>
                </a:solidFill>
                <a:latin typeface="Segoe UI"/>
                <a:cs typeface="Segoe UI"/>
              </a:rPr>
              <a:t>BI</a:t>
            </a:r>
            <a:r>
              <a:rPr sz="900" spc="-25" dirty="0">
                <a:solidFill>
                  <a:srgbClr val="FFFFFF"/>
                </a:solidFill>
                <a:latin typeface="Segoe UI"/>
                <a:cs typeface="Segoe UI"/>
              </a:rPr>
              <a:t> </a:t>
            </a:r>
            <a:r>
              <a:rPr sz="900" spc="-10" dirty="0">
                <a:solidFill>
                  <a:srgbClr val="FFFFFF"/>
                </a:solidFill>
                <a:latin typeface="Segoe UI"/>
                <a:cs typeface="Segoe UI"/>
              </a:rPr>
              <a:t>Desktop</a:t>
            </a:r>
            <a:endParaRPr sz="900">
              <a:latin typeface="Segoe UI"/>
              <a:cs typeface="Segoe UI"/>
            </a:endParaRPr>
          </a:p>
        </p:txBody>
      </p:sp>
      <p:sp>
        <p:nvSpPr>
          <p:cNvPr id="3" name="object 3"/>
          <p:cNvSpPr/>
          <p:nvPr/>
        </p:nvSpPr>
        <p:spPr>
          <a:xfrm>
            <a:off x="228600" y="228600"/>
            <a:ext cx="12192000" cy="6858000"/>
          </a:xfrm>
          <a:custGeom>
            <a:avLst/>
            <a:gdLst/>
            <a:ahLst/>
            <a:cxnLst/>
            <a:rect l="l" t="t" r="r" b="b"/>
            <a:pathLst>
              <a:path w="12192000" h="6858000">
                <a:moveTo>
                  <a:pt x="12192000" y="6858000"/>
                </a:moveTo>
                <a:lnTo>
                  <a:pt x="0" y="6858000"/>
                </a:lnTo>
                <a:lnTo>
                  <a:pt x="0" y="0"/>
                </a:lnTo>
                <a:lnTo>
                  <a:pt x="12192000" y="0"/>
                </a:lnTo>
                <a:lnTo>
                  <a:pt x="12192000" y="685800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 txBox="1">
            <a:spLocks noGrp="1"/>
          </p:cNvSpPr>
          <p:nvPr>
            <p:ph type="title"/>
          </p:nvPr>
        </p:nvSpPr>
        <p:spPr>
          <a:xfrm>
            <a:off x="358775" y="190563"/>
            <a:ext cx="2103755" cy="2387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400" b="0" spc="-80" dirty="0">
                <a:solidFill>
                  <a:srgbClr val="252423"/>
                </a:solidFill>
                <a:latin typeface="Tahoma"/>
                <a:cs typeface="Tahoma"/>
              </a:rPr>
              <a:t>Sum</a:t>
            </a:r>
            <a:r>
              <a:rPr sz="1400" b="0" spc="-85" dirty="0">
                <a:solidFill>
                  <a:srgbClr val="252423"/>
                </a:solidFill>
                <a:latin typeface="Tahoma"/>
                <a:cs typeface="Tahoma"/>
              </a:rPr>
              <a:t> of</a:t>
            </a:r>
            <a:r>
              <a:rPr sz="1400" b="0" spc="-80" dirty="0">
                <a:solidFill>
                  <a:srgbClr val="252423"/>
                </a:solidFill>
                <a:latin typeface="Tahoma"/>
                <a:cs typeface="Tahoma"/>
              </a:rPr>
              <a:t> </a:t>
            </a:r>
            <a:r>
              <a:rPr sz="1400" b="0" spc="-55" dirty="0">
                <a:solidFill>
                  <a:srgbClr val="252423"/>
                </a:solidFill>
                <a:latin typeface="Tahoma"/>
                <a:cs typeface="Tahoma"/>
              </a:rPr>
              <a:t>totvotpoll</a:t>
            </a:r>
            <a:r>
              <a:rPr sz="1400" b="0" spc="-85" dirty="0">
                <a:solidFill>
                  <a:srgbClr val="252423"/>
                </a:solidFill>
                <a:latin typeface="Tahoma"/>
                <a:cs typeface="Tahoma"/>
              </a:rPr>
              <a:t> </a:t>
            </a:r>
            <a:r>
              <a:rPr sz="1400" b="0" spc="-80" dirty="0">
                <a:solidFill>
                  <a:srgbClr val="252423"/>
                </a:solidFill>
                <a:latin typeface="Tahoma"/>
                <a:cs typeface="Tahoma"/>
              </a:rPr>
              <a:t>by </a:t>
            </a:r>
            <a:r>
              <a:rPr sz="1400" b="0" spc="-60" dirty="0">
                <a:solidFill>
                  <a:srgbClr val="252423"/>
                </a:solidFill>
                <a:latin typeface="Tahoma"/>
                <a:cs typeface="Tahoma"/>
              </a:rPr>
              <a:t>st_name</a:t>
            </a:r>
            <a:endParaRPr sz="1400">
              <a:latin typeface="Tahoma"/>
              <a:cs typeface="Tahoma"/>
            </a:endParaRPr>
          </a:p>
        </p:txBody>
      </p:sp>
      <p:sp>
        <p:nvSpPr>
          <p:cNvPr id="5" name="object 5"/>
          <p:cNvSpPr/>
          <p:nvPr/>
        </p:nvSpPr>
        <p:spPr>
          <a:xfrm>
            <a:off x="952500" y="1914525"/>
            <a:ext cx="9525" cy="9525"/>
          </a:xfrm>
          <a:custGeom>
            <a:avLst/>
            <a:gdLst/>
            <a:ahLst/>
            <a:cxnLst/>
            <a:rect l="l" t="t" r="r" b="b"/>
            <a:pathLst>
              <a:path w="9525" h="9525">
                <a:moveTo>
                  <a:pt x="9524" y="9524"/>
                </a:moveTo>
                <a:lnTo>
                  <a:pt x="0" y="9524"/>
                </a:lnTo>
                <a:lnTo>
                  <a:pt x="0" y="0"/>
                </a:lnTo>
                <a:lnTo>
                  <a:pt x="9524" y="0"/>
                </a:lnTo>
                <a:lnTo>
                  <a:pt x="9524" y="9524"/>
                </a:lnTo>
                <a:close/>
              </a:path>
            </a:pathLst>
          </a:custGeom>
          <a:solidFill>
            <a:srgbClr val="C7C6C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/>
          <p:nvPr/>
        </p:nvSpPr>
        <p:spPr>
          <a:xfrm>
            <a:off x="1238250" y="1914537"/>
            <a:ext cx="581025" cy="9525"/>
          </a:xfrm>
          <a:custGeom>
            <a:avLst/>
            <a:gdLst/>
            <a:ahLst/>
            <a:cxnLst/>
            <a:rect l="l" t="t" r="r" b="b"/>
            <a:pathLst>
              <a:path w="581025" h="9525">
                <a:moveTo>
                  <a:pt x="9525" y="0"/>
                </a:moveTo>
                <a:lnTo>
                  <a:pt x="0" y="0"/>
                </a:lnTo>
                <a:lnTo>
                  <a:pt x="0" y="9525"/>
                </a:lnTo>
                <a:lnTo>
                  <a:pt x="9525" y="9525"/>
                </a:lnTo>
                <a:lnTo>
                  <a:pt x="9525" y="0"/>
                </a:lnTo>
                <a:close/>
              </a:path>
              <a:path w="581025" h="9525">
                <a:moveTo>
                  <a:pt x="66675" y="0"/>
                </a:moveTo>
                <a:lnTo>
                  <a:pt x="57150" y="0"/>
                </a:lnTo>
                <a:lnTo>
                  <a:pt x="57150" y="9525"/>
                </a:lnTo>
                <a:lnTo>
                  <a:pt x="66675" y="9525"/>
                </a:lnTo>
                <a:lnTo>
                  <a:pt x="66675" y="0"/>
                </a:lnTo>
                <a:close/>
              </a:path>
              <a:path w="581025" h="9525">
                <a:moveTo>
                  <a:pt x="123825" y="0"/>
                </a:moveTo>
                <a:lnTo>
                  <a:pt x="114300" y="0"/>
                </a:lnTo>
                <a:lnTo>
                  <a:pt x="114300" y="9525"/>
                </a:lnTo>
                <a:lnTo>
                  <a:pt x="123825" y="9525"/>
                </a:lnTo>
                <a:lnTo>
                  <a:pt x="123825" y="0"/>
                </a:lnTo>
                <a:close/>
              </a:path>
              <a:path w="581025" h="9525">
                <a:moveTo>
                  <a:pt x="180975" y="0"/>
                </a:moveTo>
                <a:lnTo>
                  <a:pt x="171450" y="0"/>
                </a:lnTo>
                <a:lnTo>
                  <a:pt x="171450" y="9525"/>
                </a:lnTo>
                <a:lnTo>
                  <a:pt x="180975" y="9525"/>
                </a:lnTo>
                <a:lnTo>
                  <a:pt x="180975" y="0"/>
                </a:lnTo>
                <a:close/>
              </a:path>
              <a:path w="581025" h="9525">
                <a:moveTo>
                  <a:pt x="238125" y="0"/>
                </a:moveTo>
                <a:lnTo>
                  <a:pt x="228600" y="0"/>
                </a:lnTo>
                <a:lnTo>
                  <a:pt x="228600" y="9525"/>
                </a:lnTo>
                <a:lnTo>
                  <a:pt x="238125" y="9525"/>
                </a:lnTo>
                <a:lnTo>
                  <a:pt x="238125" y="0"/>
                </a:lnTo>
                <a:close/>
              </a:path>
              <a:path w="581025" h="9525">
                <a:moveTo>
                  <a:pt x="295275" y="0"/>
                </a:moveTo>
                <a:lnTo>
                  <a:pt x="285750" y="0"/>
                </a:lnTo>
                <a:lnTo>
                  <a:pt x="285750" y="9525"/>
                </a:lnTo>
                <a:lnTo>
                  <a:pt x="295275" y="9525"/>
                </a:lnTo>
                <a:lnTo>
                  <a:pt x="295275" y="0"/>
                </a:lnTo>
                <a:close/>
              </a:path>
              <a:path w="581025" h="9525">
                <a:moveTo>
                  <a:pt x="352412" y="0"/>
                </a:moveTo>
                <a:lnTo>
                  <a:pt x="342887" y="0"/>
                </a:lnTo>
                <a:lnTo>
                  <a:pt x="342887" y="9525"/>
                </a:lnTo>
                <a:lnTo>
                  <a:pt x="352412" y="9525"/>
                </a:lnTo>
                <a:lnTo>
                  <a:pt x="352412" y="0"/>
                </a:lnTo>
                <a:close/>
              </a:path>
              <a:path w="581025" h="9525">
                <a:moveTo>
                  <a:pt x="409562" y="0"/>
                </a:moveTo>
                <a:lnTo>
                  <a:pt x="400037" y="0"/>
                </a:lnTo>
                <a:lnTo>
                  <a:pt x="400037" y="9525"/>
                </a:lnTo>
                <a:lnTo>
                  <a:pt x="409562" y="9525"/>
                </a:lnTo>
                <a:lnTo>
                  <a:pt x="409562" y="0"/>
                </a:lnTo>
                <a:close/>
              </a:path>
              <a:path w="581025" h="9525">
                <a:moveTo>
                  <a:pt x="466712" y="0"/>
                </a:moveTo>
                <a:lnTo>
                  <a:pt x="457187" y="0"/>
                </a:lnTo>
                <a:lnTo>
                  <a:pt x="457187" y="9525"/>
                </a:lnTo>
                <a:lnTo>
                  <a:pt x="466712" y="9525"/>
                </a:lnTo>
                <a:lnTo>
                  <a:pt x="466712" y="0"/>
                </a:lnTo>
                <a:close/>
              </a:path>
              <a:path w="581025" h="9525">
                <a:moveTo>
                  <a:pt x="523862" y="0"/>
                </a:moveTo>
                <a:lnTo>
                  <a:pt x="514337" y="0"/>
                </a:lnTo>
                <a:lnTo>
                  <a:pt x="514337" y="9525"/>
                </a:lnTo>
                <a:lnTo>
                  <a:pt x="523862" y="9525"/>
                </a:lnTo>
                <a:lnTo>
                  <a:pt x="523862" y="0"/>
                </a:lnTo>
                <a:close/>
              </a:path>
              <a:path w="581025" h="9525">
                <a:moveTo>
                  <a:pt x="581025" y="0"/>
                </a:moveTo>
                <a:lnTo>
                  <a:pt x="571500" y="0"/>
                </a:lnTo>
                <a:lnTo>
                  <a:pt x="571500" y="9525"/>
                </a:lnTo>
                <a:lnTo>
                  <a:pt x="581025" y="9525"/>
                </a:lnTo>
                <a:lnTo>
                  <a:pt x="581025" y="0"/>
                </a:lnTo>
                <a:close/>
              </a:path>
            </a:pathLst>
          </a:custGeom>
          <a:solidFill>
            <a:srgbClr val="C7C6C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/>
          <p:cNvSpPr/>
          <p:nvPr/>
        </p:nvSpPr>
        <p:spPr>
          <a:xfrm>
            <a:off x="1866900" y="1914537"/>
            <a:ext cx="981075" cy="9525"/>
          </a:xfrm>
          <a:custGeom>
            <a:avLst/>
            <a:gdLst/>
            <a:ahLst/>
            <a:cxnLst/>
            <a:rect l="l" t="t" r="r" b="b"/>
            <a:pathLst>
              <a:path w="981075" h="9525">
                <a:moveTo>
                  <a:pt x="9525" y="0"/>
                </a:moveTo>
                <a:lnTo>
                  <a:pt x="0" y="0"/>
                </a:lnTo>
                <a:lnTo>
                  <a:pt x="0" y="9525"/>
                </a:lnTo>
                <a:lnTo>
                  <a:pt x="9525" y="9525"/>
                </a:lnTo>
                <a:lnTo>
                  <a:pt x="9525" y="0"/>
                </a:lnTo>
                <a:close/>
              </a:path>
              <a:path w="981075" h="9525">
                <a:moveTo>
                  <a:pt x="66675" y="0"/>
                </a:moveTo>
                <a:lnTo>
                  <a:pt x="57150" y="0"/>
                </a:lnTo>
                <a:lnTo>
                  <a:pt x="57150" y="9525"/>
                </a:lnTo>
                <a:lnTo>
                  <a:pt x="66675" y="9525"/>
                </a:lnTo>
                <a:lnTo>
                  <a:pt x="66675" y="0"/>
                </a:lnTo>
                <a:close/>
              </a:path>
              <a:path w="981075" h="9525">
                <a:moveTo>
                  <a:pt x="123825" y="0"/>
                </a:moveTo>
                <a:lnTo>
                  <a:pt x="114300" y="0"/>
                </a:lnTo>
                <a:lnTo>
                  <a:pt x="114300" y="9525"/>
                </a:lnTo>
                <a:lnTo>
                  <a:pt x="123825" y="9525"/>
                </a:lnTo>
                <a:lnTo>
                  <a:pt x="123825" y="0"/>
                </a:lnTo>
                <a:close/>
              </a:path>
              <a:path w="981075" h="9525">
                <a:moveTo>
                  <a:pt x="180975" y="0"/>
                </a:moveTo>
                <a:lnTo>
                  <a:pt x="171450" y="0"/>
                </a:lnTo>
                <a:lnTo>
                  <a:pt x="171450" y="9525"/>
                </a:lnTo>
                <a:lnTo>
                  <a:pt x="180975" y="9525"/>
                </a:lnTo>
                <a:lnTo>
                  <a:pt x="180975" y="0"/>
                </a:lnTo>
                <a:close/>
              </a:path>
              <a:path w="981075" h="9525">
                <a:moveTo>
                  <a:pt x="238125" y="0"/>
                </a:moveTo>
                <a:lnTo>
                  <a:pt x="228600" y="0"/>
                </a:lnTo>
                <a:lnTo>
                  <a:pt x="228600" y="9525"/>
                </a:lnTo>
                <a:lnTo>
                  <a:pt x="238125" y="9525"/>
                </a:lnTo>
                <a:lnTo>
                  <a:pt x="238125" y="0"/>
                </a:lnTo>
                <a:close/>
              </a:path>
              <a:path w="981075" h="9525">
                <a:moveTo>
                  <a:pt x="295275" y="0"/>
                </a:moveTo>
                <a:lnTo>
                  <a:pt x="285750" y="0"/>
                </a:lnTo>
                <a:lnTo>
                  <a:pt x="285750" y="9525"/>
                </a:lnTo>
                <a:lnTo>
                  <a:pt x="295275" y="9525"/>
                </a:lnTo>
                <a:lnTo>
                  <a:pt x="295275" y="0"/>
                </a:lnTo>
                <a:close/>
              </a:path>
              <a:path w="981075" h="9525">
                <a:moveTo>
                  <a:pt x="352412" y="0"/>
                </a:moveTo>
                <a:lnTo>
                  <a:pt x="342887" y="0"/>
                </a:lnTo>
                <a:lnTo>
                  <a:pt x="342887" y="9525"/>
                </a:lnTo>
                <a:lnTo>
                  <a:pt x="352412" y="9525"/>
                </a:lnTo>
                <a:lnTo>
                  <a:pt x="352412" y="0"/>
                </a:lnTo>
                <a:close/>
              </a:path>
              <a:path w="981075" h="9525">
                <a:moveTo>
                  <a:pt x="409562" y="0"/>
                </a:moveTo>
                <a:lnTo>
                  <a:pt x="400037" y="0"/>
                </a:lnTo>
                <a:lnTo>
                  <a:pt x="400037" y="9525"/>
                </a:lnTo>
                <a:lnTo>
                  <a:pt x="409562" y="9525"/>
                </a:lnTo>
                <a:lnTo>
                  <a:pt x="409562" y="0"/>
                </a:lnTo>
                <a:close/>
              </a:path>
              <a:path w="981075" h="9525">
                <a:moveTo>
                  <a:pt x="466712" y="0"/>
                </a:moveTo>
                <a:lnTo>
                  <a:pt x="457187" y="0"/>
                </a:lnTo>
                <a:lnTo>
                  <a:pt x="457187" y="9525"/>
                </a:lnTo>
                <a:lnTo>
                  <a:pt x="466712" y="9525"/>
                </a:lnTo>
                <a:lnTo>
                  <a:pt x="466712" y="0"/>
                </a:lnTo>
                <a:close/>
              </a:path>
              <a:path w="981075" h="9525">
                <a:moveTo>
                  <a:pt x="523862" y="0"/>
                </a:moveTo>
                <a:lnTo>
                  <a:pt x="514337" y="0"/>
                </a:lnTo>
                <a:lnTo>
                  <a:pt x="514337" y="9525"/>
                </a:lnTo>
                <a:lnTo>
                  <a:pt x="523862" y="9525"/>
                </a:lnTo>
                <a:lnTo>
                  <a:pt x="523862" y="0"/>
                </a:lnTo>
                <a:close/>
              </a:path>
              <a:path w="981075" h="9525">
                <a:moveTo>
                  <a:pt x="581012" y="0"/>
                </a:moveTo>
                <a:lnTo>
                  <a:pt x="571487" y="0"/>
                </a:lnTo>
                <a:lnTo>
                  <a:pt x="571487" y="9525"/>
                </a:lnTo>
                <a:lnTo>
                  <a:pt x="581012" y="9525"/>
                </a:lnTo>
                <a:lnTo>
                  <a:pt x="581012" y="0"/>
                </a:lnTo>
                <a:close/>
              </a:path>
              <a:path w="981075" h="9525">
                <a:moveTo>
                  <a:pt x="638162" y="0"/>
                </a:moveTo>
                <a:lnTo>
                  <a:pt x="628637" y="0"/>
                </a:lnTo>
                <a:lnTo>
                  <a:pt x="628637" y="9525"/>
                </a:lnTo>
                <a:lnTo>
                  <a:pt x="638162" y="9525"/>
                </a:lnTo>
                <a:lnTo>
                  <a:pt x="638162" y="0"/>
                </a:lnTo>
                <a:close/>
              </a:path>
              <a:path w="981075" h="9525">
                <a:moveTo>
                  <a:pt x="695312" y="0"/>
                </a:moveTo>
                <a:lnTo>
                  <a:pt x="685787" y="0"/>
                </a:lnTo>
                <a:lnTo>
                  <a:pt x="685787" y="9525"/>
                </a:lnTo>
                <a:lnTo>
                  <a:pt x="695312" y="9525"/>
                </a:lnTo>
                <a:lnTo>
                  <a:pt x="695312" y="0"/>
                </a:lnTo>
                <a:close/>
              </a:path>
              <a:path w="981075" h="9525">
                <a:moveTo>
                  <a:pt x="752462" y="0"/>
                </a:moveTo>
                <a:lnTo>
                  <a:pt x="742937" y="0"/>
                </a:lnTo>
                <a:lnTo>
                  <a:pt x="742937" y="9525"/>
                </a:lnTo>
                <a:lnTo>
                  <a:pt x="752462" y="9525"/>
                </a:lnTo>
                <a:lnTo>
                  <a:pt x="752462" y="0"/>
                </a:lnTo>
                <a:close/>
              </a:path>
              <a:path w="981075" h="9525">
                <a:moveTo>
                  <a:pt x="809612" y="0"/>
                </a:moveTo>
                <a:lnTo>
                  <a:pt x="800087" y="0"/>
                </a:lnTo>
                <a:lnTo>
                  <a:pt x="800087" y="9525"/>
                </a:lnTo>
                <a:lnTo>
                  <a:pt x="809612" y="9525"/>
                </a:lnTo>
                <a:lnTo>
                  <a:pt x="809612" y="0"/>
                </a:lnTo>
                <a:close/>
              </a:path>
              <a:path w="981075" h="9525">
                <a:moveTo>
                  <a:pt x="866762" y="0"/>
                </a:moveTo>
                <a:lnTo>
                  <a:pt x="857237" y="0"/>
                </a:lnTo>
                <a:lnTo>
                  <a:pt x="857237" y="9525"/>
                </a:lnTo>
                <a:lnTo>
                  <a:pt x="866762" y="9525"/>
                </a:lnTo>
                <a:lnTo>
                  <a:pt x="866762" y="0"/>
                </a:lnTo>
                <a:close/>
              </a:path>
              <a:path w="981075" h="9525">
                <a:moveTo>
                  <a:pt x="923912" y="0"/>
                </a:moveTo>
                <a:lnTo>
                  <a:pt x="914387" y="0"/>
                </a:lnTo>
                <a:lnTo>
                  <a:pt x="914387" y="9525"/>
                </a:lnTo>
                <a:lnTo>
                  <a:pt x="923912" y="9525"/>
                </a:lnTo>
                <a:lnTo>
                  <a:pt x="923912" y="0"/>
                </a:lnTo>
                <a:close/>
              </a:path>
              <a:path w="981075" h="9525">
                <a:moveTo>
                  <a:pt x="981062" y="0"/>
                </a:moveTo>
                <a:lnTo>
                  <a:pt x="971537" y="0"/>
                </a:lnTo>
                <a:lnTo>
                  <a:pt x="971537" y="9525"/>
                </a:lnTo>
                <a:lnTo>
                  <a:pt x="981062" y="9525"/>
                </a:lnTo>
                <a:lnTo>
                  <a:pt x="981062" y="0"/>
                </a:lnTo>
                <a:close/>
              </a:path>
            </a:pathLst>
          </a:custGeom>
          <a:solidFill>
            <a:srgbClr val="C7C6C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" name="object 8"/>
          <p:cNvSpPr/>
          <p:nvPr/>
        </p:nvSpPr>
        <p:spPr>
          <a:xfrm>
            <a:off x="2895600" y="1914525"/>
            <a:ext cx="9525" cy="9525"/>
          </a:xfrm>
          <a:custGeom>
            <a:avLst/>
            <a:gdLst/>
            <a:ahLst/>
            <a:cxnLst/>
            <a:rect l="l" t="t" r="r" b="b"/>
            <a:pathLst>
              <a:path w="9525" h="9525">
                <a:moveTo>
                  <a:pt x="9525" y="9524"/>
                </a:moveTo>
                <a:lnTo>
                  <a:pt x="0" y="9524"/>
                </a:lnTo>
                <a:lnTo>
                  <a:pt x="0" y="0"/>
                </a:lnTo>
                <a:lnTo>
                  <a:pt x="9525" y="0"/>
                </a:lnTo>
                <a:lnTo>
                  <a:pt x="9525" y="9524"/>
                </a:lnTo>
                <a:close/>
              </a:path>
            </a:pathLst>
          </a:custGeom>
          <a:solidFill>
            <a:srgbClr val="C7C6C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" name="object 9"/>
          <p:cNvSpPr/>
          <p:nvPr/>
        </p:nvSpPr>
        <p:spPr>
          <a:xfrm>
            <a:off x="1009650" y="771537"/>
            <a:ext cx="180975" cy="1152525"/>
          </a:xfrm>
          <a:custGeom>
            <a:avLst/>
            <a:gdLst/>
            <a:ahLst/>
            <a:cxnLst/>
            <a:rect l="l" t="t" r="r" b="b"/>
            <a:pathLst>
              <a:path w="180975" h="1152525">
                <a:moveTo>
                  <a:pt x="9525" y="1143000"/>
                </a:moveTo>
                <a:lnTo>
                  <a:pt x="0" y="1143000"/>
                </a:lnTo>
                <a:lnTo>
                  <a:pt x="0" y="1152525"/>
                </a:lnTo>
                <a:lnTo>
                  <a:pt x="9525" y="1152525"/>
                </a:lnTo>
                <a:lnTo>
                  <a:pt x="9525" y="1143000"/>
                </a:lnTo>
                <a:close/>
              </a:path>
              <a:path w="180975" h="1152525">
                <a:moveTo>
                  <a:pt x="9525" y="0"/>
                </a:moveTo>
                <a:lnTo>
                  <a:pt x="0" y="0"/>
                </a:lnTo>
                <a:lnTo>
                  <a:pt x="0" y="9525"/>
                </a:lnTo>
                <a:lnTo>
                  <a:pt x="9525" y="9525"/>
                </a:lnTo>
                <a:lnTo>
                  <a:pt x="9525" y="0"/>
                </a:lnTo>
                <a:close/>
              </a:path>
              <a:path w="180975" h="1152525">
                <a:moveTo>
                  <a:pt x="66675" y="1143000"/>
                </a:moveTo>
                <a:lnTo>
                  <a:pt x="57150" y="1143000"/>
                </a:lnTo>
                <a:lnTo>
                  <a:pt x="57150" y="1152525"/>
                </a:lnTo>
                <a:lnTo>
                  <a:pt x="66675" y="1152525"/>
                </a:lnTo>
                <a:lnTo>
                  <a:pt x="66675" y="1143000"/>
                </a:lnTo>
                <a:close/>
              </a:path>
              <a:path w="180975" h="1152525">
                <a:moveTo>
                  <a:pt x="123825" y="1143000"/>
                </a:moveTo>
                <a:lnTo>
                  <a:pt x="114300" y="1143000"/>
                </a:lnTo>
                <a:lnTo>
                  <a:pt x="114300" y="1152525"/>
                </a:lnTo>
                <a:lnTo>
                  <a:pt x="123825" y="1152525"/>
                </a:lnTo>
                <a:lnTo>
                  <a:pt x="123825" y="1143000"/>
                </a:lnTo>
                <a:close/>
              </a:path>
              <a:path w="180975" h="1152525">
                <a:moveTo>
                  <a:pt x="180975" y="1143000"/>
                </a:moveTo>
                <a:lnTo>
                  <a:pt x="171450" y="1143000"/>
                </a:lnTo>
                <a:lnTo>
                  <a:pt x="171450" y="1152525"/>
                </a:lnTo>
                <a:lnTo>
                  <a:pt x="180975" y="1152525"/>
                </a:lnTo>
                <a:lnTo>
                  <a:pt x="180975" y="1143000"/>
                </a:lnTo>
                <a:close/>
              </a:path>
              <a:path w="180975" h="1152525">
                <a:moveTo>
                  <a:pt x="180975" y="0"/>
                </a:moveTo>
                <a:lnTo>
                  <a:pt x="178193" y="0"/>
                </a:lnTo>
                <a:lnTo>
                  <a:pt x="178193" y="9525"/>
                </a:lnTo>
                <a:lnTo>
                  <a:pt x="180975" y="9525"/>
                </a:lnTo>
                <a:lnTo>
                  <a:pt x="180975" y="0"/>
                </a:lnTo>
                <a:close/>
              </a:path>
            </a:pathLst>
          </a:custGeom>
          <a:solidFill>
            <a:srgbClr val="C7C6C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" name="object 10"/>
          <p:cNvSpPr txBox="1"/>
          <p:nvPr/>
        </p:nvSpPr>
        <p:spPr>
          <a:xfrm>
            <a:off x="564604" y="1828899"/>
            <a:ext cx="305435" cy="1625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900" spc="-10" dirty="0">
                <a:solidFill>
                  <a:srgbClr val="605D5C"/>
                </a:solidFill>
                <a:latin typeface="Segoe UI"/>
                <a:cs typeface="Segoe UI"/>
              </a:rPr>
              <a:t>0.0bn</a:t>
            </a:r>
            <a:endParaRPr sz="900">
              <a:latin typeface="Segoe UI"/>
              <a:cs typeface="Segoe UI"/>
            </a:endParaRPr>
          </a:p>
        </p:txBody>
      </p:sp>
      <p:sp>
        <p:nvSpPr>
          <p:cNvPr id="11" name="object 11"/>
          <p:cNvSpPr/>
          <p:nvPr/>
        </p:nvSpPr>
        <p:spPr>
          <a:xfrm>
            <a:off x="952500" y="771525"/>
            <a:ext cx="9525" cy="9525"/>
          </a:xfrm>
          <a:custGeom>
            <a:avLst/>
            <a:gdLst/>
            <a:ahLst/>
            <a:cxnLst/>
            <a:rect l="l" t="t" r="r" b="b"/>
            <a:pathLst>
              <a:path w="9525" h="9525">
                <a:moveTo>
                  <a:pt x="9524" y="9524"/>
                </a:moveTo>
                <a:lnTo>
                  <a:pt x="0" y="9524"/>
                </a:lnTo>
                <a:lnTo>
                  <a:pt x="0" y="0"/>
                </a:lnTo>
                <a:lnTo>
                  <a:pt x="9524" y="0"/>
                </a:lnTo>
                <a:lnTo>
                  <a:pt x="9524" y="9524"/>
                </a:lnTo>
                <a:close/>
              </a:path>
            </a:pathLst>
          </a:custGeom>
          <a:solidFill>
            <a:srgbClr val="C7C6C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2" name="object 12"/>
          <p:cNvSpPr/>
          <p:nvPr/>
        </p:nvSpPr>
        <p:spPr>
          <a:xfrm>
            <a:off x="1238250" y="771525"/>
            <a:ext cx="9525" cy="9525"/>
          </a:xfrm>
          <a:custGeom>
            <a:avLst/>
            <a:gdLst/>
            <a:ahLst/>
            <a:cxnLst/>
            <a:rect l="l" t="t" r="r" b="b"/>
            <a:pathLst>
              <a:path w="9525" h="9525">
                <a:moveTo>
                  <a:pt x="9525" y="9524"/>
                </a:moveTo>
                <a:lnTo>
                  <a:pt x="0" y="9524"/>
                </a:lnTo>
                <a:lnTo>
                  <a:pt x="0" y="0"/>
                </a:lnTo>
                <a:lnTo>
                  <a:pt x="9525" y="0"/>
                </a:lnTo>
                <a:lnTo>
                  <a:pt x="9525" y="9524"/>
                </a:lnTo>
                <a:close/>
              </a:path>
            </a:pathLst>
          </a:custGeom>
          <a:solidFill>
            <a:srgbClr val="C7C6C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3" name="object 13"/>
          <p:cNvSpPr/>
          <p:nvPr/>
        </p:nvSpPr>
        <p:spPr>
          <a:xfrm>
            <a:off x="1295400" y="771525"/>
            <a:ext cx="9525" cy="9525"/>
          </a:xfrm>
          <a:custGeom>
            <a:avLst/>
            <a:gdLst/>
            <a:ahLst/>
            <a:cxnLst/>
            <a:rect l="l" t="t" r="r" b="b"/>
            <a:pathLst>
              <a:path w="9525" h="9525">
                <a:moveTo>
                  <a:pt x="9525" y="9524"/>
                </a:moveTo>
                <a:lnTo>
                  <a:pt x="0" y="9524"/>
                </a:lnTo>
                <a:lnTo>
                  <a:pt x="0" y="0"/>
                </a:lnTo>
                <a:lnTo>
                  <a:pt x="9525" y="0"/>
                </a:lnTo>
                <a:lnTo>
                  <a:pt x="9525" y="9524"/>
                </a:lnTo>
                <a:close/>
              </a:path>
            </a:pathLst>
          </a:custGeom>
          <a:solidFill>
            <a:srgbClr val="C7C6C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4" name="object 14"/>
          <p:cNvSpPr/>
          <p:nvPr/>
        </p:nvSpPr>
        <p:spPr>
          <a:xfrm>
            <a:off x="1352550" y="771525"/>
            <a:ext cx="9525" cy="9525"/>
          </a:xfrm>
          <a:custGeom>
            <a:avLst/>
            <a:gdLst/>
            <a:ahLst/>
            <a:cxnLst/>
            <a:rect l="l" t="t" r="r" b="b"/>
            <a:pathLst>
              <a:path w="9525" h="9525">
                <a:moveTo>
                  <a:pt x="9525" y="9524"/>
                </a:moveTo>
                <a:lnTo>
                  <a:pt x="0" y="9524"/>
                </a:lnTo>
                <a:lnTo>
                  <a:pt x="0" y="0"/>
                </a:lnTo>
                <a:lnTo>
                  <a:pt x="9525" y="0"/>
                </a:lnTo>
                <a:lnTo>
                  <a:pt x="9525" y="9524"/>
                </a:lnTo>
                <a:close/>
              </a:path>
            </a:pathLst>
          </a:custGeom>
          <a:solidFill>
            <a:srgbClr val="C7C6C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5" name="object 15"/>
          <p:cNvSpPr/>
          <p:nvPr/>
        </p:nvSpPr>
        <p:spPr>
          <a:xfrm>
            <a:off x="1409700" y="771525"/>
            <a:ext cx="9525" cy="9525"/>
          </a:xfrm>
          <a:custGeom>
            <a:avLst/>
            <a:gdLst/>
            <a:ahLst/>
            <a:cxnLst/>
            <a:rect l="l" t="t" r="r" b="b"/>
            <a:pathLst>
              <a:path w="9525" h="9525">
                <a:moveTo>
                  <a:pt x="9525" y="9524"/>
                </a:moveTo>
                <a:lnTo>
                  <a:pt x="0" y="9524"/>
                </a:lnTo>
                <a:lnTo>
                  <a:pt x="0" y="0"/>
                </a:lnTo>
                <a:lnTo>
                  <a:pt x="9525" y="0"/>
                </a:lnTo>
                <a:lnTo>
                  <a:pt x="9525" y="9524"/>
                </a:lnTo>
                <a:close/>
              </a:path>
            </a:pathLst>
          </a:custGeom>
          <a:solidFill>
            <a:srgbClr val="C7C6C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6" name="object 16"/>
          <p:cNvSpPr/>
          <p:nvPr/>
        </p:nvSpPr>
        <p:spPr>
          <a:xfrm>
            <a:off x="1466850" y="771525"/>
            <a:ext cx="9525" cy="9525"/>
          </a:xfrm>
          <a:custGeom>
            <a:avLst/>
            <a:gdLst/>
            <a:ahLst/>
            <a:cxnLst/>
            <a:rect l="l" t="t" r="r" b="b"/>
            <a:pathLst>
              <a:path w="9525" h="9525">
                <a:moveTo>
                  <a:pt x="9525" y="9524"/>
                </a:moveTo>
                <a:lnTo>
                  <a:pt x="0" y="9524"/>
                </a:lnTo>
                <a:lnTo>
                  <a:pt x="0" y="0"/>
                </a:lnTo>
                <a:lnTo>
                  <a:pt x="9525" y="0"/>
                </a:lnTo>
                <a:lnTo>
                  <a:pt x="9525" y="9524"/>
                </a:lnTo>
                <a:close/>
              </a:path>
            </a:pathLst>
          </a:custGeom>
          <a:solidFill>
            <a:srgbClr val="C7C6C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7" name="object 17"/>
          <p:cNvSpPr/>
          <p:nvPr/>
        </p:nvSpPr>
        <p:spPr>
          <a:xfrm>
            <a:off x="1524000" y="771525"/>
            <a:ext cx="9525" cy="9525"/>
          </a:xfrm>
          <a:custGeom>
            <a:avLst/>
            <a:gdLst/>
            <a:ahLst/>
            <a:cxnLst/>
            <a:rect l="l" t="t" r="r" b="b"/>
            <a:pathLst>
              <a:path w="9525" h="9525">
                <a:moveTo>
                  <a:pt x="9525" y="9524"/>
                </a:moveTo>
                <a:lnTo>
                  <a:pt x="0" y="9524"/>
                </a:lnTo>
                <a:lnTo>
                  <a:pt x="0" y="0"/>
                </a:lnTo>
                <a:lnTo>
                  <a:pt x="9525" y="0"/>
                </a:lnTo>
                <a:lnTo>
                  <a:pt x="9525" y="9524"/>
                </a:lnTo>
                <a:close/>
              </a:path>
            </a:pathLst>
          </a:custGeom>
          <a:solidFill>
            <a:srgbClr val="C7C6C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8" name="object 18"/>
          <p:cNvSpPr/>
          <p:nvPr/>
        </p:nvSpPr>
        <p:spPr>
          <a:xfrm>
            <a:off x="1581150" y="771525"/>
            <a:ext cx="9525" cy="9525"/>
          </a:xfrm>
          <a:custGeom>
            <a:avLst/>
            <a:gdLst/>
            <a:ahLst/>
            <a:cxnLst/>
            <a:rect l="l" t="t" r="r" b="b"/>
            <a:pathLst>
              <a:path w="9525" h="9525">
                <a:moveTo>
                  <a:pt x="9525" y="9524"/>
                </a:moveTo>
                <a:lnTo>
                  <a:pt x="0" y="9524"/>
                </a:lnTo>
                <a:lnTo>
                  <a:pt x="0" y="0"/>
                </a:lnTo>
                <a:lnTo>
                  <a:pt x="9525" y="0"/>
                </a:lnTo>
                <a:lnTo>
                  <a:pt x="9525" y="9524"/>
                </a:lnTo>
                <a:close/>
              </a:path>
            </a:pathLst>
          </a:custGeom>
          <a:solidFill>
            <a:srgbClr val="C7C6C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9" name="object 19"/>
          <p:cNvSpPr/>
          <p:nvPr/>
        </p:nvSpPr>
        <p:spPr>
          <a:xfrm>
            <a:off x="1638300" y="771525"/>
            <a:ext cx="9525" cy="9525"/>
          </a:xfrm>
          <a:custGeom>
            <a:avLst/>
            <a:gdLst/>
            <a:ahLst/>
            <a:cxnLst/>
            <a:rect l="l" t="t" r="r" b="b"/>
            <a:pathLst>
              <a:path w="9525" h="9525">
                <a:moveTo>
                  <a:pt x="9525" y="9524"/>
                </a:moveTo>
                <a:lnTo>
                  <a:pt x="0" y="9524"/>
                </a:lnTo>
                <a:lnTo>
                  <a:pt x="0" y="0"/>
                </a:lnTo>
                <a:lnTo>
                  <a:pt x="9525" y="0"/>
                </a:lnTo>
                <a:lnTo>
                  <a:pt x="9525" y="9524"/>
                </a:lnTo>
                <a:close/>
              </a:path>
            </a:pathLst>
          </a:custGeom>
          <a:solidFill>
            <a:srgbClr val="C7C6C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0" name="object 20"/>
          <p:cNvSpPr/>
          <p:nvPr/>
        </p:nvSpPr>
        <p:spPr>
          <a:xfrm>
            <a:off x="1695450" y="771525"/>
            <a:ext cx="9525" cy="9525"/>
          </a:xfrm>
          <a:custGeom>
            <a:avLst/>
            <a:gdLst/>
            <a:ahLst/>
            <a:cxnLst/>
            <a:rect l="l" t="t" r="r" b="b"/>
            <a:pathLst>
              <a:path w="9525" h="9525">
                <a:moveTo>
                  <a:pt x="9525" y="9524"/>
                </a:moveTo>
                <a:lnTo>
                  <a:pt x="0" y="9524"/>
                </a:lnTo>
                <a:lnTo>
                  <a:pt x="0" y="0"/>
                </a:lnTo>
                <a:lnTo>
                  <a:pt x="9525" y="0"/>
                </a:lnTo>
                <a:lnTo>
                  <a:pt x="9525" y="9524"/>
                </a:lnTo>
                <a:close/>
              </a:path>
            </a:pathLst>
          </a:custGeom>
          <a:solidFill>
            <a:srgbClr val="C7C6C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1" name="object 21"/>
          <p:cNvSpPr/>
          <p:nvPr/>
        </p:nvSpPr>
        <p:spPr>
          <a:xfrm>
            <a:off x="1752600" y="771525"/>
            <a:ext cx="9525" cy="9525"/>
          </a:xfrm>
          <a:custGeom>
            <a:avLst/>
            <a:gdLst/>
            <a:ahLst/>
            <a:cxnLst/>
            <a:rect l="l" t="t" r="r" b="b"/>
            <a:pathLst>
              <a:path w="9525" h="9525">
                <a:moveTo>
                  <a:pt x="9525" y="9524"/>
                </a:moveTo>
                <a:lnTo>
                  <a:pt x="0" y="9524"/>
                </a:lnTo>
                <a:lnTo>
                  <a:pt x="0" y="0"/>
                </a:lnTo>
                <a:lnTo>
                  <a:pt x="9525" y="0"/>
                </a:lnTo>
                <a:lnTo>
                  <a:pt x="9525" y="9524"/>
                </a:lnTo>
                <a:close/>
              </a:path>
            </a:pathLst>
          </a:custGeom>
          <a:solidFill>
            <a:srgbClr val="C7C6C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2" name="object 22"/>
          <p:cNvSpPr/>
          <p:nvPr/>
        </p:nvSpPr>
        <p:spPr>
          <a:xfrm>
            <a:off x="1809750" y="771525"/>
            <a:ext cx="9525" cy="9525"/>
          </a:xfrm>
          <a:custGeom>
            <a:avLst/>
            <a:gdLst/>
            <a:ahLst/>
            <a:cxnLst/>
            <a:rect l="l" t="t" r="r" b="b"/>
            <a:pathLst>
              <a:path w="9525" h="9525">
                <a:moveTo>
                  <a:pt x="9525" y="9524"/>
                </a:moveTo>
                <a:lnTo>
                  <a:pt x="0" y="9524"/>
                </a:lnTo>
                <a:lnTo>
                  <a:pt x="0" y="0"/>
                </a:lnTo>
                <a:lnTo>
                  <a:pt x="9525" y="0"/>
                </a:lnTo>
                <a:lnTo>
                  <a:pt x="9525" y="9524"/>
                </a:lnTo>
                <a:close/>
              </a:path>
            </a:pathLst>
          </a:custGeom>
          <a:solidFill>
            <a:srgbClr val="C7C6C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3" name="object 23"/>
          <p:cNvSpPr/>
          <p:nvPr/>
        </p:nvSpPr>
        <p:spPr>
          <a:xfrm>
            <a:off x="1866900" y="771525"/>
            <a:ext cx="9525" cy="9525"/>
          </a:xfrm>
          <a:custGeom>
            <a:avLst/>
            <a:gdLst/>
            <a:ahLst/>
            <a:cxnLst/>
            <a:rect l="l" t="t" r="r" b="b"/>
            <a:pathLst>
              <a:path w="9525" h="9525">
                <a:moveTo>
                  <a:pt x="9525" y="9524"/>
                </a:moveTo>
                <a:lnTo>
                  <a:pt x="0" y="9524"/>
                </a:lnTo>
                <a:lnTo>
                  <a:pt x="0" y="0"/>
                </a:lnTo>
                <a:lnTo>
                  <a:pt x="9525" y="0"/>
                </a:lnTo>
                <a:lnTo>
                  <a:pt x="9525" y="9524"/>
                </a:lnTo>
                <a:close/>
              </a:path>
            </a:pathLst>
          </a:custGeom>
          <a:solidFill>
            <a:srgbClr val="C7C6C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4" name="object 24"/>
          <p:cNvSpPr/>
          <p:nvPr/>
        </p:nvSpPr>
        <p:spPr>
          <a:xfrm>
            <a:off x="1924050" y="771525"/>
            <a:ext cx="9525" cy="9525"/>
          </a:xfrm>
          <a:custGeom>
            <a:avLst/>
            <a:gdLst/>
            <a:ahLst/>
            <a:cxnLst/>
            <a:rect l="l" t="t" r="r" b="b"/>
            <a:pathLst>
              <a:path w="9525" h="9525">
                <a:moveTo>
                  <a:pt x="9525" y="9524"/>
                </a:moveTo>
                <a:lnTo>
                  <a:pt x="0" y="9524"/>
                </a:lnTo>
                <a:lnTo>
                  <a:pt x="0" y="0"/>
                </a:lnTo>
                <a:lnTo>
                  <a:pt x="9525" y="0"/>
                </a:lnTo>
                <a:lnTo>
                  <a:pt x="9525" y="9524"/>
                </a:lnTo>
                <a:close/>
              </a:path>
            </a:pathLst>
          </a:custGeom>
          <a:solidFill>
            <a:srgbClr val="C7C6C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5" name="object 25"/>
          <p:cNvSpPr/>
          <p:nvPr/>
        </p:nvSpPr>
        <p:spPr>
          <a:xfrm>
            <a:off x="1981200" y="771525"/>
            <a:ext cx="9525" cy="9525"/>
          </a:xfrm>
          <a:custGeom>
            <a:avLst/>
            <a:gdLst/>
            <a:ahLst/>
            <a:cxnLst/>
            <a:rect l="l" t="t" r="r" b="b"/>
            <a:pathLst>
              <a:path w="9525" h="9525">
                <a:moveTo>
                  <a:pt x="9525" y="9524"/>
                </a:moveTo>
                <a:lnTo>
                  <a:pt x="0" y="9524"/>
                </a:lnTo>
                <a:lnTo>
                  <a:pt x="0" y="0"/>
                </a:lnTo>
                <a:lnTo>
                  <a:pt x="9525" y="0"/>
                </a:lnTo>
                <a:lnTo>
                  <a:pt x="9525" y="9524"/>
                </a:lnTo>
                <a:close/>
              </a:path>
            </a:pathLst>
          </a:custGeom>
          <a:solidFill>
            <a:srgbClr val="C7C6C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6" name="object 26"/>
          <p:cNvSpPr/>
          <p:nvPr/>
        </p:nvSpPr>
        <p:spPr>
          <a:xfrm>
            <a:off x="2038350" y="771525"/>
            <a:ext cx="9525" cy="9525"/>
          </a:xfrm>
          <a:custGeom>
            <a:avLst/>
            <a:gdLst/>
            <a:ahLst/>
            <a:cxnLst/>
            <a:rect l="l" t="t" r="r" b="b"/>
            <a:pathLst>
              <a:path w="9525" h="9525">
                <a:moveTo>
                  <a:pt x="9525" y="9524"/>
                </a:moveTo>
                <a:lnTo>
                  <a:pt x="0" y="9524"/>
                </a:lnTo>
                <a:lnTo>
                  <a:pt x="0" y="0"/>
                </a:lnTo>
                <a:lnTo>
                  <a:pt x="9525" y="0"/>
                </a:lnTo>
                <a:lnTo>
                  <a:pt x="9525" y="9524"/>
                </a:lnTo>
                <a:close/>
              </a:path>
            </a:pathLst>
          </a:custGeom>
          <a:solidFill>
            <a:srgbClr val="C7C6C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7" name="object 27"/>
          <p:cNvSpPr/>
          <p:nvPr/>
        </p:nvSpPr>
        <p:spPr>
          <a:xfrm>
            <a:off x="2095500" y="771525"/>
            <a:ext cx="9525" cy="9525"/>
          </a:xfrm>
          <a:custGeom>
            <a:avLst/>
            <a:gdLst/>
            <a:ahLst/>
            <a:cxnLst/>
            <a:rect l="l" t="t" r="r" b="b"/>
            <a:pathLst>
              <a:path w="9525" h="9525">
                <a:moveTo>
                  <a:pt x="9525" y="9524"/>
                </a:moveTo>
                <a:lnTo>
                  <a:pt x="0" y="9524"/>
                </a:lnTo>
                <a:lnTo>
                  <a:pt x="0" y="0"/>
                </a:lnTo>
                <a:lnTo>
                  <a:pt x="9525" y="0"/>
                </a:lnTo>
                <a:lnTo>
                  <a:pt x="9525" y="9524"/>
                </a:lnTo>
                <a:close/>
              </a:path>
            </a:pathLst>
          </a:custGeom>
          <a:solidFill>
            <a:srgbClr val="C7C6C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8" name="object 28"/>
          <p:cNvSpPr/>
          <p:nvPr/>
        </p:nvSpPr>
        <p:spPr>
          <a:xfrm>
            <a:off x="2152650" y="771525"/>
            <a:ext cx="9525" cy="9525"/>
          </a:xfrm>
          <a:custGeom>
            <a:avLst/>
            <a:gdLst/>
            <a:ahLst/>
            <a:cxnLst/>
            <a:rect l="l" t="t" r="r" b="b"/>
            <a:pathLst>
              <a:path w="9525" h="9525">
                <a:moveTo>
                  <a:pt x="9525" y="9524"/>
                </a:moveTo>
                <a:lnTo>
                  <a:pt x="0" y="9524"/>
                </a:lnTo>
                <a:lnTo>
                  <a:pt x="0" y="0"/>
                </a:lnTo>
                <a:lnTo>
                  <a:pt x="9525" y="0"/>
                </a:lnTo>
                <a:lnTo>
                  <a:pt x="9525" y="9524"/>
                </a:lnTo>
                <a:close/>
              </a:path>
            </a:pathLst>
          </a:custGeom>
          <a:solidFill>
            <a:srgbClr val="C7C6C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9" name="object 29"/>
          <p:cNvSpPr/>
          <p:nvPr/>
        </p:nvSpPr>
        <p:spPr>
          <a:xfrm>
            <a:off x="2209800" y="771525"/>
            <a:ext cx="9525" cy="9525"/>
          </a:xfrm>
          <a:custGeom>
            <a:avLst/>
            <a:gdLst/>
            <a:ahLst/>
            <a:cxnLst/>
            <a:rect l="l" t="t" r="r" b="b"/>
            <a:pathLst>
              <a:path w="9525" h="9525">
                <a:moveTo>
                  <a:pt x="9525" y="9524"/>
                </a:moveTo>
                <a:lnTo>
                  <a:pt x="0" y="9524"/>
                </a:lnTo>
                <a:lnTo>
                  <a:pt x="0" y="0"/>
                </a:lnTo>
                <a:lnTo>
                  <a:pt x="9525" y="0"/>
                </a:lnTo>
                <a:lnTo>
                  <a:pt x="9525" y="9524"/>
                </a:lnTo>
                <a:close/>
              </a:path>
            </a:pathLst>
          </a:custGeom>
          <a:solidFill>
            <a:srgbClr val="C7C6C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0" name="object 30"/>
          <p:cNvSpPr/>
          <p:nvPr/>
        </p:nvSpPr>
        <p:spPr>
          <a:xfrm>
            <a:off x="2266950" y="771525"/>
            <a:ext cx="9525" cy="9525"/>
          </a:xfrm>
          <a:custGeom>
            <a:avLst/>
            <a:gdLst/>
            <a:ahLst/>
            <a:cxnLst/>
            <a:rect l="l" t="t" r="r" b="b"/>
            <a:pathLst>
              <a:path w="9525" h="9525">
                <a:moveTo>
                  <a:pt x="9525" y="9524"/>
                </a:moveTo>
                <a:lnTo>
                  <a:pt x="0" y="9524"/>
                </a:lnTo>
                <a:lnTo>
                  <a:pt x="0" y="0"/>
                </a:lnTo>
                <a:lnTo>
                  <a:pt x="9525" y="0"/>
                </a:lnTo>
                <a:lnTo>
                  <a:pt x="9525" y="9524"/>
                </a:lnTo>
                <a:close/>
              </a:path>
            </a:pathLst>
          </a:custGeom>
          <a:solidFill>
            <a:srgbClr val="C7C6C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1" name="object 31"/>
          <p:cNvSpPr/>
          <p:nvPr/>
        </p:nvSpPr>
        <p:spPr>
          <a:xfrm>
            <a:off x="2324100" y="771525"/>
            <a:ext cx="9525" cy="9525"/>
          </a:xfrm>
          <a:custGeom>
            <a:avLst/>
            <a:gdLst/>
            <a:ahLst/>
            <a:cxnLst/>
            <a:rect l="l" t="t" r="r" b="b"/>
            <a:pathLst>
              <a:path w="9525" h="9525">
                <a:moveTo>
                  <a:pt x="9525" y="9524"/>
                </a:moveTo>
                <a:lnTo>
                  <a:pt x="0" y="9524"/>
                </a:lnTo>
                <a:lnTo>
                  <a:pt x="0" y="0"/>
                </a:lnTo>
                <a:lnTo>
                  <a:pt x="9525" y="0"/>
                </a:lnTo>
                <a:lnTo>
                  <a:pt x="9525" y="9524"/>
                </a:lnTo>
                <a:close/>
              </a:path>
            </a:pathLst>
          </a:custGeom>
          <a:solidFill>
            <a:srgbClr val="C7C6C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2" name="object 32"/>
          <p:cNvSpPr/>
          <p:nvPr/>
        </p:nvSpPr>
        <p:spPr>
          <a:xfrm>
            <a:off x="2381250" y="771525"/>
            <a:ext cx="9525" cy="9525"/>
          </a:xfrm>
          <a:custGeom>
            <a:avLst/>
            <a:gdLst/>
            <a:ahLst/>
            <a:cxnLst/>
            <a:rect l="l" t="t" r="r" b="b"/>
            <a:pathLst>
              <a:path w="9525" h="9525">
                <a:moveTo>
                  <a:pt x="9525" y="9524"/>
                </a:moveTo>
                <a:lnTo>
                  <a:pt x="0" y="9524"/>
                </a:lnTo>
                <a:lnTo>
                  <a:pt x="0" y="0"/>
                </a:lnTo>
                <a:lnTo>
                  <a:pt x="9525" y="0"/>
                </a:lnTo>
                <a:lnTo>
                  <a:pt x="9525" y="9524"/>
                </a:lnTo>
                <a:close/>
              </a:path>
            </a:pathLst>
          </a:custGeom>
          <a:solidFill>
            <a:srgbClr val="C7C6C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3" name="object 33"/>
          <p:cNvSpPr/>
          <p:nvPr/>
        </p:nvSpPr>
        <p:spPr>
          <a:xfrm>
            <a:off x="2438400" y="771525"/>
            <a:ext cx="9525" cy="9525"/>
          </a:xfrm>
          <a:custGeom>
            <a:avLst/>
            <a:gdLst/>
            <a:ahLst/>
            <a:cxnLst/>
            <a:rect l="l" t="t" r="r" b="b"/>
            <a:pathLst>
              <a:path w="9525" h="9525">
                <a:moveTo>
                  <a:pt x="9525" y="9524"/>
                </a:moveTo>
                <a:lnTo>
                  <a:pt x="0" y="9524"/>
                </a:lnTo>
                <a:lnTo>
                  <a:pt x="0" y="0"/>
                </a:lnTo>
                <a:lnTo>
                  <a:pt x="9525" y="0"/>
                </a:lnTo>
                <a:lnTo>
                  <a:pt x="9525" y="9524"/>
                </a:lnTo>
                <a:close/>
              </a:path>
            </a:pathLst>
          </a:custGeom>
          <a:solidFill>
            <a:srgbClr val="C7C6C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4" name="object 34"/>
          <p:cNvSpPr/>
          <p:nvPr/>
        </p:nvSpPr>
        <p:spPr>
          <a:xfrm>
            <a:off x="2495550" y="771525"/>
            <a:ext cx="9525" cy="9525"/>
          </a:xfrm>
          <a:custGeom>
            <a:avLst/>
            <a:gdLst/>
            <a:ahLst/>
            <a:cxnLst/>
            <a:rect l="l" t="t" r="r" b="b"/>
            <a:pathLst>
              <a:path w="9525" h="9525">
                <a:moveTo>
                  <a:pt x="9525" y="9524"/>
                </a:moveTo>
                <a:lnTo>
                  <a:pt x="0" y="9524"/>
                </a:lnTo>
                <a:lnTo>
                  <a:pt x="0" y="0"/>
                </a:lnTo>
                <a:lnTo>
                  <a:pt x="9525" y="0"/>
                </a:lnTo>
                <a:lnTo>
                  <a:pt x="9525" y="9524"/>
                </a:lnTo>
                <a:close/>
              </a:path>
            </a:pathLst>
          </a:custGeom>
          <a:solidFill>
            <a:srgbClr val="C7C6C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5" name="object 35"/>
          <p:cNvSpPr/>
          <p:nvPr/>
        </p:nvSpPr>
        <p:spPr>
          <a:xfrm>
            <a:off x="2552700" y="771525"/>
            <a:ext cx="9525" cy="9525"/>
          </a:xfrm>
          <a:custGeom>
            <a:avLst/>
            <a:gdLst/>
            <a:ahLst/>
            <a:cxnLst/>
            <a:rect l="l" t="t" r="r" b="b"/>
            <a:pathLst>
              <a:path w="9525" h="9525">
                <a:moveTo>
                  <a:pt x="9525" y="9524"/>
                </a:moveTo>
                <a:lnTo>
                  <a:pt x="0" y="9524"/>
                </a:lnTo>
                <a:lnTo>
                  <a:pt x="0" y="0"/>
                </a:lnTo>
                <a:lnTo>
                  <a:pt x="9525" y="0"/>
                </a:lnTo>
                <a:lnTo>
                  <a:pt x="9525" y="9524"/>
                </a:lnTo>
                <a:close/>
              </a:path>
            </a:pathLst>
          </a:custGeom>
          <a:solidFill>
            <a:srgbClr val="C7C6C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6" name="object 36"/>
          <p:cNvSpPr/>
          <p:nvPr/>
        </p:nvSpPr>
        <p:spPr>
          <a:xfrm>
            <a:off x="2609850" y="771525"/>
            <a:ext cx="9525" cy="9525"/>
          </a:xfrm>
          <a:custGeom>
            <a:avLst/>
            <a:gdLst/>
            <a:ahLst/>
            <a:cxnLst/>
            <a:rect l="l" t="t" r="r" b="b"/>
            <a:pathLst>
              <a:path w="9525" h="9525">
                <a:moveTo>
                  <a:pt x="9525" y="9524"/>
                </a:moveTo>
                <a:lnTo>
                  <a:pt x="0" y="9524"/>
                </a:lnTo>
                <a:lnTo>
                  <a:pt x="0" y="0"/>
                </a:lnTo>
                <a:lnTo>
                  <a:pt x="9525" y="0"/>
                </a:lnTo>
                <a:lnTo>
                  <a:pt x="9525" y="9524"/>
                </a:lnTo>
                <a:close/>
              </a:path>
            </a:pathLst>
          </a:custGeom>
          <a:solidFill>
            <a:srgbClr val="C7C6C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7" name="object 37"/>
          <p:cNvSpPr/>
          <p:nvPr/>
        </p:nvSpPr>
        <p:spPr>
          <a:xfrm>
            <a:off x="2667000" y="771525"/>
            <a:ext cx="9525" cy="9525"/>
          </a:xfrm>
          <a:custGeom>
            <a:avLst/>
            <a:gdLst/>
            <a:ahLst/>
            <a:cxnLst/>
            <a:rect l="l" t="t" r="r" b="b"/>
            <a:pathLst>
              <a:path w="9525" h="9525">
                <a:moveTo>
                  <a:pt x="9525" y="9524"/>
                </a:moveTo>
                <a:lnTo>
                  <a:pt x="0" y="9524"/>
                </a:lnTo>
                <a:lnTo>
                  <a:pt x="0" y="0"/>
                </a:lnTo>
                <a:lnTo>
                  <a:pt x="9525" y="0"/>
                </a:lnTo>
                <a:lnTo>
                  <a:pt x="9525" y="9524"/>
                </a:lnTo>
                <a:close/>
              </a:path>
            </a:pathLst>
          </a:custGeom>
          <a:solidFill>
            <a:srgbClr val="C7C6C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8" name="object 38"/>
          <p:cNvSpPr/>
          <p:nvPr/>
        </p:nvSpPr>
        <p:spPr>
          <a:xfrm>
            <a:off x="2724150" y="771525"/>
            <a:ext cx="9525" cy="9525"/>
          </a:xfrm>
          <a:custGeom>
            <a:avLst/>
            <a:gdLst/>
            <a:ahLst/>
            <a:cxnLst/>
            <a:rect l="l" t="t" r="r" b="b"/>
            <a:pathLst>
              <a:path w="9525" h="9525">
                <a:moveTo>
                  <a:pt x="9525" y="9524"/>
                </a:moveTo>
                <a:lnTo>
                  <a:pt x="0" y="9524"/>
                </a:lnTo>
                <a:lnTo>
                  <a:pt x="0" y="0"/>
                </a:lnTo>
                <a:lnTo>
                  <a:pt x="9525" y="0"/>
                </a:lnTo>
                <a:lnTo>
                  <a:pt x="9525" y="9524"/>
                </a:lnTo>
                <a:close/>
              </a:path>
            </a:pathLst>
          </a:custGeom>
          <a:solidFill>
            <a:srgbClr val="C7C6C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9" name="object 39"/>
          <p:cNvSpPr/>
          <p:nvPr/>
        </p:nvSpPr>
        <p:spPr>
          <a:xfrm>
            <a:off x="2781300" y="771525"/>
            <a:ext cx="9525" cy="9525"/>
          </a:xfrm>
          <a:custGeom>
            <a:avLst/>
            <a:gdLst/>
            <a:ahLst/>
            <a:cxnLst/>
            <a:rect l="l" t="t" r="r" b="b"/>
            <a:pathLst>
              <a:path w="9525" h="9525">
                <a:moveTo>
                  <a:pt x="9525" y="9524"/>
                </a:moveTo>
                <a:lnTo>
                  <a:pt x="0" y="9524"/>
                </a:lnTo>
                <a:lnTo>
                  <a:pt x="0" y="0"/>
                </a:lnTo>
                <a:lnTo>
                  <a:pt x="9525" y="0"/>
                </a:lnTo>
                <a:lnTo>
                  <a:pt x="9525" y="9524"/>
                </a:lnTo>
                <a:close/>
              </a:path>
            </a:pathLst>
          </a:custGeom>
          <a:solidFill>
            <a:srgbClr val="C7C6C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0" name="object 40"/>
          <p:cNvSpPr/>
          <p:nvPr/>
        </p:nvSpPr>
        <p:spPr>
          <a:xfrm>
            <a:off x="2838450" y="771525"/>
            <a:ext cx="9525" cy="9525"/>
          </a:xfrm>
          <a:custGeom>
            <a:avLst/>
            <a:gdLst/>
            <a:ahLst/>
            <a:cxnLst/>
            <a:rect l="l" t="t" r="r" b="b"/>
            <a:pathLst>
              <a:path w="9525" h="9525">
                <a:moveTo>
                  <a:pt x="9525" y="9524"/>
                </a:moveTo>
                <a:lnTo>
                  <a:pt x="0" y="9524"/>
                </a:lnTo>
                <a:lnTo>
                  <a:pt x="0" y="0"/>
                </a:lnTo>
                <a:lnTo>
                  <a:pt x="9525" y="0"/>
                </a:lnTo>
                <a:lnTo>
                  <a:pt x="9525" y="9524"/>
                </a:lnTo>
                <a:close/>
              </a:path>
            </a:pathLst>
          </a:custGeom>
          <a:solidFill>
            <a:srgbClr val="C7C6C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1" name="object 41"/>
          <p:cNvSpPr/>
          <p:nvPr/>
        </p:nvSpPr>
        <p:spPr>
          <a:xfrm>
            <a:off x="2895600" y="771525"/>
            <a:ext cx="9525" cy="9525"/>
          </a:xfrm>
          <a:custGeom>
            <a:avLst/>
            <a:gdLst/>
            <a:ahLst/>
            <a:cxnLst/>
            <a:rect l="l" t="t" r="r" b="b"/>
            <a:pathLst>
              <a:path w="9525" h="9525">
                <a:moveTo>
                  <a:pt x="9525" y="9524"/>
                </a:moveTo>
                <a:lnTo>
                  <a:pt x="0" y="9524"/>
                </a:lnTo>
                <a:lnTo>
                  <a:pt x="0" y="0"/>
                </a:lnTo>
                <a:lnTo>
                  <a:pt x="9525" y="0"/>
                </a:lnTo>
                <a:lnTo>
                  <a:pt x="9525" y="9524"/>
                </a:lnTo>
                <a:close/>
              </a:path>
            </a:pathLst>
          </a:custGeom>
          <a:solidFill>
            <a:srgbClr val="C7C6C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2" name="object 42"/>
          <p:cNvSpPr txBox="1"/>
          <p:nvPr/>
        </p:nvSpPr>
        <p:spPr>
          <a:xfrm>
            <a:off x="564604" y="685899"/>
            <a:ext cx="305435" cy="1625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900" spc="-10" dirty="0">
                <a:solidFill>
                  <a:srgbClr val="605D5C"/>
                </a:solidFill>
                <a:latin typeface="Segoe UI"/>
                <a:cs typeface="Segoe UI"/>
              </a:rPr>
              <a:t>0.5bn</a:t>
            </a:r>
            <a:endParaRPr sz="900">
              <a:latin typeface="Segoe UI"/>
              <a:cs typeface="Segoe UI"/>
            </a:endParaRPr>
          </a:p>
        </p:txBody>
      </p:sp>
      <p:sp>
        <p:nvSpPr>
          <p:cNvPr id="43" name="object 43"/>
          <p:cNvSpPr txBox="1"/>
          <p:nvPr/>
        </p:nvSpPr>
        <p:spPr>
          <a:xfrm>
            <a:off x="1675010" y="2578100"/>
            <a:ext cx="546100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spc="-65" dirty="0">
                <a:solidFill>
                  <a:srgbClr val="252423"/>
                </a:solidFill>
                <a:latin typeface="Tahoma"/>
                <a:cs typeface="Tahoma"/>
              </a:rPr>
              <a:t>st_name</a:t>
            </a:r>
            <a:endParaRPr sz="1200">
              <a:latin typeface="Tahoma"/>
              <a:cs typeface="Tahoma"/>
            </a:endParaRPr>
          </a:p>
        </p:txBody>
      </p:sp>
      <p:sp>
        <p:nvSpPr>
          <p:cNvPr id="44" name="object 44"/>
          <p:cNvSpPr txBox="1"/>
          <p:nvPr/>
        </p:nvSpPr>
        <p:spPr>
          <a:xfrm>
            <a:off x="363845" y="693266"/>
            <a:ext cx="177800" cy="1071245"/>
          </a:xfrm>
          <a:prstGeom prst="rect">
            <a:avLst/>
          </a:prstGeom>
        </p:spPr>
        <p:txBody>
          <a:bodyPr vert="vert270" wrap="square" lIns="0" tIns="0" rIns="0" bIns="0" rtlCol="0">
            <a:spAutoFit/>
          </a:bodyPr>
          <a:lstStyle/>
          <a:p>
            <a:pPr marL="12700">
              <a:lnSpc>
                <a:spcPts val="1275"/>
              </a:lnSpc>
            </a:pPr>
            <a:r>
              <a:rPr sz="1200" spc="-80" dirty="0">
                <a:solidFill>
                  <a:srgbClr val="252423"/>
                </a:solidFill>
                <a:latin typeface="Tahoma"/>
                <a:cs typeface="Tahoma"/>
              </a:rPr>
              <a:t>Sum </a:t>
            </a:r>
            <a:r>
              <a:rPr sz="1200" spc="-75" dirty="0">
                <a:solidFill>
                  <a:srgbClr val="252423"/>
                </a:solidFill>
                <a:latin typeface="Tahoma"/>
                <a:cs typeface="Tahoma"/>
              </a:rPr>
              <a:t>of</a:t>
            </a:r>
            <a:r>
              <a:rPr sz="1200" spc="-80" dirty="0">
                <a:solidFill>
                  <a:srgbClr val="252423"/>
                </a:solidFill>
                <a:latin typeface="Tahoma"/>
                <a:cs typeface="Tahoma"/>
              </a:rPr>
              <a:t> </a:t>
            </a:r>
            <a:r>
              <a:rPr sz="1200" spc="-35" dirty="0">
                <a:solidFill>
                  <a:srgbClr val="252423"/>
                </a:solidFill>
                <a:latin typeface="Tahoma"/>
                <a:cs typeface="Tahoma"/>
              </a:rPr>
              <a:t>totvotpoll</a:t>
            </a:r>
            <a:endParaRPr sz="1200">
              <a:latin typeface="Tahoma"/>
              <a:cs typeface="Tahoma"/>
            </a:endParaRPr>
          </a:p>
        </p:txBody>
      </p:sp>
      <p:sp>
        <p:nvSpPr>
          <p:cNvPr id="45" name="object 45"/>
          <p:cNvSpPr txBox="1"/>
          <p:nvPr/>
        </p:nvSpPr>
        <p:spPr>
          <a:xfrm>
            <a:off x="1022387" y="1962100"/>
            <a:ext cx="1836420" cy="580390"/>
          </a:xfrm>
          <a:prstGeom prst="rect">
            <a:avLst/>
          </a:prstGeom>
        </p:spPr>
        <p:txBody>
          <a:bodyPr vert="vert270" wrap="square" lIns="0" tIns="21590" rIns="0" bIns="0" rtlCol="0">
            <a:spAutoFit/>
          </a:bodyPr>
          <a:lstStyle/>
          <a:p>
            <a:pPr marL="36195" algn="just">
              <a:lnSpc>
                <a:spcPct val="100000"/>
              </a:lnSpc>
              <a:spcBef>
                <a:spcPts val="170"/>
              </a:spcBef>
            </a:pPr>
            <a:r>
              <a:rPr sz="900" dirty="0">
                <a:solidFill>
                  <a:srgbClr val="605D5C"/>
                </a:solidFill>
                <a:latin typeface="Segoe UI"/>
                <a:cs typeface="Segoe UI"/>
              </a:rPr>
              <a:t>Uttar </a:t>
            </a:r>
            <a:r>
              <a:rPr sz="900" spc="-20" dirty="0">
                <a:solidFill>
                  <a:srgbClr val="605D5C"/>
                </a:solidFill>
                <a:latin typeface="Segoe UI"/>
                <a:cs typeface="Segoe UI"/>
              </a:rPr>
              <a:t>Pra…</a:t>
            </a:r>
            <a:endParaRPr sz="900">
              <a:latin typeface="Segoe UI"/>
              <a:cs typeface="Segoe UI"/>
            </a:endParaRPr>
          </a:p>
          <a:p>
            <a:pPr marL="19685" marR="5080" indent="-7620" algn="just">
              <a:lnSpc>
                <a:spcPct val="151200"/>
              </a:lnSpc>
            </a:pPr>
            <a:r>
              <a:rPr sz="900" dirty="0">
                <a:solidFill>
                  <a:srgbClr val="605D5C"/>
                </a:solidFill>
                <a:latin typeface="Segoe UI"/>
                <a:cs typeface="Segoe UI"/>
              </a:rPr>
              <a:t>West</a:t>
            </a:r>
            <a:r>
              <a:rPr sz="900" spc="-55" dirty="0">
                <a:solidFill>
                  <a:srgbClr val="605D5C"/>
                </a:solidFill>
                <a:latin typeface="Segoe UI"/>
                <a:cs typeface="Segoe UI"/>
              </a:rPr>
              <a:t> </a:t>
            </a:r>
            <a:r>
              <a:rPr sz="900" spc="-20" dirty="0">
                <a:solidFill>
                  <a:srgbClr val="605D5C"/>
                </a:solidFill>
                <a:latin typeface="Segoe UI"/>
                <a:cs typeface="Segoe UI"/>
              </a:rPr>
              <a:t>Ben… </a:t>
            </a:r>
            <a:r>
              <a:rPr sz="900" dirty="0">
                <a:solidFill>
                  <a:srgbClr val="605D5C"/>
                </a:solidFill>
                <a:latin typeface="Segoe UI"/>
                <a:cs typeface="Segoe UI"/>
              </a:rPr>
              <a:t>Andhra</a:t>
            </a:r>
            <a:r>
              <a:rPr sz="900" spc="-35" dirty="0">
                <a:solidFill>
                  <a:srgbClr val="605D5C"/>
                </a:solidFill>
                <a:latin typeface="Segoe UI"/>
                <a:cs typeface="Segoe UI"/>
              </a:rPr>
              <a:t> </a:t>
            </a:r>
            <a:r>
              <a:rPr sz="900" spc="-25" dirty="0">
                <a:solidFill>
                  <a:srgbClr val="605D5C"/>
                </a:solidFill>
                <a:latin typeface="Segoe UI"/>
                <a:cs typeface="Segoe UI"/>
              </a:rPr>
              <a:t>P…</a:t>
            </a:r>
            <a:endParaRPr sz="900">
              <a:latin typeface="Segoe UI"/>
              <a:cs typeface="Segoe UI"/>
            </a:endParaRPr>
          </a:p>
          <a:p>
            <a:pPr marL="45720" marR="5080" indent="265430" algn="just">
              <a:lnSpc>
                <a:spcPct val="151200"/>
              </a:lnSpc>
            </a:pPr>
            <a:r>
              <a:rPr sz="900" spc="-10" dirty="0">
                <a:solidFill>
                  <a:srgbClr val="605D5C"/>
                </a:solidFill>
                <a:latin typeface="Segoe UI"/>
                <a:cs typeface="Segoe UI"/>
              </a:rPr>
              <a:t>Bihar Maharas… </a:t>
            </a:r>
            <a:r>
              <a:rPr sz="900" spc="-20" dirty="0">
                <a:solidFill>
                  <a:srgbClr val="605D5C"/>
                </a:solidFill>
                <a:latin typeface="Segoe UI"/>
                <a:cs typeface="Segoe UI"/>
              </a:rPr>
              <a:t>Tamil</a:t>
            </a:r>
            <a:r>
              <a:rPr sz="900" spc="-10" dirty="0">
                <a:solidFill>
                  <a:srgbClr val="605D5C"/>
                </a:solidFill>
                <a:latin typeface="Segoe UI"/>
                <a:cs typeface="Segoe UI"/>
              </a:rPr>
              <a:t> </a:t>
            </a:r>
            <a:r>
              <a:rPr sz="900" spc="-25" dirty="0">
                <a:solidFill>
                  <a:srgbClr val="605D5C"/>
                </a:solidFill>
                <a:latin typeface="Segoe UI"/>
                <a:cs typeface="Segoe UI"/>
              </a:rPr>
              <a:t>Na… </a:t>
            </a:r>
            <a:r>
              <a:rPr sz="900" dirty="0">
                <a:solidFill>
                  <a:srgbClr val="605D5C"/>
                </a:solidFill>
                <a:latin typeface="Segoe UI"/>
                <a:cs typeface="Segoe UI"/>
              </a:rPr>
              <a:t>Madhya</a:t>
            </a:r>
            <a:r>
              <a:rPr sz="900" spc="-35" dirty="0">
                <a:solidFill>
                  <a:srgbClr val="605D5C"/>
                </a:solidFill>
                <a:latin typeface="Segoe UI"/>
                <a:cs typeface="Segoe UI"/>
              </a:rPr>
              <a:t> </a:t>
            </a:r>
            <a:r>
              <a:rPr sz="900" spc="-50" dirty="0">
                <a:solidFill>
                  <a:srgbClr val="605D5C"/>
                </a:solidFill>
                <a:latin typeface="Segoe UI"/>
                <a:cs typeface="Segoe UI"/>
              </a:rPr>
              <a:t>…</a:t>
            </a:r>
            <a:r>
              <a:rPr sz="900" spc="-10" dirty="0">
                <a:solidFill>
                  <a:srgbClr val="605D5C"/>
                </a:solidFill>
                <a:latin typeface="Segoe UI"/>
                <a:cs typeface="Segoe UI"/>
              </a:rPr>
              <a:t> Karnataka Rajasthan</a:t>
            </a:r>
            <a:endParaRPr sz="900">
              <a:latin typeface="Segoe UI"/>
              <a:cs typeface="Segoe UI"/>
            </a:endParaRPr>
          </a:p>
        </p:txBody>
      </p:sp>
      <p:sp>
        <p:nvSpPr>
          <p:cNvPr id="46" name="object 46"/>
          <p:cNvSpPr/>
          <p:nvPr/>
        </p:nvSpPr>
        <p:spPr>
          <a:xfrm>
            <a:off x="1035446" y="740960"/>
            <a:ext cx="152400" cy="1174115"/>
          </a:xfrm>
          <a:custGeom>
            <a:avLst/>
            <a:gdLst/>
            <a:ahLst/>
            <a:cxnLst/>
            <a:rect l="l" t="t" r="r" b="b"/>
            <a:pathLst>
              <a:path w="152400" h="1174114">
                <a:moveTo>
                  <a:pt x="152399" y="1173564"/>
                </a:moveTo>
                <a:lnTo>
                  <a:pt x="0" y="1173564"/>
                </a:lnTo>
                <a:lnTo>
                  <a:pt x="0" y="0"/>
                </a:lnTo>
                <a:lnTo>
                  <a:pt x="152399" y="0"/>
                </a:lnTo>
                <a:lnTo>
                  <a:pt x="152399" y="1173564"/>
                </a:lnTo>
                <a:close/>
              </a:path>
            </a:pathLst>
          </a:custGeom>
          <a:solidFill>
            <a:srgbClr val="118C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7" name="object 47"/>
          <p:cNvSpPr/>
          <p:nvPr/>
        </p:nvSpPr>
        <p:spPr>
          <a:xfrm>
            <a:off x="1242809" y="1084186"/>
            <a:ext cx="567690" cy="830580"/>
          </a:xfrm>
          <a:custGeom>
            <a:avLst/>
            <a:gdLst/>
            <a:ahLst/>
            <a:cxnLst/>
            <a:rect l="l" t="t" r="r" b="b"/>
            <a:pathLst>
              <a:path w="567689" h="830580">
                <a:moveTo>
                  <a:pt x="152400" y="0"/>
                </a:moveTo>
                <a:lnTo>
                  <a:pt x="0" y="0"/>
                </a:lnTo>
                <a:lnTo>
                  <a:pt x="0" y="830351"/>
                </a:lnTo>
                <a:lnTo>
                  <a:pt x="152400" y="830351"/>
                </a:lnTo>
                <a:lnTo>
                  <a:pt x="152400" y="0"/>
                </a:lnTo>
                <a:close/>
              </a:path>
              <a:path w="567689" h="830580">
                <a:moveTo>
                  <a:pt x="359765" y="70497"/>
                </a:moveTo>
                <a:lnTo>
                  <a:pt x="207365" y="70497"/>
                </a:lnTo>
                <a:lnTo>
                  <a:pt x="207365" y="830351"/>
                </a:lnTo>
                <a:lnTo>
                  <a:pt x="359765" y="830351"/>
                </a:lnTo>
                <a:lnTo>
                  <a:pt x="359765" y="70497"/>
                </a:lnTo>
                <a:close/>
              </a:path>
              <a:path w="567689" h="830580">
                <a:moveTo>
                  <a:pt x="567131" y="92100"/>
                </a:moveTo>
                <a:lnTo>
                  <a:pt x="414731" y="92100"/>
                </a:lnTo>
                <a:lnTo>
                  <a:pt x="414731" y="830351"/>
                </a:lnTo>
                <a:lnTo>
                  <a:pt x="567131" y="830351"/>
                </a:lnTo>
                <a:lnTo>
                  <a:pt x="567131" y="92100"/>
                </a:lnTo>
                <a:close/>
              </a:path>
            </a:pathLst>
          </a:custGeom>
          <a:solidFill>
            <a:srgbClr val="118C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8" name="object 48"/>
          <p:cNvSpPr/>
          <p:nvPr/>
        </p:nvSpPr>
        <p:spPr>
          <a:xfrm>
            <a:off x="1864906" y="1180934"/>
            <a:ext cx="982344" cy="734060"/>
          </a:xfrm>
          <a:custGeom>
            <a:avLst/>
            <a:gdLst/>
            <a:ahLst/>
            <a:cxnLst/>
            <a:rect l="l" t="t" r="r" b="b"/>
            <a:pathLst>
              <a:path w="982344" h="734060">
                <a:moveTo>
                  <a:pt x="152400" y="0"/>
                </a:moveTo>
                <a:lnTo>
                  <a:pt x="0" y="0"/>
                </a:lnTo>
                <a:lnTo>
                  <a:pt x="0" y="733602"/>
                </a:lnTo>
                <a:lnTo>
                  <a:pt x="152400" y="733602"/>
                </a:lnTo>
                <a:lnTo>
                  <a:pt x="152400" y="0"/>
                </a:lnTo>
                <a:close/>
              </a:path>
              <a:path w="982344" h="734060">
                <a:moveTo>
                  <a:pt x="359765" y="73596"/>
                </a:moveTo>
                <a:lnTo>
                  <a:pt x="207365" y="73596"/>
                </a:lnTo>
                <a:lnTo>
                  <a:pt x="207365" y="733602"/>
                </a:lnTo>
                <a:lnTo>
                  <a:pt x="359765" y="733602"/>
                </a:lnTo>
                <a:lnTo>
                  <a:pt x="359765" y="73596"/>
                </a:lnTo>
                <a:close/>
              </a:path>
              <a:path w="982344" h="734060">
                <a:moveTo>
                  <a:pt x="567143" y="234848"/>
                </a:moveTo>
                <a:lnTo>
                  <a:pt x="414743" y="234848"/>
                </a:lnTo>
                <a:lnTo>
                  <a:pt x="414743" y="733602"/>
                </a:lnTo>
                <a:lnTo>
                  <a:pt x="567143" y="733602"/>
                </a:lnTo>
                <a:lnTo>
                  <a:pt x="567143" y="234848"/>
                </a:lnTo>
                <a:close/>
              </a:path>
              <a:path w="982344" h="734060">
                <a:moveTo>
                  <a:pt x="774509" y="250240"/>
                </a:moveTo>
                <a:lnTo>
                  <a:pt x="622109" y="250240"/>
                </a:lnTo>
                <a:lnTo>
                  <a:pt x="622109" y="733602"/>
                </a:lnTo>
                <a:lnTo>
                  <a:pt x="774509" y="733602"/>
                </a:lnTo>
                <a:lnTo>
                  <a:pt x="774509" y="250240"/>
                </a:lnTo>
                <a:close/>
              </a:path>
              <a:path w="982344" h="734060">
                <a:moveTo>
                  <a:pt x="981875" y="355904"/>
                </a:moveTo>
                <a:lnTo>
                  <a:pt x="829475" y="355904"/>
                </a:lnTo>
                <a:lnTo>
                  <a:pt x="829475" y="733602"/>
                </a:lnTo>
                <a:lnTo>
                  <a:pt x="981875" y="733602"/>
                </a:lnTo>
                <a:lnTo>
                  <a:pt x="981875" y="355904"/>
                </a:lnTo>
                <a:close/>
              </a:path>
            </a:pathLst>
          </a:custGeom>
          <a:solidFill>
            <a:srgbClr val="118CFF"/>
          </a:solidFill>
        </p:spPr>
        <p:txBody>
          <a:bodyPr wrap="square" lIns="0" tIns="0" rIns="0" bIns="0" rtlCol="0"/>
          <a:lstStyle/>
          <a:p>
            <a:endParaRPr/>
          </a:p>
        </p:txBody>
      </p:sp>
      <p:grpSp>
        <p:nvGrpSpPr>
          <p:cNvPr id="49" name="object 49"/>
          <p:cNvGrpSpPr/>
          <p:nvPr/>
        </p:nvGrpSpPr>
        <p:grpSpPr>
          <a:xfrm>
            <a:off x="947737" y="2767012"/>
            <a:ext cx="1995805" cy="85725"/>
            <a:chOff x="947737" y="2767012"/>
            <a:chExt cx="1995805" cy="85725"/>
          </a:xfrm>
        </p:grpSpPr>
        <p:sp>
          <p:nvSpPr>
            <p:cNvPr id="50" name="object 50"/>
            <p:cNvSpPr/>
            <p:nvPr/>
          </p:nvSpPr>
          <p:spPr>
            <a:xfrm>
              <a:off x="952500" y="2771775"/>
              <a:ext cx="1990725" cy="76200"/>
            </a:xfrm>
            <a:custGeom>
              <a:avLst/>
              <a:gdLst/>
              <a:ahLst/>
              <a:cxnLst/>
              <a:rect l="l" t="t" r="r" b="b"/>
              <a:pathLst>
                <a:path w="1990725" h="76200">
                  <a:moveTo>
                    <a:pt x="1957677" y="76199"/>
                  </a:moveTo>
                  <a:lnTo>
                    <a:pt x="33047" y="76199"/>
                  </a:lnTo>
                  <a:lnTo>
                    <a:pt x="28187" y="75233"/>
                  </a:lnTo>
                  <a:lnTo>
                    <a:pt x="966" y="48012"/>
                  </a:lnTo>
                  <a:lnTo>
                    <a:pt x="0" y="43152"/>
                  </a:lnTo>
                  <a:lnTo>
                    <a:pt x="0" y="33047"/>
                  </a:lnTo>
                  <a:lnTo>
                    <a:pt x="28187" y="966"/>
                  </a:lnTo>
                  <a:lnTo>
                    <a:pt x="33047" y="0"/>
                  </a:lnTo>
                  <a:lnTo>
                    <a:pt x="38100" y="0"/>
                  </a:lnTo>
                  <a:lnTo>
                    <a:pt x="1957677" y="0"/>
                  </a:lnTo>
                  <a:lnTo>
                    <a:pt x="1989758" y="28187"/>
                  </a:lnTo>
                  <a:lnTo>
                    <a:pt x="1990724" y="33047"/>
                  </a:lnTo>
                  <a:lnTo>
                    <a:pt x="1990724" y="43152"/>
                  </a:lnTo>
                  <a:lnTo>
                    <a:pt x="1962537" y="75233"/>
                  </a:lnTo>
                  <a:lnTo>
                    <a:pt x="1957677" y="76199"/>
                  </a:lnTo>
                  <a:close/>
                </a:path>
              </a:pathLst>
            </a:custGeom>
            <a:solidFill>
              <a:srgbClr val="E1E1E1">
                <a:alpha val="50000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1" name="object 51"/>
            <p:cNvSpPr/>
            <p:nvPr/>
          </p:nvSpPr>
          <p:spPr>
            <a:xfrm>
              <a:off x="952500" y="2771775"/>
              <a:ext cx="413384" cy="76200"/>
            </a:xfrm>
            <a:custGeom>
              <a:avLst/>
              <a:gdLst/>
              <a:ahLst/>
              <a:cxnLst/>
              <a:rect l="l" t="t" r="r" b="b"/>
              <a:pathLst>
                <a:path w="413384" h="76200">
                  <a:moveTo>
                    <a:pt x="379946" y="76199"/>
                  </a:moveTo>
                  <a:lnTo>
                    <a:pt x="33047" y="76199"/>
                  </a:lnTo>
                  <a:lnTo>
                    <a:pt x="28187" y="75233"/>
                  </a:lnTo>
                  <a:lnTo>
                    <a:pt x="966" y="48012"/>
                  </a:lnTo>
                  <a:lnTo>
                    <a:pt x="0" y="43152"/>
                  </a:lnTo>
                  <a:lnTo>
                    <a:pt x="0" y="33047"/>
                  </a:lnTo>
                  <a:lnTo>
                    <a:pt x="28187" y="966"/>
                  </a:lnTo>
                  <a:lnTo>
                    <a:pt x="33047" y="0"/>
                  </a:lnTo>
                  <a:lnTo>
                    <a:pt x="38100" y="0"/>
                  </a:lnTo>
                  <a:lnTo>
                    <a:pt x="379946" y="0"/>
                  </a:lnTo>
                  <a:lnTo>
                    <a:pt x="412027" y="28187"/>
                  </a:lnTo>
                  <a:lnTo>
                    <a:pt x="412994" y="33047"/>
                  </a:lnTo>
                  <a:lnTo>
                    <a:pt x="412994" y="43152"/>
                  </a:lnTo>
                  <a:lnTo>
                    <a:pt x="384806" y="75233"/>
                  </a:lnTo>
                  <a:lnTo>
                    <a:pt x="379946" y="76199"/>
                  </a:lnTo>
                  <a:close/>
                </a:path>
              </a:pathLst>
            </a:custGeom>
            <a:solidFill>
              <a:srgbClr val="000000">
                <a:alpha val="23999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2" name="object 52"/>
            <p:cNvSpPr/>
            <p:nvPr/>
          </p:nvSpPr>
          <p:spPr>
            <a:xfrm>
              <a:off x="952500" y="2771775"/>
              <a:ext cx="413384" cy="76200"/>
            </a:xfrm>
            <a:custGeom>
              <a:avLst/>
              <a:gdLst/>
              <a:ahLst/>
              <a:cxnLst/>
              <a:rect l="l" t="t" r="r" b="b"/>
              <a:pathLst>
                <a:path w="413384" h="76200">
                  <a:moveTo>
                    <a:pt x="38100" y="0"/>
                  </a:moveTo>
                  <a:lnTo>
                    <a:pt x="374894" y="0"/>
                  </a:lnTo>
                  <a:lnTo>
                    <a:pt x="379946" y="0"/>
                  </a:lnTo>
                  <a:lnTo>
                    <a:pt x="384806" y="966"/>
                  </a:lnTo>
                  <a:lnTo>
                    <a:pt x="389474" y="2900"/>
                  </a:lnTo>
                  <a:lnTo>
                    <a:pt x="394142" y="4833"/>
                  </a:lnTo>
                  <a:lnTo>
                    <a:pt x="398262" y="7586"/>
                  </a:lnTo>
                  <a:lnTo>
                    <a:pt x="401834" y="11159"/>
                  </a:lnTo>
                  <a:lnTo>
                    <a:pt x="405407" y="14731"/>
                  </a:lnTo>
                  <a:lnTo>
                    <a:pt x="408160" y="18851"/>
                  </a:lnTo>
                  <a:lnTo>
                    <a:pt x="410094" y="23519"/>
                  </a:lnTo>
                  <a:lnTo>
                    <a:pt x="412027" y="28187"/>
                  </a:lnTo>
                  <a:lnTo>
                    <a:pt x="412994" y="33047"/>
                  </a:lnTo>
                  <a:lnTo>
                    <a:pt x="412994" y="38100"/>
                  </a:lnTo>
                  <a:lnTo>
                    <a:pt x="412994" y="43152"/>
                  </a:lnTo>
                  <a:lnTo>
                    <a:pt x="389474" y="73299"/>
                  </a:lnTo>
                  <a:lnTo>
                    <a:pt x="384806" y="75233"/>
                  </a:lnTo>
                  <a:lnTo>
                    <a:pt x="379946" y="76199"/>
                  </a:lnTo>
                  <a:lnTo>
                    <a:pt x="374894" y="76200"/>
                  </a:lnTo>
                  <a:lnTo>
                    <a:pt x="38100" y="76200"/>
                  </a:lnTo>
                  <a:lnTo>
                    <a:pt x="33047" y="76199"/>
                  </a:lnTo>
                  <a:lnTo>
                    <a:pt x="28187" y="75233"/>
                  </a:lnTo>
                  <a:lnTo>
                    <a:pt x="23519" y="73299"/>
                  </a:lnTo>
                  <a:lnTo>
                    <a:pt x="18851" y="71366"/>
                  </a:lnTo>
                  <a:lnTo>
                    <a:pt x="0" y="43152"/>
                  </a:lnTo>
                  <a:lnTo>
                    <a:pt x="0" y="38100"/>
                  </a:lnTo>
                  <a:lnTo>
                    <a:pt x="0" y="33047"/>
                  </a:lnTo>
                  <a:lnTo>
                    <a:pt x="11159" y="11159"/>
                  </a:lnTo>
                  <a:lnTo>
                    <a:pt x="14731" y="7586"/>
                  </a:lnTo>
                  <a:lnTo>
                    <a:pt x="18851" y="4833"/>
                  </a:lnTo>
                  <a:lnTo>
                    <a:pt x="23519" y="2900"/>
                  </a:lnTo>
                  <a:lnTo>
                    <a:pt x="28187" y="966"/>
                  </a:lnTo>
                  <a:lnTo>
                    <a:pt x="33047" y="0"/>
                  </a:lnTo>
                  <a:lnTo>
                    <a:pt x="38100" y="0"/>
                  </a:lnTo>
                  <a:close/>
                </a:path>
              </a:pathLst>
            </a:custGeom>
            <a:ln w="9525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53" name="object 53"/>
          <p:cNvSpPr/>
          <p:nvPr/>
        </p:nvSpPr>
        <p:spPr>
          <a:xfrm>
            <a:off x="914400" y="4829175"/>
            <a:ext cx="9525" cy="9525"/>
          </a:xfrm>
          <a:custGeom>
            <a:avLst/>
            <a:gdLst/>
            <a:ahLst/>
            <a:cxnLst/>
            <a:rect l="l" t="t" r="r" b="b"/>
            <a:pathLst>
              <a:path w="9525" h="9525">
                <a:moveTo>
                  <a:pt x="9525" y="9525"/>
                </a:moveTo>
                <a:lnTo>
                  <a:pt x="0" y="9525"/>
                </a:lnTo>
                <a:lnTo>
                  <a:pt x="0" y="0"/>
                </a:lnTo>
                <a:lnTo>
                  <a:pt x="9525" y="0"/>
                </a:lnTo>
                <a:lnTo>
                  <a:pt x="9525" y="9525"/>
                </a:lnTo>
                <a:close/>
              </a:path>
            </a:pathLst>
          </a:custGeom>
          <a:solidFill>
            <a:srgbClr val="C7C6C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4" name="object 54"/>
          <p:cNvSpPr/>
          <p:nvPr/>
        </p:nvSpPr>
        <p:spPr>
          <a:xfrm>
            <a:off x="1200150" y="4829187"/>
            <a:ext cx="809625" cy="9525"/>
          </a:xfrm>
          <a:custGeom>
            <a:avLst/>
            <a:gdLst/>
            <a:ahLst/>
            <a:cxnLst/>
            <a:rect l="l" t="t" r="r" b="b"/>
            <a:pathLst>
              <a:path w="809625" h="9525">
                <a:moveTo>
                  <a:pt x="9525" y="0"/>
                </a:moveTo>
                <a:lnTo>
                  <a:pt x="0" y="0"/>
                </a:lnTo>
                <a:lnTo>
                  <a:pt x="0" y="9525"/>
                </a:lnTo>
                <a:lnTo>
                  <a:pt x="9525" y="9525"/>
                </a:lnTo>
                <a:lnTo>
                  <a:pt x="9525" y="0"/>
                </a:lnTo>
                <a:close/>
              </a:path>
              <a:path w="809625" h="9525">
                <a:moveTo>
                  <a:pt x="66675" y="0"/>
                </a:moveTo>
                <a:lnTo>
                  <a:pt x="57150" y="0"/>
                </a:lnTo>
                <a:lnTo>
                  <a:pt x="57150" y="9525"/>
                </a:lnTo>
                <a:lnTo>
                  <a:pt x="66675" y="9525"/>
                </a:lnTo>
                <a:lnTo>
                  <a:pt x="66675" y="0"/>
                </a:lnTo>
                <a:close/>
              </a:path>
              <a:path w="809625" h="9525">
                <a:moveTo>
                  <a:pt x="123825" y="0"/>
                </a:moveTo>
                <a:lnTo>
                  <a:pt x="114300" y="0"/>
                </a:lnTo>
                <a:lnTo>
                  <a:pt x="114300" y="9525"/>
                </a:lnTo>
                <a:lnTo>
                  <a:pt x="123825" y="9525"/>
                </a:lnTo>
                <a:lnTo>
                  <a:pt x="123825" y="0"/>
                </a:lnTo>
                <a:close/>
              </a:path>
              <a:path w="809625" h="9525">
                <a:moveTo>
                  <a:pt x="180975" y="0"/>
                </a:moveTo>
                <a:lnTo>
                  <a:pt x="171450" y="0"/>
                </a:lnTo>
                <a:lnTo>
                  <a:pt x="171450" y="9525"/>
                </a:lnTo>
                <a:lnTo>
                  <a:pt x="180975" y="9525"/>
                </a:lnTo>
                <a:lnTo>
                  <a:pt x="180975" y="0"/>
                </a:lnTo>
                <a:close/>
              </a:path>
              <a:path w="809625" h="9525">
                <a:moveTo>
                  <a:pt x="238125" y="0"/>
                </a:moveTo>
                <a:lnTo>
                  <a:pt x="228600" y="0"/>
                </a:lnTo>
                <a:lnTo>
                  <a:pt x="228600" y="9525"/>
                </a:lnTo>
                <a:lnTo>
                  <a:pt x="238125" y="9525"/>
                </a:lnTo>
                <a:lnTo>
                  <a:pt x="238125" y="0"/>
                </a:lnTo>
                <a:close/>
              </a:path>
              <a:path w="809625" h="9525">
                <a:moveTo>
                  <a:pt x="295275" y="0"/>
                </a:moveTo>
                <a:lnTo>
                  <a:pt x="285750" y="0"/>
                </a:lnTo>
                <a:lnTo>
                  <a:pt x="285750" y="9525"/>
                </a:lnTo>
                <a:lnTo>
                  <a:pt x="295275" y="9525"/>
                </a:lnTo>
                <a:lnTo>
                  <a:pt x="295275" y="0"/>
                </a:lnTo>
                <a:close/>
              </a:path>
              <a:path w="809625" h="9525">
                <a:moveTo>
                  <a:pt x="352425" y="0"/>
                </a:moveTo>
                <a:lnTo>
                  <a:pt x="342900" y="0"/>
                </a:lnTo>
                <a:lnTo>
                  <a:pt x="342900" y="9525"/>
                </a:lnTo>
                <a:lnTo>
                  <a:pt x="352425" y="9525"/>
                </a:lnTo>
                <a:lnTo>
                  <a:pt x="352425" y="0"/>
                </a:lnTo>
                <a:close/>
              </a:path>
              <a:path w="809625" h="9525">
                <a:moveTo>
                  <a:pt x="409575" y="0"/>
                </a:moveTo>
                <a:lnTo>
                  <a:pt x="400050" y="0"/>
                </a:lnTo>
                <a:lnTo>
                  <a:pt x="400050" y="9525"/>
                </a:lnTo>
                <a:lnTo>
                  <a:pt x="409575" y="9525"/>
                </a:lnTo>
                <a:lnTo>
                  <a:pt x="409575" y="0"/>
                </a:lnTo>
                <a:close/>
              </a:path>
              <a:path w="809625" h="9525">
                <a:moveTo>
                  <a:pt x="466725" y="0"/>
                </a:moveTo>
                <a:lnTo>
                  <a:pt x="457200" y="0"/>
                </a:lnTo>
                <a:lnTo>
                  <a:pt x="457200" y="9525"/>
                </a:lnTo>
                <a:lnTo>
                  <a:pt x="466725" y="9525"/>
                </a:lnTo>
                <a:lnTo>
                  <a:pt x="466725" y="0"/>
                </a:lnTo>
                <a:close/>
              </a:path>
              <a:path w="809625" h="9525">
                <a:moveTo>
                  <a:pt x="523875" y="0"/>
                </a:moveTo>
                <a:lnTo>
                  <a:pt x="514350" y="0"/>
                </a:lnTo>
                <a:lnTo>
                  <a:pt x="514350" y="9525"/>
                </a:lnTo>
                <a:lnTo>
                  <a:pt x="523875" y="9525"/>
                </a:lnTo>
                <a:lnTo>
                  <a:pt x="523875" y="0"/>
                </a:lnTo>
                <a:close/>
              </a:path>
              <a:path w="809625" h="9525">
                <a:moveTo>
                  <a:pt x="581025" y="0"/>
                </a:moveTo>
                <a:lnTo>
                  <a:pt x="571500" y="0"/>
                </a:lnTo>
                <a:lnTo>
                  <a:pt x="571500" y="9525"/>
                </a:lnTo>
                <a:lnTo>
                  <a:pt x="581025" y="9525"/>
                </a:lnTo>
                <a:lnTo>
                  <a:pt x="581025" y="0"/>
                </a:lnTo>
                <a:close/>
              </a:path>
              <a:path w="809625" h="9525">
                <a:moveTo>
                  <a:pt x="638175" y="0"/>
                </a:moveTo>
                <a:lnTo>
                  <a:pt x="628650" y="0"/>
                </a:lnTo>
                <a:lnTo>
                  <a:pt x="628650" y="9525"/>
                </a:lnTo>
                <a:lnTo>
                  <a:pt x="638175" y="9525"/>
                </a:lnTo>
                <a:lnTo>
                  <a:pt x="638175" y="0"/>
                </a:lnTo>
                <a:close/>
              </a:path>
              <a:path w="809625" h="9525">
                <a:moveTo>
                  <a:pt x="695325" y="0"/>
                </a:moveTo>
                <a:lnTo>
                  <a:pt x="685800" y="0"/>
                </a:lnTo>
                <a:lnTo>
                  <a:pt x="685800" y="9525"/>
                </a:lnTo>
                <a:lnTo>
                  <a:pt x="695325" y="9525"/>
                </a:lnTo>
                <a:lnTo>
                  <a:pt x="695325" y="0"/>
                </a:lnTo>
                <a:close/>
              </a:path>
              <a:path w="809625" h="9525">
                <a:moveTo>
                  <a:pt x="752475" y="0"/>
                </a:moveTo>
                <a:lnTo>
                  <a:pt x="742950" y="0"/>
                </a:lnTo>
                <a:lnTo>
                  <a:pt x="742950" y="9525"/>
                </a:lnTo>
                <a:lnTo>
                  <a:pt x="752475" y="9525"/>
                </a:lnTo>
                <a:lnTo>
                  <a:pt x="752475" y="0"/>
                </a:lnTo>
                <a:close/>
              </a:path>
              <a:path w="809625" h="9525">
                <a:moveTo>
                  <a:pt x="809625" y="0"/>
                </a:moveTo>
                <a:lnTo>
                  <a:pt x="800100" y="0"/>
                </a:lnTo>
                <a:lnTo>
                  <a:pt x="800100" y="9525"/>
                </a:lnTo>
                <a:lnTo>
                  <a:pt x="809625" y="9525"/>
                </a:lnTo>
                <a:lnTo>
                  <a:pt x="809625" y="0"/>
                </a:lnTo>
                <a:close/>
              </a:path>
            </a:pathLst>
          </a:custGeom>
          <a:solidFill>
            <a:srgbClr val="C7C6C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5" name="object 55"/>
          <p:cNvSpPr/>
          <p:nvPr/>
        </p:nvSpPr>
        <p:spPr>
          <a:xfrm>
            <a:off x="2057400" y="4829187"/>
            <a:ext cx="581025" cy="9525"/>
          </a:xfrm>
          <a:custGeom>
            <a:avLst/>
            <a:gdLst/>
            <a:ahLst/>
            <a:cxnLst/>
            <a:rect l="l" t="t" r="r" b="b"/>
            <a:pathLst>
              <a:path w="581025" h="9525">
                <a:moveTo>
                  <a:pt x="9525" y="0"/>
                </a:moveTo>
                <a:lnTo>
                  <a:pt x="0" y="0"/>
                </a:lnTo>
                <a:lnTo>
                  <a:pt x="0" y="9525"/>
                </a:lnTo>
                <a:lnTo>
                  <a:pt x="9525" y="9525"/>
                </a:lnTo>
                <a:lnTo>
                  <a:pt x="9525" y="0"/>
                </a:lnTo>
                <a:close/>
              </a:path>
              <a:path w="581025" h="9525">
                <a:moveTo>
                  <a:pt x="66675" y="0"/>
                </a:moveTo>
                <a:lnTo>
                  <a:pt x="57150" y="0"/>
                </a:lnTo>
                <a:lnTo>
                  <a:pt x="57150" y="9525"/>
                </a:lnTo>
                <a:lnTo>
                  <a:pt x="66675" y="9525"/>
                </a:lnTo>
                <a:lnTo>
                  <a:pt x="66675" y="0"/>
                </a:lnTo>
                <a:close/>
              </a:path>
              <a:path w="581025" h="9525">
                <a:moveTo>
                  <a:pt x="123825" y="0"/>
                </a:moveTo>
                <a:lnTo>
                  <a:pt x="114300" y="0"/>
                </a:lnTo>
                <a:lnTo>
                  <a:pt x="114300" y="9525"/>
                </a:lnTo>
                <a:lnTo>
                  <a:pt x="123825" y="9525"/>
                </a:lnTo>
                <a:lnTo>
                  <a:pt x="123825" y="0"/>
                </a:lnTo>
                <a:close/>
              </a:path>
              <a:path w="581025" h="9525">
                <a:moveTo>
                  <a:pt x="180975" y="0"/>
                </a:moveTo>
                <a:lnTo>
                  <a:pt x="171450" y="0"/>
                </a:lnTo>
                <a:lnTo>
                  <a:pt x="171450" y="9525"/>
                </a:lnTo>
                <a:lnTo>
                  <a:pt x="180975" y="9525"/>
                </a:lnTo>
                <a:lnTo>
                  <a:pt x="180975" y="0"/>
                </a:lnTo>
                <a:close/>
              </a:path>
              <a:path w="581025" h="9525">
                <a:moveTo>
                  <a:pt x="238125" y="0"/>
                </a:moveTo>
                <a:lnTo>
                  <a:pt x="228600" y="0"/>
                </a:lnTo>
                <a:lnTo>
                  <a:pt x="228600" y="9525"/>
                </a:lnTo>
                <a:lnTo>
                  <a:pt x="238125" y="9525"/>
                </a:lnTo>
                <a:lnTo>
                  <a:pt x="238125" y="0"/>
                </a:lnTo>
                <a:close/>
              </a:path>
              <a:path w="581025" h="9525">
                <a:moveTo>
                  <a:pt x="295275" y="0"/>
                </a:moveTo>
                <a:lnTo>
                  <a:pt x="285750" y="0"/>
                </a:lnTo>
                <a:lnTo>
                  <a:pt x="285750" y="9525"/>
                </a:lnTo>
                <a:lnTo>
                  <a:pt x="295275" y="9525"/>
                </a:lnTo>
                <a:lnTo>
                  <a:pt x="295275" y="0"/>
                </a:lnTo>
                <a:close/>
              </a:path>
              <a:path w="581025" h="9525">
                <a:moveTo>
                  <a:pt x="352425" y="0"/>
                </a:moveTo>
                <a:lnTo>
                  <a:pt x="342900" y="0"/>
                </a:lnTo>
                <a:lnTo>
                  <a:pt x="342900" y="9525"/>
                </a:lnTo>
                <a:lnTo>
                  <a:pt x="352425" y="9525"/>
                </a:lnTo>
                <a:lnTo>
                  <a:pt x="352425" y="0"/>
                </a:lnTo>
                <a:close/>
              </a:path>
              <a:path w="581025" h="9525">
                <a:moveTo>
                  <a:pt x="409575" y="0"/>
                </a:moveTo>
                <a:lnTo>
                  <a:pt x="400050" y="0"/>
                </a:lnTo>
                <a:lnTo>
                  <a:pt x="400050" y="9525"/>
                </a:lnTo>
                <a:lnTo>
                  <a:pt x="409575" y="9525"/>
                </a:lnTo>
                <a:lnTo>
                  <a:pt x="409575" y="0"/>
                </a:lnTo>
                <a:close/>
              </a:path>
              <a:path w="581025" h="9525">
                <a:moveTo>
                  <a:pt x="466725" y="0"/>
                </a:moveTo>
                <a:lnTo>
                  <a:pt x="457200" y="0"/>
                </a:lnTo>
                <a:lnTo>
                  <a:pt x="457200" y="9525"/>
                </a:lnTo>
                <a:lnTo>
                  <a:pt x="466725" y="9525"/>
                </a:lnTo>
                <a:lnTo>
                  <a:pt x="466725" y="0"/>
                </a:lnTo>
                <a:close/>
              </a:path>
              <a:path w="581025" h="9525">
                <a:moveTo>
                  <a:pt x="523875" y="0"/>
                </a:moveTo>
                <a:lnTo>
                  <a:pt x="514350" y="0"/>
                </a:lnTo>
                <a:lnTo>
                  <a:pt x="514350" y="9525"/>
                </a:lnTo>
                <a:lnTo>
                  <a:pt x="523875" y="9525"/>
                </a:lnTo>
                <a:lnTo>
                  <a:pt x="523875" y="0"/>
                </a:lnTo>
                <a:close/>
              </a:path>
              <a:path w="581025" h="9525">
                <a:moveTo>
                  <a:pt x="581025" y="0"/>
                </a:moveTo>
                <a:lnTo>
                  <a:pt x="571500" y="0"/>
                </a:lnTo>
                <a:lnTo>
                  <a:pt x="571500" y="9525"/>
                </a:lnTo>
                <a:lnTo>
                  <a:pt x="581025" y="9525"/>
                </a:lnTo>
                <a:lnTo>
                  <a:pt x="581025" y="0"/>
                </a:lnTo>
                <a:close/>
              </a:path>
            </a:pathLst>
          </a:custGeom>
          <a:solidFill>
            <a:srgbClr val="C7C6C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6" name="object 56"/>
          <p:cNvSpPr/>
          <p:nvPr/>
        </p:nvSpPr>
        <p:spPr>
          <a:xfrm>
            <a:off x="2686050" y="4829187"/>
            <a:ext cx="180975" cy="9525"/>
          </a:xfrm>
          <a:custGeom>
            <a:avLst/>
            <a:gdLst/>
            <a:ahLst/>
            <a:cxnLst/>
            <a:rect l="l" t="t" r="r" b="b"/>
            <a:pathLst>
              <a:path w="180975" h="9525">
                <a:moveTo>
                  <a:pt x="9525" y="0"/>
                </a:moveTo>
                <a:lnTo>
                  <a:pt x="0" y="0"/>
                </a:lnTo>
                <a:lnTo>
                  <a:pt x="0" y="9525"/>
                </a:lnTo>
                <a:lnTo>
                  <a:pt x="9525" y="9525"/>
                </a:lnTo>
                <a:lnTo>
                  <a:pt x="9525" y="0"/>
                </a:lnTo>
                <a:close/>
              </a:path>
              <a:path w="180975" h="9525">
                <a:moveTo>
                  <a:pt x="66675" y="0"/>
                </a:moveTo>
                <a:lnTo>
                  <a:pt x="57150" y="0"/>
                </a:lnTo>
                <a:lnTo>
                  <a:pt x="57150" y="9525"/>
                </a:lnTo>
                <a:lnTo>
                  <a:pt x="66675" y="9525"/>
                </a:lnTo>
                <a:lnTo>
                  <a:pt x="66675" y="0"/>
                </a:lnTo>
                <a:close/>
              </a:path>
              <a:path w="180975" h="9525">
                <a:moveTo>
                  <a:pt x="123825" y="0"/>
                </a:moveTo>
                <a:lnTo>
                  <a:pt x="114300" y="0"/>
                </a:lnTo>
                <a:lnTo>
                  <a:pt x="114300" y="9525"/>
                </a:lnTo>
                <a:lnTo>
                  <a:pt x="123825" y="9525"/>
                </a:lnTo>
                <a:lnTo>
                  <a:pt x="123825" y="0"/>
                </a:lnTo>
                <a:close/>
              </a:path>
              <a:path w="180975" h="9525">
                <a:moveTo>
                  <a:pt x="180975" y="0"/>
                </a:moveTo>
                <a:lnTo>
                  <a:pt x="171450" y="0"/>
                </a:lnTo>
                <a:lnTo>
                  <a:pt x="171450" y="9525"/>
                </a:lnTo>
                <a:lnTo>
                  <a:pt x="180975" y="9525"/>
                </a:lnTo>
                <a:lnTo>
                  <a:pt x="180975" y="0"/>
                </a:lnTo>
                <a:close/>
              </a:path>
            </a:pathLst>
          </a:custGeom>
          <a:solidFill>
            <a:srgbClr val="C7C6C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7" name="object 57"/>
          <p:cNvSpPr/>
          <p:nvPr/>
        </p:nvSpPr>
        <p:spPr>
          <a:xfrm>
            <a:off x="2914650" y="4829175"/>
            <a:ext cx="9525" cy="9525"/>
          </a:xfrm>
          <a:custGeom>
            <a:avLst/>
            <a:gdLst/>
            <a:ahLst/>
            <a:cxnLst/>
            <a:rect l="l" t="t" r="r" b="b"/>
            <a:pathLst>
              <a:path w="9525" h="9525">
                <a:moveTo>
                  <a:pt x="9525" y="9525"/>
                </a:moveTo>
                <a:lnTo>
                  <a:pt x="0" y="9525"/>
                </a:lnTo>
                <a:lnTo>
                  <a:pt x="0" y="0"/>
                </a:lnTo>
                <a:lnTo>
                  <a:pt x="9525" y="0"/>
                </a:lnTo>
                <a:lnTo>
                  <a:pt x="9525" y="9525"/>
                </a:lnTo>
                <a:close/>
              </a:path>
            </a:pathLst>
          </a:custGeom>
          <a:solidFill>
            <a:srgbClr val="C7C6C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8" name="object 58"/>
          <p:cNvSpPr/>
          <p:nvPr/>
        </p:nvSpPr>
        <p:spPr>
          <a:xfrm>
            <a:off x="971550" y="4291024"/>
            <a:ext cx="180975" cy="548005"/>
          </a:xfrm>
          <a:custGeom>
            <a:avLst/>
            <a:gdLst/>
            <a:ahLst/>
            <a:cxnLst/>
            <a:rect l="l" t="t" r="r" b="b"/>
            <a:pathLst>
              <a:path w="180975" h="548004">
                <a:moveTo>
                  <a:pt x="9525" y="538162"/>
                </a:moveTo>
                <a:lnTo>
                  <a:pt x="0" y="538162"/>
                </a:lnTo>
                <a:lnTo>
                  <a:pt x="0" y="547687"/>
                </a:lnTo>
                <a:lnTo>
                  <a:pt x="9525" y="547687"/>
                </a:lnTo>
                <a:lnTo>
                  <a:pt x="9525" y="538162"/>
                </a:lnTo>
                <a:close/>
              </a:path>
              <a:path w="180975" h="548004">
                <a:moveTo>
                  <a:pt x="9525" y="0"/>
                </a:moveTo>
                <a:lnTo>
                  <a:pt x="0" y="0"/>
                </a:lnTo>
                <a:lnTo>
                  <a:pt x="0" y="9525"/>
                </a:lnTo>
                <a:lnTo>
                  <a:pt x="9525" y="9525"/>
                </a:lnTo>
                <a:lnTo>
                  <a:pt x="9525" y="0"/>
                </a:lnTo>
                <a:close/>
              </a:path>
              <a:path w="180975" h="548004">
                <a:moveTo>
                  <a:pt x="66675" y="538162"/>
                </a:moveTo>
                <a:lnTo>
                  <a:pt x="57150" y="538162"/>
                </a:lnTo>
                <a:lnTo>
                  <a:pt x="57150" y="547687"/>
                </a:lnTo>
                <a:lnTo>
                  <a:pt x="66675" y="547687"/>
                </a:lnTo>
                <a:lnTo>
                  <a:pt x="66675" y="538162"/>
                </a:lnTo>
                <a:close/>
              </a:path>
              <a:path w="180975" h="548004">
                <a:moveTo>
                  <a:pt x="123825" y="538162"/>
                </a:moveTo>
                <a:lnTo>
                  <a:pt x="114300" y="538162"/>
                </a:lnTo>
                <a:lnTo>
                  <a:pt x="114300" y="547687"/>
                </a:lnTo>
                <a:lnTo>
                  <a:pt x="123825" y="547687"/>
                </a:lnTo>
                <a:lnTo>
                  <a:pt x="123825" y="538162"/>
                </a:lnTo>
                <a:close/>
              </a:path>
              <a:path w="180975" h="548004">
                <a:moveTo>
                  <a:pt x="180975" y="538162"/>
                </a:moveTo>
                <a:lnTo>
                  <a:pt x="171450" y="538162"/>
                </a:lnTo>
                <a:lnTo>
                  <a:pt x="171450" y="547687"/>
                </a:lnTo>
                <a:lnTo>
                  <a:pt x="180975" y="547687"/>
                </a:lnTo>
                <a:lnTo>
                  <a:pt x="180975" y="538162"/>
                </a:lnTo>
                <a:close/>
              </a:path>
              <a:path w="180975" h="548004">
                <a:moveTo>
                  <a:pt x="180975" y="0"/>
                </a:moveTo>
                <a:lnTo>
                  <a:pt x="179781" y="0"/>
                </a:lnTo>
                <a:lnTo>
                  <a:pt x="179781" y="9525"/>
                </a:lnTo>
                <a:lnTo>
                  <a:pt x="180975" y="9525"/>
                </a:lnTo>
                <a:lnTo>
                  <a:pt x="180975" y="0"/>
                </a:lnTo>
                <a:close/>
              </a:path>
            </a:pathLst>
          </a:custGeom>
          <a:solidFill>
            <a:srgbClr val="C7C6C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9" name="object 59"/>
          <p:cNvSpPr txBox="1"/>
          <p:nvPr/>
        </p:nvSpPr>
        <p:spPr>
          <a:xfrm>
            <a:off x="526504" y="4743549"/>
            <a:ext cx="305435" cy="1625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900" spc="-10" dirty="0">
                <a:solidFill>
                  <a:srgbClr val="605D5C"/>
                </a:solidFill>
                <a:latin typeface="Segoe UI"/>
                <a:cs typeface="Segoe UI"/>
              </a:rPr>
              <a:t>0.0bn</a:t>
            </a:r>
            <a:endParaRPr sz="900">
              <a:latin typeface="Segoe UI"/>
              <a:cs typeface="Segoe UI"/>
            </a:endParaRPr>
          </a:p>
        </p:txBody>
      </p:sp>
      <p:sp>
        <p:nvSpPr>
          <p:cNvPr id="60" name="object 60"/>
          <p:cNvSpPr/>
          <p:nvPr/>
        </p:nvSpPr>
        <p:spPr>
          <a:xfrm>
            <a:off x="914400" y="4291012"/>
            <a:ext cx="9525" cy="9525"/>
          </a:xfrm>
          <a:custGeom>
            <a:avLst/>
            <a:gdLst/>
            <a:ahLst/>
            <a:cxnLst/>
            <a:rect l="l" t="t" r="r" b="b"/>
            <a:pathLst>
              <a:path w="9525" h="9525">
                <a:moveTo>
                  <a:pt x="9525" y="9525"/>
                </a:moveTo>
                <a:lnTo>
                  <a:pt x="0" y="9525"/>
                </a:lnTo>
                <a:lnTo>
                  <a:pt x="0" y="0"/>
                </a:lnTo>
                <a:lnTo>
                  <a:pt x="9525" y="0"/>
                </a:lnTo>
                <a:lnTo>
                  <a:pt x="9525" y="9525"/>
                </a:lnTo>
                <a:close/>
              </a:path>
            </a:pathLst>
          </a:custGeom>
          <a:solidFill>
            <a:srgbClr val="C7C6C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1" name="object 61"/>
          <p:cNvSpPr/>
          <p:nvPr/>
        </p:nvSpPr>
        <p:spPr>
          <a:xfrm>
            <a:off x="1200150" y="4291012"/>
            <a:ext cx="9525" cy="9525"/>
          </a:xfrm>
          <a:custGeom>
            <a:avLst/>
            <a:gdLst/>
            <a:ahLst/>
            <a:cxnLst/>
            <a:rect l="l" t="t" r="r" b="b"/>
            <a:pathLst>
              <a:path w="9525" h="9525">
                <a:moveTo>
                  <a:pt x="9525" y="9525"/>
                </a:moveTo>
                <a:lnTo>
                  <a:pt x="0" y="9525"/>
                </a:lnTo>
                <a:lnTo>
                  <a:pt x="0" y="0"/>
                </a:lnTo>
                <a:lnTo>
                  <a:pt x="9525" y="0"/>
                </a:lnTo>
                <a:lnTo>
                  <a:pt x="9525" y="9525"/>
                </a:lnTo>
                <a:close/>
              </a:path>
            </a:pathLst>
          </a:custGeom>
          <a:solidFill>
            <a:srgbClr val="C7C6C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2" name="object 62"/>
          <p:cNvSpPr/>
          <p:nvPr/>
        </p:nvSpPr>
        <p:spPr>
          <a:xfrm>
            <a:off x="1257300" y="4291012"/>
            <a:ext cx="9525" cy="9525"/>
          </a:xfrm>
          <a:custGeom>
            <a:avLst/>
            <a:gdLst/>
            <a:ahLst/>
            <a:cxnLst/>
            <a:rect l="l" t="t" r="r" b="b"/>
            <a:pathLst>
              <a:path w="9525" h="9525">
                <a:moveTo>
                  <a:pt x="9525" y="9525"/>
                </a:moveTo>
                <a:lnTo>
                  <a:pt x="0" y="9525"/>
                </a:lnTo>
                <a:lnTo>
                  <a:pt x="0" y="0"/>
                </a:lnTo>
                <a:lnTo>
                  <a:pt x="9525" y="0"/>
                </a:lnTo>
                <a:lnTo>
                  <a:pt x="9525" y="9525"/>
                </a:lnTo>
                <a:close/>
              </a:path>
            </a:pathLst>
          </a:custGeom>
          <a:solidFill>
            <a:srgbClr val="C7C6C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3" name="object 63"/>
          <p:cNvSpPr/>
          <p:nvPr/>
        </p:nvSpPr>
        <p:spPr>
          <a:xfrm>
            <a:off x="1314450" y="4291012"/>
            <a:ext cx="9525" cy="9525"/>
          </a:xfrm>
          <a:custGeom>
            <a:avLst/>
            <a:gdLst/>
            <a:ahLst/>
            <a:cxnLst/>
            <a:rect l="l" t="t" r="r" b="b"/>
            <a:pathLst>
              <a:path w="9525" h="9525">
                <a:moveTo>
                  <a:pt x="9525" y="9525"/>
                </a:moveTo>
                <a:lnTo>
                  <a:pt x="0" y="9525"/>
                </a:lnTo>
                <a:lnTo>
                  <a:pt x="0" y="0"/>
                </a:lnTo>
                <a:lnTo>
                  <a:pt x="9525" y="0"/>
                </a:lnTo>
                <a:lnTo>
                  <a:pt x="9525" y="9525"/>
                </a:lnTo>
                <a:close/>
              </a:path>
            </a:pathLst>
          </a:custGeom>
          <a:solidFill>
            <a:srgbClr val="C7C6C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4" name="object 64"/>
          <p:cNvSpPr/>
          <p:nvPr/>
        </p:nvSpPr>
        <p:spPr>
          <a:xfrm>
            <a:off x="1371600" y="4291012"/>
            <a:ext cx="9525" cy="9525"/>
          </a:xfrm>
          <a:custGeom>
            <a:avLst/>
            <a:gdLst/>
            <a:ahLst/>
            <a:cxnLst/>
            <a:rect l="l" t="t" r="r" b="b"/>
            <a:pathLst>
              <a:path w="9525" h="9525">
                <a:moveTo>
                  <a:pt x="9525" y="9525"/>
                </a:moveTo>
                <a:lnTo>
                  <a:pt x="0" y="9525"/>
                </a:lnTo>
                <a:lnTo>
                  <a:pt x="0" y="0"/>
                </a:lnTo>
                <a:lnTo>
                  <a:pt x="9525" y="0"/>
                </a:lnTo>
                <a:lnTo>
                  <a:pt x="9525" y="9525"/>
                </a:lnTo>
                <a:close/>
              </a:path>
            </a:pathLst>
          </a:custGeom>
          <a:solidFill>
            <a:srgbClr val="C7C6C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5" name="object 65"/>
          <p:cNvSpPr/>
          <p:nvPr/>
        </p:nvSpPr>
        <p:spPr>
          <a:xfrm>
            <a:off x="1428750" y="4291012"/>
            <a:ext cx="9525" cy="9525"/>
          </a:xfrm>
          <a:custGeom>
            <a:avLst/>
            <a:gdLst/>
            <a:ahLst/>
            <a:cxnLst/>
            <a:rect l="l" t="t" r="r" b="b"/>
            <a:pathLst>
              <a:path w="9525" h="9525">
                <a:moveTo>
                  <a:pt x="9525" y="9525"/>
                </a:moveTo>
                <a:lnTo>
                  <a:pt x="0" y="9525"/>
                </a:lnTo>
                <a:lnTo>
                  <a:pt x="0" y="0"/>
                </a:lnTo>
                <a:lnTo>
                  <a:pt x="9525" y="0"/>
                </a:lnTo>
                <a:lnTo>
                  <a:pt x="9525" y="9525"/>
                </a:lnTo>
                <a:close/>
              </a:path>
            </a:pathLst>
          </a:custGeom>
          <a:solidFill>
            <a:srgbClr val="C7C6C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6" name="object 66"/>
          <p:cNvSpPr/>
          <p:nvPr/>
        </p:nvSpPr>
        <p:spPr>
          <a:xfrm>
            <a:off x="1485900" y="4291012"/>
            <a:ext cx="9525" cy="9525"/>
          </a:xfrm>
          <a:custGeom>
            <a:avLst/>
            <a:gdLst/>
            <a:ahLst/>
            <a:cxnLst/>
            <a:rect l="l" t="t" r="r" b="b"/>
            <a:pathLst>
              <a:path w="9525" h="9525">
                <a:moveTo>
                  <a:pt x="9525" y="9525"/>
                </a:moveTo>
                <a:lnTo>
                  <a:pt x="0" y="9525"/>
                </a:lnTo>
                <a:lnTo>
                  <a:pt x="0" y="0"/>
                </a:lnTo>
                <a:lnTo>
                  <a:pt x="9525" y="0"/>
                </a:lnTo>
                <a:lnTo>
                  <a:pt x="9525" y="9525"/>
                </a:lnTo>
                <a:close/>
              </a:path>
            </a:pathLst>
          </a:custGeom>
          <a:solidFill>
            <a:srgbClr val="C7C6C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7" name="object 67"/>
          <p:cNvSpPr/>
          <p:nvPr/>
        </p:nvSpPr>
        <p:spPr>
          <a:xfrm>
            <a:off x="1543050" y="4291012"/>
            <a:ext cx="9525" cy="9525"/>
          </a:xfrm>
          <a:custGeom>
            <a:avLst/>
            <a:gdLst/>
            <a:ahLst/>
            <a:cxnLst/>
            <a:rect l="l" t="t" r="r" b="b"/>
            <a:pathLst>
              <a:path w="9525" h="9525">
                <a:moveTo>
                  <a:pt x="9525" y="9525"/>
                </a:moveTo>
                <a:lnTo>
                  <a:pt x="0" y="9525"/>
                </a:lnTo>
                <a:lnTo>
                  <a:pt x="0" y="0"/>
                </a:lnTo>
                <a:lnTo>
                  <a:pt x="9525" y="0"/>
                </a:lnTo>
                <a:lnTo>
                  <a:pt x="9525" y="9525"/>
                </a:lnTo>
                <a:close/>
              </a:path>
            </a:pathLst>
          </a:custGeom>
          <a:solidFill>
            <a:srgbClr val="C7C6C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8" name="object 68"/>
          <p:cNvSpPr/>
          <p:nvPr/>
        </p:nvSpPr>
        <p:spPr>
          <a:xfrm>
            <a:off x="1600200" y="4291012"/>
            <a:ext cx="9525" cy="9525"/>
          </a:xfrm>
          <a:custGeom>
            <a:avLst/>
            <a:gdLst/>
            <a:ahLst/>
            <a:cxnLst/>
            <a:rect l="l" t="t" r="r" b="b"/>
            <a:pathLst>
              <a:path w="9525" h="9525">
                <a:moveTo>
                  <a:pt x="9525" y="9525"/>
                </a:moveTo>
                <a:lnTo>
                  <a:pt x="0" y="9525"/>
                </a:lnTo>
                <a:lnTo>
                  <a:pt x="0" y="0"/>
                </a:lnTo>
                <a:lnTo>
                  <a:pt x="9525" y="0"/>
                </a:lnTo>
                <a:lnTo>
                  <a:pt x="9525" y="9525"/>
                </a:lnTo>
                <a:close/>
              </a:path>
            </a:pathLst>
          </a:custGeom>
          <a:solidFill>
            <a:srgbClr val="C7C6C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9" name="object 69"/>
          <p:cNvSpPr/>
          <p:nvPr/>
        </p:nvSpPr>
        <p:spPr>
          <a:xfrm>
            <a:off x="1657350" y="4291012"/>
            <a:ext cx="9525" cy="9525"/>
          </a:xfrm>
          <a:custGeom>
            <a:avLst/>
            <a:gdLst/>
            <a:ahLst/>
            <a:cxnLst/>
            <a:rect l="l" t="t" r="r" b="b"/>
            <a:pathLst>
              <a:path w="9525" h="9525">
                <a:moveTo>
                  <a:pt x="9525" y="9525"/>
                </a:moveTo>
                <a:lnTo>
                  <a:pt x="0" y="9525"/>
                </a:lnTo>
                <a:lnTo>
                  <a:pt x="0" y="0"/>
                </a:lnTo>
                <a:lnTo>
                  <a:pt x="9525" y="0"/>
                </a:lnTo>
                <a:lnTo>
                  <a:pt x="9525" y="9525"/>
                </a:lnTo>
                <a:close/>
              </a:path>
            </a:pathLst>
          </a:custGeom>
          <a:solidFill>
            <a:srgbClr val="C7C6C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0" name="object 70"/>
          <p:cNvSpPr/>
          <p:nvPr/>
        </p:nvSpPr>
        <p:spPr>
          <a:xfrm>
            <a:off x="1714500" y="4291012"/>
            <a:ext cx="9525" cy="9525"/>
          </a:xfrm>
          <a:custGeom>
            <a:avLst/>
            <a:gdLst/>
            <a:ahLst/>
            <a:cxnLst/>
            <a:rect l="l" t="t" r="r" b="b"/>
            <a:pathLst>
              <a:path w="9525" h="9525">
                <a:moveTo>
                  <a:pt x="9525" y="9525"/>
                </a:moveTo>
                <a:lnTo>
                  <a:pt x="0" y="9525"/>
                </a:lnTo>
                <a:lnTo>
                  <a:pt x="0" y="0"/>
                </a:lnTo>
                <a:lnTo>
                  <a:pt x="9525" y="0"/>
                </a:lnTo>
                <a:lnTo>
                  <a:pt x="9525" y="9525"/>
                </a:lnTo>
                <a:close/>
              </a:path>
            </a:pathLst>
          </a:custGeom>
          <a:solidFill>
            <a:srgbClr val="C7C6C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1" name="object 71"/>
          <p:cNvSpPr/>
          <p:nvPr/>
        </p:nvSpPr>
        <p:spPr>
          <a:xfrm>
            <a:off x="1771650" y="4291012"/>
            <a:ext cx="9525" cy="9525"/>
          </a:xfrm>
          <a:custGeom>
            <a:avLst/>
            <a:gdLst/>
            <a:ahLst/>
            <a:cxnLst/>
            <a:rect l="l" t="t" r="r" b="b"/>
            <a:pathLst>
              <a:path w="9525" h="9525">
                <a:moveTo>
                  <a:pt x="9525" y="9525"/>
                </a:moveTo>
                <a:lnTo>
                  <a:pt x="0" y="9525"/>
                </a:lnTo>
                <a:lnTo>
                  <a:pt x="0" y="0"/>
                </a:lnTo>
                <a:lnTo>
                  <a:pt x="9525" y="0"/>
                </a:lnTo>
                <a:lnTo>
                  <a:pt x="9525" y="9525"/>
                </a:lnTo>
                <a:close/>
              </a:path>
            </a:pathLst>
          </a:custGeom>
          <a:solidFill>
            <a:srgbClr val="C7C6C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2" name="object 72"/>
          <p:cNvSpPr/>
          <p:nvPr/>
        </p:nvSpPr>
        <p:spPr>
          <a:xfrm>
            <a:off x="1828800" y="4291012"/>
            <a:ext cx="9525" cy="9525"/>
          </a:xfrm>
          <a:custGeom>
            <a:avLst/>
            <a:gdLst/>
            <a:ahLst/>
            <a:cxnLst/>
            <a:rect l="l" t="t" r="r" b="b"/>
            <a:pathLst>
              <a:path w="9525" h="9525">
                <a:moveTo>
                  <a:pt x="9525" y="9525"/>
                </a:moveTo>
                <a:lnTo>
                  <a:pt x="0" y="9525"/>
                </a:lnTo>
                <a:lnTo>
                  <a:pt x="0" y="0"/>
                </a:lnTo>
                <a:lnTo>
                  <a:pt x="9525" y="0"/>
                </a:lnTo>
                <a:lnTo>
                  <a:pt x="9525" y="9525"/>
                </a:lnTo>
                <a:close/>
              </a:path>
            </a:pathLst>
          </a:custGeom>
          <a:solidFill>
            <a:srgbClr val="C7C6C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3" name="object 73"/>
          <p:cNvSpPr/>
          <p:nvPr/>
        </p:nvSpPr>
        <p:spPr>
          <a:xfrm>
            <a:off x="1885950" y="4291012"/>
            <a:ext cx="9525" cy="9525"/>
          </a:xfrm>
          <a:custGeom>
            <a:avLst/>
            <a:gdLst/>
            <a:ahLst/>
            <a:cxnLst/>
            <a:rect l="l" t="t" r="r" b="b"/>
            <a:pathLst>
              <a:path w="9525" h="9525">
                <a:moveTo>
                  <a:pt x="9525" y="9525"/>
                </a:moveTo>
                <a:lnTo>
                  <a:pt x="0" y="9525"/>
                </a:lnTo>
                <a:lnTo>
                  <a:pt x="0" y="0"/>
                </a:lnTo>
                <a:lnTo>
                  <a:pt x="9525" y="0"/>
                </a:lnTo>
                <a:lnTo>
                  <a:pt x="9525" y="9525"/>
                </a:lnTo>
                <a:close/>
              </a:path>
            </a:pathLst>
          </a:custGeom>
          <a:solidFill>
            <a:srgbClr val="C7C6C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4" name="object 74"/>
          <p:cNvSpPr/>
          <p:nvPr/>
        </p:nvSpPr>
        <p:spPr>
          <a:xfrm>
            <a:off x="1943100" y="4291012"/>
            <a:ext cx="9525" cy="9525"/>
          </a:xfrm>
          <a:custGeom>
            <a:avLst/>
            <a:gdLst/>
            <a:ahLst/>
            <a:cxnLst/>
            <a:rect l="l" t="t" r="r" b="b"/>
            <a:pathLst>
              <a:path w="9525" h="9525">
                <a:moveTo>
                  <a:pt x="9525" y="9525"/>
                </a:moveTo>
                <a:lnTo>
                  <a:pt x="0" y="9525"/>
                </a:lnTo>
                <a:lnTo>
                  <a:pt x="0" y="0"/>
                </a:lnTo>
                <a:lnTo>
                  <a:pt x="9525" y="0"/>
                </a:lnTo>
                <a:lnTo>
                  <a:pt x="9525" y="9525"/>
                </a:lnTo>
                <a:close/>
              </a:path>
            </a:pathLst>
          </a:custGeom>
          <a:solidFill>
            <a:srgbClr val="C7C6C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5" name="object 75"/>
          <p:cNvSpPr/>
          <p:nvPr/>
        </p:nvSpPr>
        <p:spPr>
          <a:xfrm>
            <a:off x="2000250" y="4291012"/>
            <a:ext cx="9525" cy="9525"/>
          </a:xfrm>
          <a:custGeom>
            <a:avLst/>
            <a:gdLst/>
            <a:ahLst/>
            <a:cxnLst/>
            <a:rect l="l" t="t" r="r" b="b"/>
            <a:pathLst>
              <a:path w="9525" h="9525">
                <a:moveTo>
                  <a:pt x="9525" y="9525"/>
                </a:moveTo>
                <a:lnTo>
                  <a:pt x="0" y="9525"/>
                </a:lnTo>
                <a:lnTo>
                  <a:pt x="0" y="0"/>
                </a:lnTo>
                <a:lnTo>
                  <a:pt x="9525" y="0"/>
                </a:lnTo>
                <a:lnTo>
                  <a:pt x="9525" y="9525"/>
                </a:lnTo>
                <a:close/>
              </a:path>
            </a:pathLst>
          </a:custGeom>
          <a:solidFill>
            <a:srgbClr val="C7C6C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6" name="object 76"/>
          <p:cNvSpPr/>
          <p:nvPr/>
        </p:nvSpPr>
        <p:spPr>
          <a:xfrm>
            <a:off x="2057400" y="4291012"/>
            <a:ext cx="9525" cy="9525"/>
          </a:xfrm>
          <a:custGeom>
            <a:avLst/>
            <a:gdLst/>
            <a:ahLst/>
            <a:cxnLst/>
            <a:rect l="l" t="t" r="r" b="b"/>
            <a:pathLst>
              <a:path w="9525" h="9525">
                <a:moveTo>
                  <a:pt x="9525" y="9525"/>
                </a:moveTo>
                <a:lnTo>
                  <a:pt x="0" y="9525"/>
                </a:lnTo>
                <a:lnTo>
                  <a:pt x="0" y="0"/>
                </a:lnTo>
                <a:lnTo>
                  <a:pt x="9525" y="0"/>
                </a:lnTo>
                <a:lnTo>
                  <a:pt x="9525" y="9525"/>
                </a:lnTo>
                <a:close/>
              </a:path>
            </a:pathLst>
          </a:custGeom>
          <a:solidFill>
            <a:srgbClr val="C7C6C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7" name="object 77"/>
          <p:cNvSpPr/>
          <p:nvPr/>
        </p:nvSpPr>
        <p:spPr>
          <a:xfrm>
            <a:off x="2114550" y="4291012"/>
            <a:ext cx="9525" cy="9525"/>
          </a:xfrm>
          <a:custGeom>
            <a:avLst/>
            <a:gdLst/>
            <a:ahLst/>
            <a:cxnLst/>
            <a:rect l="l" t="t" r="r" b="b"/>
            <a:pathLst>
              <a:path w="9525" h="9525">
                <a:moveTo>
                  <a:pt x="9525" y="9525"/>
                </a:moveTo>
                <a:lnTo>
                  <a:pt x="0" y="9525"/>
                </a:lnTo>
                <a:lnTo>
                  <a:pt x="0" y="0"/>
                </a:lnTo>
                <a:lnTo>
                  <a:pt x="9525" y="0"/>
                </a:lnTo>
                <a:lnTo>
                  <a:pt x="9525" y="9525"/>
                </a:lnTo>
                <a:close/>
              </a:path>
            </a:pathLst>
          </a:custGeom>
          <a:solidFill>
            <a:srgbClr val="C7C6C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8" name="object 78"/>
          <p:cNvSpPr/>
          <p:nvPr/>
        </p:nvSpPr>
        <p:spPr>
          <a:xfrm>
            <a:off x="2171700" y="4291012"/>
            <a:ext cx="9525" cy="9525"/>
          </a:xfrm>
          <a:custGeom>
            <a:avLst/>
            <a:gdLst/>
            <a:ahLst/>
            <a:cxnLst/>
            <a:rect l="l" t="t" r="r" b="b"/>
            <a:pathLst>
              <a:path w="9525" h="9525">
                <a:moveTo>
                  <a:pt x="9525" y="9525"/>
                </a:moveTo>
                <a:lnTo>
                  <a:pt x="0" y="9525"/>
                </a:lnTo>
                <a:lnTo>
                  <a:pt x="0" y="0"/>
                </a:lnTo>
                <a:lnTo>
                  <a:pt x="9525" y="0"/>
                </a:lnTo>
                <a:lnTo>
                  <a:pt x="9525" y="9525"/>
                </a:lnTo>
                <a:close/>
              </a:path>
            </a:pathLst>
          </a:custGeom>
          <a:solidFill>
            <a:srgbClr val="C7C6C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9" name="object 79"/>
          <p:cNvSpPr/>
          <p:nvPr/>
        </p:nvSpPr>
        <p:spPr>
          <a:xfrm>
            <a:off x="2228850" y="4291012"/>
            <a:ext cx="9525" cy="9525"/>
          </a:xfrm>
          <a:custGeom>
            <a:avLst/>
            <a:gdLst/>
            <a:ahLst/>
            <a:cxnLst/>
            <a:rect l="l" t="t" r="r" b="b"/>
            <a:pathLst>
              <a:path w="9525" h="9525">
                <a:moveTo>
                  <a:pt x="9525" y="9525"/>
                </a:moveTo>
                <a:lnTo>
                  <a:pt x="0" y="9525"/>
                </a:lnTo>
                <a:lnTo>
                  <a:pt x="0" y="0"/>
                </a:lnTo>
                <a:lnTo>
                  <a:pt x="9525" y="0"/>
                </a:lnTo>
                <a:lnTo>
                  <a:pt x="9525" y="9525"/>
                </a:lnTo>
                <a:close/>
              </a:path>
            </a:pathLst>
          </a:custGeom>
          <a:solidFill>
            <a:srgbClr val="C7C6C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0" name="object 80"/>
          <p:cNvSpPr/>
          <p:nvPr/>
        </p:nvSpPr>
        <p:spPr>
          <a:xfrm>
            <a:off x="2286000" y="4291012"/>
            <a:ext cx="9525" cy="9525"/>
          </a:xfrm>
          <a:custGeom>
            <a:avLst/>
            <a:gdLst/>
            <a:ahLst/>
            <a:cxnLst/>
            <a:rect l="l" t="t" r="r" b="b"/>
            <a:pathLst>
              <a:path w="9525" h="9525">
                <a:moveTo>
                  <a:pt x="9525" y="9525"/>
                </a:moveTo>
                <a:lnTo>
                  <a:pt x="0" y="9525"/>
                </a:lnTo>
                <a:lnTo>
                  <a:pt x="0" y="0"/>
                </a:lnTo>
                <a:lnTo>
                  <a:pt x="9525" y="0"/>
                </a:lnTo>
                <a:lnTo>
                  <a:pt x="9525" y="9525"/>
                </a:lnTo>
                <a:close/>
              </a:path>
            </a:pathLst>
          </a:custGeom>
          <a:solidFill>
            <a:srgbClr val="C7C6C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1" name="object 81"/>
          <p:cNvSpPr/>
          <p:nvPr/>
        </p:nvSpPr>
        <p:spPr>
          <a:xfrm>
            <a:off x="2343150" y="4291012"/>
            <a:ext cx="9525" cy="9525"/>
          </a:xfrm>
          <a:custGeom>
            <a:avLst/>
            <a:gdLst/>
            <a:ahLst/>
            <a:cxnLst/>
            <a:rect l="l" t="t" r="r" b="b"/>
            <a:pathLst>
              <a:path w="9525" h="9525">
                <a:moveTo>
                  <a:pt x="9525" y="9525"/>
                </a:moveTo>
                <a:lnTo>
                  <a:pt x="0" y="9525"/>
                </a:lnTo>
                <a:lnTo>
                  <a:pt x="0" y="0"/>
                </a:lnTo>
                <a:lnTo>
                  <a:pt x="9525" y="0"/>
                </a:lnTo>
                <a:lnTo>
                  <a:pt x="9525" y="9525"/>
                </a:lnTo>
                <a:close/>
              </a:path>
            </a:pathLst>
          </a:custGeom>
          <a:solidFill>
            <a:srgbClr val="C7C6C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2" name="object 82"/>
          <p:cNvSpPr/>
          <p:nvPr/>
        </p:nvSpPr>
        <p:spPr>
          <a:xfrm>
            <a:off x="2400300" y="4291012"/>
            <a:ext cx="9525" cy="9525"/>
          </a:xfrm>
          <a:custGeom>
            <a:avLst/>
            <a:gdLst/>
            <a:ahLst/>
            <a:cxnLst/>
            <a:rect l="l" t="t" r="r" b="b"/>
            <a:pathLst>
              <a:path w="9525" h="9525">
                <a:moveTo>
                  <a:pt x="9525" y="9525"/>
                </a:moveTo>
                <a:lnTo>
                  <a:pt x="0" y="9525"/>
                </a:lnTo>
                <a:lnTo>
                  <a:pt x="0" y="0"/>
                </a:lnTo>
                <a:lnTo>
                  <a:pt x="9525" y="0"/>
                </a:lnTo>
                <a:lnTo>
                  <a:pt x="9525" y="9525"/>
                </a:lnTo>
                <a:close/>
              </a:path>
            </a:pathLst>
          </a:custGeom>
          <a:solidFill>
            <a:srgbClr val="C7C6C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3" name="object 83"/>
          <p:cNvSpPr/>
          <p:nvPr/>
        </p:nvSpPr>
        <p:spPr>
          <a:xfrm>
            <a:off x="2457450" y="4291012"/>
            <a:ext cx="9525" cy="9525"/>
          </a:xfrm>
          <a:custGeom>
            <a:avLst/>
            <a:gdLst/>
            <a:ahLst/>
            <a:cxnLst/>
            <a:rect l="l" t="t" r="r" b="b"/>
            <a:pathLst>
              <a:path w="9525" h="9525">
                <a:moveTo>
                  <a:pt x="9525" y="9525"/>
                </a:moveTo>
                <a:lnTo>
                  <a:pt x="0" y="9525"/>
                </a:lnTo>
                <a:lnTo>
                  <a:pt x="0" y="0"/>
                </a:lnTo>
                <a:lnTo>
                  <a:pt x="9525" y="0"/>
                </a:lnTo>
                <a:lnTo>
                  <a:pt x="9525" y="9525"/>
                </a:lnTo>
                <a:close/>
              </a:path>
            </a:pathLst>
          </a:custGeom>
          <a:solidFill>
            <a:srgbClr val="C7C6C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4" name="object 84"/>
          <p:cNvSpPr/>
          <p:nvPr/>
        </p:nvSpPr>
        <p:spPr>
          <a:xfrm>
            <a:off x="2514600" y="4291012"/>
            <a:ext cx="9525" cy="9525"/>
          </a:xfrm>
          <a:custGeom>
            <a:avLst/>
            <a:gdLst/>
            <a:ahLst/>
            <a:cxnLst/>
            <a:rect l="l" t="t" r="r" b="b"/>
            <a:pathLst>
              <a:path w="9525" h="9525">
                <a:moveTo>
                  <a:pt x="9525" y="9525"/>
                </a:moveTo>
                <a:lnTo>
                  <a:pt x="0" y="9525"/>
                </a:lnTo>
                <a:lnTo>
                  <a:pt x="0" y="0"/>
                </a:lnTo>
                <a:lnTo>
                  <a:pt x="9525" y="0"/>
                </a:lnTo>
                <a:lnTo>
                  <a:pt x="9525" y="9525"/>
                </a:lnTo>
                <a:close/>
              </a:path>
            </a:pathLst>
          </a:custGeom>
          <a:solidFill>
            <a:srgbClr val="C7C6C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5" name="object 85"/>
          <p:cNvSpPr/>
          <p:nvPr/>
        </p:nvSpPr>
        <p:spPr>
          <a:xfrm>
            <a:off x="2571750" y="4291012"/>
            <a:ext cx="9525" cy="9525"/>
          </a:xfrm>
          <a:custGeom>
            <a:avLst/>
            <a:gdLst/>
            <a:ahLst/>
            <a:cxnLst/>
            <a:rect l="l" t="t" r="r" b="b"/>
            <a:pathLst>
              <a:path w="9525" h="9525">
                <a:moveTo>
                  <a:pt x="9525" y="9525"/>
                </a:moveTo>
                <a:lnTo>
                  <a:pt x="0" y="9525"/>
                </a:lnTo>
                <a:lnTo>
                  <a:pt x="0" y="0"/>
                </a:lnTo>
                <a:lnTo>
                  <a:pt x="9525" y="0"/>
                </a:lnTo>
                <a:lnTo>
                  <a:pt x="9525" y="9525"/>
                </a:lnTo>
                <a:close/>
              </a:path>
            </a:pathLst>
          </a:custGeom>
          <a:solidFill>
            <a:srgbClr val="C7C6C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6" name="object 86"/>
          <p:cNvSpPr/>
          <p:nvPr/>
        </p:nvSpPr>
        <p:spPr>
          <a:xfrm>
            <a:off x="2628900" y="4291012"/>
            <a:ext cx="9525" cy="9525"/>
          </a:xfrm>
          <a:custGeom>
            <a:avLst/>
            <a:gdLst/>
            <a:ahLst/>
            <a:cxnLst/>
            <a:rect l="l" t="t" r="r" b="b"/>
            <a:pathLst>
              <a:path w="9525" h="9525">
                <a:moveTo>
                  <a:pt x="9525" y="9525"/>
                </a:moveTo>
                <a:lnTo>
                  <a:pt x="0" y="9525"/>
                </a:lnTo>
                <a:lnTo>
                  <a:pt x="0" y="0"/>
                </a:lnTo>
                <a:lnTo>
                  <a:pt x="9525" y="0"/>
                </a:lnTo>
                <a:lnTo>
                  <a:pt x="9525" y="9525"/>
                </a:lnTo>
                <a:close/>
              </a:path>
            </a:pathLst>
          </a:custGeom>
          <a:solidFill>
            <a:srgbClr val="C7C6C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7" name="object 87"/>
          <p:cNvSpPr/>
          <p:nvPr/>
        </p:nvSpPr>
        <p:spPr>
          <a:xfrm>
            <a:off x="2686050" y="4291012"/>
            <a:ext cx="9525" cy="9525"/>
          </a:xfrm>
          <a:custGeom>
            <a:avLst/>
            <a:gdLst/>
            <a:ahLst/>
            <a:cxnLst/>
            <a:rect l="l" t="t" r="r" b="b"/>
            <a:pathLst>
              <a:path w="9525" h="9525">
                <a:moveTo>
                  <a:pt x="9525" y="9525"/>
                </a:moveTo>
                <a:lnTo>
                  <a:pt x="0" y="9525"/>
                </a:lnTo>
                <a:lnTo>
                  <a:pt x="0" y="0"/>
                </a:lnTo>
                <a:lnTo>
                  <a:pt x="9525" y="0"/>
                </a:lnTo>
                <a:lnTo>
                  <a:pt x="9525" y="9525"/>
                </a:lnTo>
                <a:close/>
              </a:path>
            </a:pathLst>
          </a:custGeom>
          <a:solidFill>
            <a:srgbClr val="C7C6C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8" name="object 88"/>
          <p:cNvSpPr/>
          <p:nvPr/>
        </p:nvSpPr>
        <p:spPr>
          <a:xfrm>
            <a:off x="2743200" y="4291012"/>
            <a:ext cx="9525" cy="9525"/>
          </a:xfrm>
          <a:custGeom>
            <a:avLst/>
            <a:gdLst/>
            <a:ahLst/>
            <a:cxnLst/>
            <a:rect l="l" t="t" r="r" b="b"/>
            <a:pathLst>
              <a:path w="9525" h="9525">
                <a:moveTo>
                  <a:pt x="9525" y="9525"/>
                </a:moveTo>
                <a:lnTo>
                  <a:pt x="0" y="9525"/>
                </a:lnTo>
                <a:lnTo>
                  <a:pt x="0" y="0"/>
                </a:lnTo>
                <a:lnTo>
                  <a:pt x="9525" y="0"/>
                </a:lnTo>
                <a:lnTo>
                  <a:pt x="9525" y="9525"/>
                </a:lnTo>
                <a:close/>
              </a:path>
            </a:pathLst>
          </a:custGeom>
          <a:solidFill>
            <a:srgbClr val="C7C6C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9" name="object 89"/>
          <p:cNvSpPr/>
          <p:nvPr/>
        </p:nvSpPr>
        <p:spPr>
          <a:xfrm>
            <a:off x="2800350" y="4291012"/>
            <a:ext cx="9525" cy="9525"/>
          </a:xfrm>
          <a:custGeom>
            <a:avLst/>
            <a:gdLst/>
            <a:ahLst/>
            <a:cxnLst/>
            <a:rect l="l" t="t" r="r" b="b"/>
            <a:pathLst>
              <a:path w="9525" h="9525">
                <a:moveTo>
                  <a:pt x="9525" y="9525"/>
                </a:moveTo>
                <a:lnTo>
                  <a:pt x="0" y="9525"/>
                </a:lnTo>
                <a:lnTo>
                  <a:pt x="0" y="0"/>
                </a:lnTo>
                <a:lnTo>
                  <a:pt x="9525" y="0"/>
                </a:lnTo>
                <a:lnTo>
                  <a:pt x="9525" y="9525"/>
                </a:lnTo>
                <a:close/>
              </a:path>
            </a:pathLst>
          </a:custGeom>
          <a:solidFill>
            <a:srgbClr val="C7C6C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0" name="object 90"/>
          <p:cNvSpPr/>
          <p:nvPr/>
        </p:nvSpPr>
        <p:spPr>
          <a:xfrm>
            <a:off x="2857500" y="4291012"/>
            <a:ext cx="9525" cy="9525"/>
          </a:xfrm>
          <a:custGeom>
            <a:avLst/>
            <a:gdLst/>
            <a:ahLst/>
            <a:cxnLst/>
            <a:rect l="l" t="t" r="r" b="b"/>
            <a:pathLst>
              <a:path w="9525" h="9525">
                <a:moveTo>
                  <a:pt x="9525" y="9525"/>
                </a:moveTo>
                <a:lnTo>
                  <a:pt x="0" y="9525"/>
                </a:lnTo>
                <a:lnTo>
                  <a:pt x="0" y="0"/>
                </a:lnTo>
                <a:lnTo>
                  <a:pt x="9525" y="0"/>
                </a:lnTo>
                <a:lnTo>
                  <a:pt x="9525" y="9525"/>
                </a:lnTo>
                <a:close/>
              </a:path>
            </a:pathLst>
          </a:custGeom>
          <a:solidFill>
            <a:srgbClr val="C7C6C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1" name="object 91"/>
          <p:cNvSpPr/>
          <p:nvPr/>
        </p:nvSpPr>
        <p:spPr>
          <a:xfrm>
            <a:off x="2914650" y="4291012"/>
            <a:ext cx="9525" cy="9525"/>
          </a:xfrm>
          <a:custGeom>
            <a:avLst/>
            <a:gdLst/>
            <a:ahLst/>
            <a:cxnLst/>
            <a:rect l="l" t="t" r="r" b="b"/>
            <a:pathLst>
              <a:path w="9525" h="9525">
                <a:moveTo>
                  <a:pt x="9525" y="9525"/>
                </a:moveTo>
                <a:lnTo>
                  <a:pt x="0" y="9525"/>
                </a:lnTo>
                <a:lnTo>
                  <a:pt x="0" y="0"/>
                </a:lnTo>
                <a:lnTo>
                  <a:pt x="9525" y="0"/>
                </a:lnTo>
                <a:lnTo>
                  <a:pt x="9525" y="9525"/>
                </a:lnTo>
                <a:close/>
              </a:path>
            </a:pathLst>
          </a:custGeom>
          <a:solidFill>
            <a:srgbClr val="C7C6C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2" name="object 92"/>
          <p:cNvSpPr txBox="1"/>
          <p:nvPr/>
        </p:nvSpPr>
        <p:spPr>
          <a:xfrm>
            <a:off x="526504" y="4205386"/>
            <a:ext cx="305435" cy="1625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900" spc="-10" dirty="0">
                <a:solidFill>
                  <a:srgbClr val="605D5C"/>
                </a:solidFill>
                <a:latin typeface="Segoe UI"/>
                <a:cs typeface="Segoe UI"/>
              </a:rPr>
              <a:t>0.5bn</a:t>
            </a:r>
            <a:endParaRPr sz="900">
              <a:latin typeface="Segoe UI"/>
              <a:cs typeface="Segoe UI"/>
            </a:endParaRPr>
          </a:p>
        </p:txBody>
      </p:sp>
      <p:sp>
        <p:nvSpPr>
          <p:cNvPr id="93" name="object 93"/>
          <p:cNvSpPr/>
          <p:nvPr/>
        </p:nvSpPr>
        <p:spPr>
          <a:xfrm>
            <a:off x="914400" y="3752850"/>
            <a:ext cx="9525" cy="9525"/>
          </a:xfrm>
          <a:custGeom>
            <a:avLst/>
            <a:gdLst/>
            <a:ahLst/>
            <a:cxnLst/>
            <a:rect l="l" t="t" r="r" b="b"/>
            <a:pathLst>
              <a:path w="9525" h="9525">
                <a:moveTo>
                  <a:pt x="9525" y="9525"/>
                </a:moveTo>
                <a:lnTo>
                  <a:pt x="0" y="9525"/>
                </a:lnTo>
                <a:lnTo>
                  <a:pt x="0" y="0"/>
                </a:lnTo>
                <a:lnTo>
                  <a:pt x="9525" y="0"/>
                </a:lnTo>
                <a:lnTo>
                  <a:pt x="9525" y="9525"/>
                </a:lnTo>
                <a:close/>
              </a:path>
            </a:pathLst>
          </a:custGeom>
          <a:solidFill>
            <a:srgbClr val="C7C6C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4" name="object 94"/>
          <p:cNvSpPr/>
          <p:nvPr/>
        </p:nvSpPr>
        <p:spPr>
          <a:xfrm>
            <a:off x="971550" y="3752850"/>
            <a:ext cx="9525" cy="9525"/>
          </a:xfrm>
          <a:custGeom>
            <a:avLst/>
            <a:gdLst/>
            <a:ahLst/>
            <a:cxnLst/>
            <a:rect l="l" t="t" r="r" b="b"/>
            <a:pathLst>
              <a:path w="9525" h="9525">
                <a:moveTo>
                  <a:pt x="9525" y="9525"/>
                </a:moveTo>
                <a:lnTo>
                  <a:pt x="0" y="9525"/>
                </a:lnTo>
                <a:lnTo>
                  <a:pt x="0" y="0"/>
                </a:lnTo>
                <a:lnTo>
                  <a:pt x="9525" y="0"/>
                </a:lnTo>
                <a:lnTo>
                  <a:pt x="9525" y="9525"/>
                </a:lnTo>
                <a:close/>
              </a:path>
            </a:pathLst>
          </a:custGeom>
          <a:solidFill>
            <a:srgbClr val="C7C6C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5" name="object 95"/>
          <p:cNvSpPr/>
          <p:nvPr/>
        </p:nvSpPr>
        <p:spPr>
          <a:xfrm>
            <a:off x="1028700" y="3752850"/>
            <a:ext cx="9525" cy="9525"/>
          </a:xfrm>
          <a:custGeom>
            <a:avLst/>
            <a:gdLst/>
            <a:ahLst/>
            <a:cxnLst/>
            <a:rect l="l" t="t" r="r" b="b"/>
            <a:pathLst>
              <a:path w="9525" h="9525">
                <a:moveTo>
                  <a:pt x="9525" y="9525"/>
                </a:moveTo>
                <a:lnTo>
                  <a:pt x="0" y="9525"/>
                </a:lnTo>
                <a:lnTo>
                  <a:pt x="0" y="0"/>
                </a:lnTo>
                <a:lnTo>
                  <a:pt x="9525" y="0"/>
                </a:lnTo>
                <a:lnTo>
                  <a:pt x="9525" y="9525"/>
                </a:lnTo>
                <a:close/>
              </a:path>
            </a:pathLst>
          </a:custGeom>
          <a:solidFill>
            <a:srgbClr val="C7C6C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6" name="object 96"/>
          <p:cNvSpPr/>
          <p:nvPr/>
        </p:nvSpPr>
        <p:spPr>
          <a:xfrm>
            <a:off x="1085850" y="3752850"/>
            <a:ext cx="9525" cy="9525"/>
          </a:xfrm>
          <a:custGeom>
            <a:avLst/>
            <a:gdLst/>
            <a:ahLst/>
            <a:cxnLst/>
            <a:rect l="l" t="t" r="r" b="b"/>
            <a:pathLst>
              <a:path w="9525" h="9525">
                <a:moveTo>
                  <a:pt x="9525" y="9525"/>
                </a:moveTo>
                <a:lnTo>
                  <a:pt x="0" y="9525"/>
                </a:lnTo>
                <a:lnTo>
                  <a:pt x="0" y="0"/>
                </a:lnTo>
                <a:lnTo>
                  <a:pt x="9525" y="0"/>
                </a:lnTo>
                <a:lnTo>
                  <a:pt x="9525" y="9525"/>
                </a:lnTo>
                <a:close/>
              </a:path>
            </a:pathLst>
          </a:custGeom>
          <a:solidFill>
            <a:srgbClr val="C7C6C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7" name="object 97"/>
          <p:cNvSpPr/>
          <p:nvPr/>
        </p:nvSpPr>
        <p:spPr>
          <a:xfrm>
            <a:off x="1143000" y="3752850"/>
            <a:ext cx="9525" cy="9525"/>
          </a:xfrm>
          <a:custGeom>
            <a:avLst/>
            <a:gdLst/>
            <a:ahLst/>
            <a:cxnLst/>
            <a:rect l="l" t="t" r="r" b="b"/>
            <a:pathLst>
              <a:path w="9525" h="9525">
                <a:moveTo>
                  <a:pt x="9525" y="9525"/>
                </a:moveTo>
                <a:lnTo>
                  <a:pt x="0" y="9525"/>
                </a:lnTo>
                <a:lnTo>
                  <a:pt x="0" y="0"/>
                </a:lnTo>
                <a:lnTo>
                  <a:pt x="9525" y="0"/>
                </a:lnTo>
                <a:lnTo>
                  <a:pt x="9525" y="9525"/>
                </a:lnTo>
                <a:close/>
              </a:path>
            </a:pathLst>
          </a:custGeom>
          <a:solidFill>
            <a:srgbClr val="C7C6C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8" name="object 98"/>
          <p:cNvSpPr/>
          <p:nvPr/>
        </p:nvSpPr>
        <p:spPr>
          <a:xfrm>
            <a:off x="1200150" y="3752850"/>
            <a:ext cx="9525" cy="9525"/>
          </a:xfrm>
          <a:custGeom>
            <a:avLst/>
            <a:gdLst/>
            <a:ahLst/>
            <a:cxnLst/>
            <a:rect l="l" t="t" r="r" b="b"/>
            <a:pathLst>
              <a:path w="9525" h="9525">
                <a:moveTo>
                  <a:pt x="9525" y="9525"/>
                </a:moveTo>
                <a:lnTo>
                  <a:pt x="0" y="9525"/>
                </a:lnTo>
                <a:lnTo>
                  <a:pt x="0" y="0"/>
                </a:lnTo>
                <a:lnTo>
                  <a:pt x="9525" y="0"/>
                </a:lnTo>
                <a:lnTo>
                  <a:pt x="9525" y="9525"/>
                </a:lnTo>
                <a:close/>
              </a:path>
            </a:pathLst>
          </a:custGeom>
          <a:solidFill>
            <a:srgbClr val="C7C6C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9" name="object 99"/>
          <p:cNvSpPr/>
          <p:nvPr/>
        </p:nvSpPr>
        <p:spPr>
          <a:xfrm>
            <a:off x="1257300" y="3752850"/>
            <a:ext cx="9525" cy="9525"/>
          </a:xfrm>
          <a:custGeom>
            <a:avLst/>
            <a:gdLst/>
            <a:ahLst/>
            <a:cxnLst/>
            <a:rect l="l" t="t" r="r" b="b"/>
            <a:pathLst>
              <a:path w="9525" h="9525">
                <a:moveTo>
                  <a:pt x="9525" y="9525"/>
                </a:moveTo>
                <a:lnTo>
                  <a:pt x="0" y="9525"/>
                </a:lnTo>
                <a:lnTo>
                  <a:pt x="0" y="0"/>
                </a:lnTo>
                <a:lnTo>
                  <a:pt x="9525" y="0"/>
                </a:lnTo>
                <a:lnTo>
                  <a:pt x="9525" y="9525"/>
                </a:lnTo>
                <a:close/>
              </a:path>
            </a:pathLst>
          </a:custGeom>
          <a:solidFill>
            <a:srgbClr val="C7C6C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0" name="object 100"/>
          <p:cNvSpPr/>
          <p:nvPr/>
        </p:nvSpPr>
        <p:spPr>
          <a:xfrm>
            <a:off x="1314450" y="3752850"/>
            <a:ext cx="9525" cy="9525"/>
          </a:xfrm>
          <a:custGeom>
            <a:avLst/>
            <a:gdLst/>
            <a:ahLst/>
            <a:cxnLst/>
            <a:rect l="l" t="t" r="r" b="b"/>
            <a:pathLst>
              <a:path w="9525" h="9525">
                <a:moveTo>
                  <a:pt x="9525" y="9525"/>
                </a:moveTo>
                <a:lnTo>
                  <a:pt x="0" y="9525"/>
                </a:lnTo>
                <a:lnTo>
                  <a:pt x="0" y="0"/>
                </a:lnTo>
                <a:lnTo>
                  <a:pt x="9525" y="0"/>
                </a:lnTo>
                <a:lnTo>
                  <a:pt x="9525" y="9525"/>
                </a:lnTo>
                <a:close/>
              </a:path>
            </a:pathLst>
          </a:custGeom>
          <a:solidFill>
            <a:srgbClr val="C7C6C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1" name="object 101"/>
          <p:cNvSpPr/>
          <p:nvPr/>
        </p:nvSpPr>
        <p:spPr>
          <a:xfrm>
            <a:off x="1371600" y="3752850"/>
            <a:ext cx="9525" cy="9525"/>
          </a:xfrm>
          <a:custGeom>
            <a:avLst/>
            <a:gdLst/>
            <a:ahLst/>
            <a:cxnLst/>
            <a:rect l="l" t="t" r="r" b="b"/>
            <a:pathLst>
              <a:path w="9525" h="9525">
                <a:moveTo>
                  <a:pt x="9525" y="9525"/>
                </a:moveTo>
                <a:lnTo>
                  <a:pt x="0" y="9525"/>
                </a:lnTo>
                <a:lnTo>
                  <a:pt x="0" y="0"/>
                </a:lnTo>
                <a:lnTo>
                  <a:pt x="9525" y="0"/>
                </a:lnTo>
                <a:lnTo>
                  <a:pt x="9525" y="9525"/>
                </a:lnTo>
                <a:close/>
              </a:path>
            </a:pathLst>
          </a:custGeom>
          <a:solidFill>
            <a:srgbClr val="C7C6C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2" name="object 102"/>
          <p:cNvSpPr/>
          <p:nvPr/>
        </p:nvSpPr>
        <p:spPr>
          <a:xfrm>
            <a:off x="1428750" y="3752850"/>
            <a:ext cx="9525" cy="9525"/>
          </a:xfrm>
          <a:custGeom>
            <a:avLst/>
            <a:gdLst/>
            <a:ahLst/>
            <a:cxnLst/>
            <a:rect l="l" t="t" r="r" b="b"/>
            <a:pathLst>
              <a:path w="9525" h="9525">
                <a:moveTo>
                  <a:pt x="9525" y="9525"/>
                </a:moveTo>
                <a:lnTo>
                  <a:pt x="0" y="9525"/>
                </a:lnTo>
                <a:lnTo>
                  <a:pt x="0" y="0"/>
                </a:lnTo>
                <a:lnTo>
                  <a:pt x="9525" y="0"/>
                </a:lnTo>
                <a:lnTo>
                  <a:pt x="9525" y="9525"/>
                </a:lnTo>
                <a:close/>
              </a:path>
            </a:pathLst>
          </a:custGeom>
          <a:solidFill>
            <a:srgbClr val="C7C6C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3" name="object 103"/>
          <p:cNvSpPr/>
          <p:nvPr/>
        </p:nvSpPr>
        <p:spPr>
          <a:xfrm>
            <a:off x="1485900" y="3752850"/>
            <a:ext cx="9525" cy="9525"/>
          </a:xfrm>
          <a:custGeom>
            <a:avLst/>
            <a:gdLst/>
            <a:ahLst/>
            <a:cxnLst/>
            <a:rect l="l" t="t" r="r" b="b"/>
            <a:pathLst>
              <a:path w="9525" h="9525">
                <a:moveTo>
                  <a:pt x="9525" y="9525"/>
                </a:moveTo>
                <a:lnTo>
                  <a:pt x="0" y="9525"/>
                </a:lnTo>
                <a:lnTo>
                  <a:pt x="0" y="0"/>
                </a:lnTo>
                <a:lnTo>
                  <a:pt x="9525" y="0"/>
                </a:lnTo>
                <a:lnTo>
                  <a:pt x="9525" y="9525"/>
                </a:lnTo>
                <a:close/>
              </a:path>
            </a:pathLst>
          </a:custGeom>
          <a:solidFill>
            <a:srgbClr val="C7C6C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4" name="object 104"/>
          <p:cNvSpPr/>
          <p:nvPr/>
        </p:nvSpPr>
        <p:spPr>
          <a:xfrm>
            <a:off x="1543050" y="3752850"/>
            <a:ext cx="9525" cy="9525"/>
          </a:xfrm>
          <a:custGeom>
            <a:avLst/>
            <a:gdLst/>
            <a:ahLst/>
            <a:cxnLst/>
            <a:rect l="l" t="t" r="r" b="b"/>
            <a:pathLst>
              <a:path w="9525" h="9525">
                <a:moveTo>
                  <a:pt x="9525" y="9525"/>
                </a:moveTo>
                <a:lnTo>
                  <a:pt x="0" y="9525"/>
                </a:lnTo>
                <a:lnTo>
                  <a:pt x="0" y="0"/>
                </a:lnTo>
                <a:lnTo>
                  <a:pt x="9525" y="0"/>
                </a:lnTo>
                <a:lnTo>
                  <a:pt x="9525" y="9525"/>
                </a:lnTo>
                <a:close/>
              </a:path>
            </a:pathLst>
          </a:custGeom>
          <a:solidFill>
            <a:srgbClr val="C7C6C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5" name="object 105"/>
          <p:cNvSpPr/>
          <p:nvPr/>
        </p:nvSpPr>
        <p:spPr>
          <a:xfrm>
            <a:off x="1600200" y="3752850"/>
            <a:ext cx="9525" cy="9525"/>
          </a:xfrm>
          <a:custGeom>
            <a:avLst/>
            <a:gdLst/>
            <a:ahLst/>
            <a:cxnLst/>
            <a:rect l="l" t="t" r="r" b="b"/>
            <a:pathLst>
              <a:path w="9525" h="9525">
                <a:moveTo>
                  <a:pt x="9525" y="9525"/>
                </a:moveTo>
                <a:lnTo>
                  <a:pt x="0" y="9525"/>
                </a:lnTo>
                <a:lnTo>
                  <a:pt x="0" y="0"/>
                </a:lnTo>
                <a:lnTo>
                  <a:pt x="9525" y="0"/>
                </a:lnTo>
                <a:lnTo>
                  <a:pt x="9525" y="9525"/>
                </a:lnTo>
                <a:close/>
              </a:path>
            </a:pathLst>
          </a:custGeom>
          <a:solidFill>
            <a:srgbClr val="C7C6C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6" name="object 106"/>
          <p:cNvSpPr/>
          <p:nvPr/>
        </p:nvSpPr>
        <p:spPr>
          <a:xfrm>
            <a:off x="1657350" y="3752850"/>
            <a:ext cx="9525" cy="9525"/>
          </a:xfrm>
          <a:custGeom>
            <a:avLst/>
            <a:gdLst/>
            <a:ahLst/>
            <a:cxnLst/>
            <a:rect l="l" t="t" r="r" b="b"/>
            <a:pathLst>
              <a:path w="9525" h="9525">
                <a:moveTo>
                  <a:pt x="9525" y="9525"/>
                </a:moveTo>
                <a:lnTo>
                  <a:pt x="0" y="9525"/>
                </a:lnTo>
                <a:lnTo>
                  <a:pt x="0" y="0"/>
                </a:lnTo>
                <a:lnTo>
                  <a:pt x="9525" y="0"/>
                </a:lnTo>
                <a:lnTo>
                  <a:pt x="9525" y="9525"/>
                </a:lnTo>
                <a:close/>
              </a:path>
            </a:pathLst>
          </a:custGeom>
          <a:solidFill>
            <a:srgbClr val="C7C6C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7" name="object 107"/>
          <p:cNvSpPr/>
          <p:nvPr/>
        </p:nvSpPr>
        <p:spPr>
          <a:xfrm>
            <a:off x="1714500" y="3752850"/>
            <a:ext cx="9525" cy="9525"/>
          </a:xfrm>
          <a:custGeom>
            <a:avLst/>
            <a:gdLst/>
            <a:ahLst/>
            <a:cxnLst/>
            <a:rect l="l" t="t" r="r" b="b"/>
            <a:pathLst>
              <a:path w="9525" h="9525">
                <a:moveTo>
                  <a:pt x="9525" y="9525"/>
                </a:moveTo>
                <a:lnTo>
                  <a:pt x="0" y="9525"/>
                </a:lnTo>
                <a:lnTo>
                  <a:pt x="0" y="0"/>
                </a:lnTo>
                <a:lnTo>
                  <a:pt x="9525" y="0"/>
                </a:lnTo>
                <a:lnTo>
                  <a:pt x="9525" y="9525"/>
                </a:lnTo>
                <a:close/>
              </a:path>
            </a:pathLst>
          </a:custGeom>
          <a:solidFill>
            <a:srgbClr val="C7C6C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8" name="object 108"/>
          <p:cNvSpPr/>
          <p:nvPr/>
        </p:nvSpPr>
        <p:spPr>
          <a:xfrm>
            <a:off x="1771650" y="3752850"/>
            <a:ext cx="9525" cy="9525"/>
          </a:xfrm>
          <a:custGeom>
            <a:avLst/>
            <a:gdLst/>
            <a:ahLst/>
            <a:cxnLst/>
            <a:rect l="l" t="t" r="r" b="b"/>
            <a:pathLst>
              <a:path w="9525" h="9525">
                <a:moveTo>
                  <a:pt x="9525" y="9525"/>
                </a:moveTo>
                <a:lnTo>
                  <a:pt x="0" y="9525"/>
                </a:lnTo>
                <a:lnTo>
                  <a:pt x="0" y="0"/>
                </a:lnTo>
                <a:lnTo>
                  <a:pt x="9525" y="0"/>
                </a:lnTo>
                <a:lnTo>
                  <a:pt x="9525" y="9525"/>
                </a:lnTo>
                <a:close/>
              </a:path>
            </a:pathLst>
          </a:custGeom>
          <a:solidFill>
            <a:srgbClr val="C7C6C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9" name="object 109"/>
          <p:cNvSpPr/>
          <p:nvPr/>
        </p:nvSpPr>
        <p:spPr>
          <a:xfrm>
            <a:off x="1828800" y="3752850"/>
            <a:ext cx="9525" cy="9525"/>
          </a:xfrm>
          <a:custGeom>
            <a:avLst/>
            <a:gdLst/>
            <a:ahLst/>
            <a:cxnLst/>
            <a:rect l="l" t="t" r="r" b="b"/>
            <a:pathLst>
              <a:path w="9525" h="9525">
                <a:moveTo>
                  <a:pt x="9525" y="9525"/>
                </a:moveTo>
                <a:lnTo>
                  <a:pt x="0" y="9525"/>
                </a:lnTo>
                <a:lnTo>
                  <a:pt x="0" y="0"/>
                </a:lnTo>
                <a:lnTo>
                  <a:pt x="9525" y="0"/>
                </a:lnTo>
                <a:lnTo>
                  <a:pt x="9525" y="9525"/>
                </a:lnTo>
                <a:close/>
              </a:path>
            </a:pathLst>
          </a:custGeom>
          <a:solidFill>
            <a:srgbClr val="C7C6C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0" name="object 110"/>
          <p:cNvSpPr/>
          <p:nvPr/>
        </p:nvSpPr>
        <p:spPr>
          <a:xfrm>
            <a:off x="1885950" y="3752850"/>
            <a:ext cx="9525" cy="9525"/>
          </a:xfrm>
          <a:custGeom>
            <a:avLst/>
            <a:gdLst/>
            <a:ahLst/>
            <a:cxnLst/>
            <a:rect l="l" t="t" r="r" b="b"/>
            <a:pathLst>
              <a:path w="9525" h="9525">
                <a:moveTo>
                  <a:pt x="9525" y="9525"/>
                </a:moveTo>
                <a:lnTo>
                  <a:pt x="0" y="9525"/>
                </a:lnTo>
                <a:lnTo>
                  <a:pt x="0" y="0"/>
                </a:lnTo>
                <a:lnTo>
                  <a:pt x="9525" y="0"/>
                </a:lnTo>
                <a:lnTo>
                  <a:pt x="9525" y="9525"/>
                </a:lnTo>
                <a:close/>
              </a:path>
            </a:pathLst>
          </a:custGeom>
          <a:solidFill>
            <a:srgbClr val="C7C6C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1" name="object 111"/>
          <p:cNvSpPr/>
          <p:nvPr/>
        </p:nvSpPr>
        <p:spPr>
          <a:xfrm>
            <a:off x="1943100" y="3752850"/>
            <a:ext cx="9525" cy="9525"/>
          </a:xfrm>
          <a:custGeom>
            <a:avLst/>
            <a:gdLst/>
            <a:ahLst/>
            <a:cxnLst/>
            <a:rect l="l" t="t" r="r" b="b"/>
            <a:pathLst>
              <a:path w="9525" h="9525">
                <a:moveTo>
                  <a:pt x="9525" y="9525"/>
                </a:moveTo>
                <a:lnTo>
                  <a:pt x="0" y="9525"/>
                </a:lnTo>
                <a:lnTo>
                  <a:pt x="0" y="0"/>
                </a:lnTo>
                <a:lnTo>
                  <a:pt x="9525" y="0"/>
                </a:lnTo>
                <a:lnTo>
                  <a:pt x="9525" y="9525"/>
                </a:lnTo>
                <a:close/>
              </a:path>
            </a:pathLst>
          </a:custGeom>
          <a:solidFill>
            <a:srgbClr val="C7C6C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2" name="object 112"/>
          <p:cNvSpPr/>
          <p:nvPr/>
        </p:nvSpPr>
        <p:spPr>
          <a:xfrm>
            <a:off x="2000250" y="3752850"/>
            <a:ext cx="9525" cy="9525"/>
          </a:xfrm>
          <a:custGeom>
            <a:avLst/>
            <a:gdLst/>
            <a:ahLst/>
            <a:cxnLst/>
            <a:rect l="l" t="t" r="r" b="b"/>
            <a:pathLst>
              <a:path w="9525" h="9525">
                <a:moveTo>
                  <a:pt x="9525" y="9525"/>
                </a:moveTo>
                <a:lnTo>
                  <a:pt x="0" y="9525"/>
                </a:lnTo>
                <a:lnTo>
                  <a:pt x="0" y="0"/>
                </a:lnTo>
                <a:lnTo>
                  <a:pt x="9525" y="0"/>
                </a:lnTo>
                <a:lnTo>
                  <a:pt x="9525" y="9525"/>
                </a:lnTo>
                <a:close/>
              </a:path>
            </a:pathLst>
          </a:custGeom>
          <a:solidFill>
            <a:srgbClr val="C7C6C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3" name="object 113"/>
          <p:cNvSpPr/>
          <p:nvPr/>
        </p:nvSpPr>
        <p:spPr>
          <a:xfrm>
            <a:off x="2057400" y="3752850"/>
            <a:ext cx="9525" cy="9525"/>
          </a:xfrm>
          <a:custGeom>
            <a:avLst/>
            <a:gdLst/>
            <a:ahLst/>
            <a:cxnLst/>
            <a:rect l="l" t="t" r="r" b="b"/>
            <a:pathLst>
              <a:path w="9525" h="9525">
                <a:moveTo>
                  <a:pt x="9525" y="9525"/>
                </a:moveTo>
                <a:lnTo>
                  <a:pt x="0" y="9525"/>
                </a:lnTo>
                <a:lnTo>
                  <a:pt x="0" y="0"/>
                </a:lnTo>
                <a:lnTo>
                  <a:pt x="9525" y="0"/>
                </a:lnTo>
                <a:lnTo>
                  <a:pt x="9525" y="9525"/>
                </a:lnTo>
                <a:close/>
              </a:path>
            </a:pathLst>
          </a:custGeom>
          <a:solidFill>
            <a:srgbClr val="C7C6C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4" name="object 114"/>
          <p:cNvSpPr/>
          <p:nvPr/>
        </p:nvSpPr>
        <p:spPr>
          <a:xfrm>
            <a:off x="2114550" y="3752850"/>
            <a:ext cx="9525" cy="9525"/>
          </a:xfrm>
          <a:custGeom>
            <a:avLst/>
            <a:gdLst/>
            <a:ahLst/>
            <a:cxnLst/>
            <a:rect l="l" t="t" r="r" b="b"/>
            <a:pathLst>
              <a:path w="9525" h="9525">
                <a:moveTo>
                  <a:pt x="9525" y="9525"/>
                </a:moveTo>
                <a:lnTo>
                  <a:pt x="0" y="9525"/>
                </a:lnTo>
                <a:lnTo>
                  <a:pt x="0" y="0"/>
                </a:lnTo>
                <a:lnTo>
                  <a:pt x="9525" y="0"/>
                </a:lnTo>
                <a:lnTo>
                  <a:pt x="9525" y="9525"/>
                </a:lnTo>
                <a:close/>
              </a:path>
            </a:pathLst>
          </a:custGeom>
          <a:solidFill>
            <a:srgbClr val="C7C6C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5" name="object 115"/>
          <p:cNvSpPr/>
          <p:nvPr/>
        </p:nvSpPr>
        <p:spPr>
          <a:xfrm>
            <a:off x="2171700" y="3752850"/>
            <a:ext cx="9525" cy="9525"/>
          </a:xfrm>
          <a:custGeom>
            <a:avLst/>
            <a:gdLst/>
            <a:ahLst/>
            <a:cxnLst/>
            <a:rect l="l" t="t" r="r" b="b"/>
            <a:pathLst>
              <a:path w="9525" h="9525">
                <a:moveTo>
                  <a:pt x="9525" y="9525"/>
                </a:moveTo>
                <a:lnTo>
                  <a:pt x="0" y="9525"/>
                </a:lnTo>
                <a:lnTo>
                  <a:pt x="0" y="0"/>
                </a:lnTo>
                <a:lnTo>
                  <a:pt x="9525" y="0"/>
                </a:lnTo>
                <a:lnTo>
                  <a:pt x="9525" y="9525"/>
                </a:lnTo>
                <a:close/>
              </a:path>
            </a:pathLst>
          </a:custGeom>
          <a:solidFill>
            <a:srgbClr val="C7C6C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6" name="object 116"/>
          <p:cNvSpPr/>
          <p:nvPr/>
        </p:nvSpPr>
        <p:spPr>
          <a:xfrm>
            <a:off x="2228850" y="3752850"/>
            <a:ext cx="9525" cy="9525"/>
          </a:xfrm>
          <a:custGeom>
            <a:avLst/>
            <a:gdLst/>
            <a:ahLst/>
            <a:cxnLst/>
            <a:rect l="l" t="t" r="r" b="b"/>
            <a:pathLst>
              <a:path w="9525" h="9525">
                <a:moveTo>
                  <a:pt x="9525" y="9525"/>
                </a:moveTo>
                <a:lnTo>
                  <a:pt x="0" y="9525"/>
                </a:lnTo>
                <a:lnTo>
                  <a:pt x="0" y="0"/>
                </a:lnTo>
                <a:lnTo>
                  <a:pt x="9525" y="0"/>
                </a:lnTo>
                <a:lnTo>
                  <a:pt x="9525" y="9525"/>
                </a:lnTo>
                <a:close/>
              </a:path>
            </a:pathLst>
          </a:custGeom>
          <a:solidFill>
            <a:srgbClr val="C7C6C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7" name="object 117"/>
          <p:cNvSpPr/>
          <p:nvPr/>
        </p:nvSpPr>
        <p:spPr>
          <a:xfrm>
            <a:off x="2286000" y="3752850"/>
            <a:ext cx="9525" cy="9525"/>
          </a:xfrm>
          <a:custGeom>
            <a:avLst/>
            <a:gdLst/>
            <a:ahLst/>
            <a:cxnLst/>
            <a:rect l="l" t="t" r="r" b="b"/>
            <a:pathLst>
              <a:path w="9525" h="9525">
                <a:moveTo>
                  <a:pt x="9525" y="9525"/>
                </a:moveTo>
                <a:lnTo>
                  <a:pt x="0" y="9525"/>
                </a:lnTo>
                <a:lnTo>
                  <a:pt x="0" y="0"/>
                </a:lnTo>
                <a:lnTo>
                  <a:pt x="9525" y="0"/>
                </a:lnTo>
                <a:lnTo>
                  <a:pt x="9525" y="9525"/>
                </a:lnTo>
                <a:close/>
              </a:path>
            </a:pathLst>
          </a:custGeom>
          <a:solidFill>
            <a:srgbClr val="C7C6C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8" name="object 118"/>
          <p:cNvSpPr/>
          <p:nvPr/>
        </p:nvSpPr>
        <p:spPr>
          <a:xfrm>
            <a:off x="2343150" y="3752850"/>
            <a:ext cx="9525" cy="9525"/>
          </a:xfrm>
          <a:custGeom>
            <a:avLst/>
            <a:gdLst/>
            <a:ahLst/>
            <a:cxnLst/>
            <a:rect l="l" t="t" r="r" b="b"/>
            <a:pathLst>
              <a:path w="9525" h="9525">
                <a:moveTo>
                  <a:pt x="9525" y="9525"/>
                </a:moveTo>
                <a:lnTo>
                  <a:pt x="0" y="9525"/>
                </a:lnTo>
                <a:lnTo>
                  <a:pt x="0" y="0"/>
                </a:lnTo>
                <a:lnTo>
                  <a:pt x="9525" y="0"/>
                </a:lnTo>
                <a:lnTo>
                  <a:pt x="9525" y="9525"/>
                </a:lnTo>
                <a:close/>
              </a:path>
            </a:pathLst>
          </a:custGeom>
          <a:solidFill>
            <a:srgbClr val="C7C6C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9" name="object 119"/>
          <p:cNvSpPr/>
          <p:nvPr/>
        </p:nvSpPr>
        <p:spPr>
          <a:xfrm>
            <a:off x="2400300" y="3752850"/>
            <a:ext cx="9525" cy="9525"/>
          </a:xfrm>
          <a:custGeom>
            <a:avLst/>
            <a:gdLst/>
            <a:ahLst/>
            <a:cxnLst/>
            <a:rect l="l" t="t" r="r" b="b"/>
            <a:pathLst>
              <a:path w="9525" h="9525">
                <a:moveTo>
                  <a:pt x="9525" y="9525"/>
                </a:moveTo>
                <a:lnTo>
                  <a:pt x="0" y="9525"/>
                </a:lnTo>
                <a:lnTo>
                  <a:pt x="0" y="0"/>
                </a:lnTo>
                <a:lnTo>
                  <a:pt x="9525" y="0"/>
                </a:lnTo>
                <a:lnTo>
                  <a:pt x="9525" y="9525"/>
                </a:lnTo>
                <a:close/>
              </a:path>
            </a:pathLst>
          </a:custGeom>
          <a:solidFill>
            <a:srgbClr val="C7C6C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20" name="object 120"/>
          <p:cNvSpPr/>
          <p:nvPr/>
        </p:nvSpPr>
        <p:spPr>
          <a:xfrm>
            <a:off x="2457450" y="3752850"/>
            <a:ext cx="9525" cy="9525"/>
          </a:xfrm>
          <a:custGeom>
            <a:avLst/>
            <a:gdLst/>
            <a:ahLst/>
            <a:cxnLst/>
            <a:rect l="l" t="t" r="r" b="b"/>
            <a:pathLst>
              <a:path w="9525" h="9525">
                <a:moveTo>
                  <a:pt x="9525" y="9525"/>
                </a:moveTo>
                <a:lnTo>
                  <a:pt x="0" y="9525"/>
                </a:lnTo>
                <a:lnTo>
                  <a:pt x="0" y="0"/>
                </a:lnTo>
                <a:lnTo>
                  <a:pt x="9525" y="0"/>
                </a:lnTo>
                <a:lnTo>
                  <a:pt x="9525" y="9525"/>
                </a:lnTo>
                <a:close/>
              </a:path>
            </a:pathLst>
          </a:custGeom>
          <a:solidFill>
            <a:srgbClr val="C7C6C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21" name="object 121"/>
          <p:cNvSpPr/>
          <p:nvPr/>
        </p:nvSpPr>
        <p:spPr>
          <a:xfrm>
            <a:off x="2514600" y="3752850"/>
            <a:ext cx="9525" cy="9525"/>
          </a:xfrm>
          <a:custGeom>
            <a:avLst/>
            <a:gdLst/>
            <a:ahLst/>
            <a:cxnLst/>
            <a:rect l="l" t="t" r="r" b="b"/>
            <a:pathLst>
              <a:path w="9525" h="9525">
                <a:moveTo>
                  <a:pt x="9525" y="9525"/>
                </a:moveTo>
                <a:lnTo>
                  <a:pt x="0" y="9525"/>
                </a:lnTo>
                <a:lnTo>
                  <a:pt x="0" y="0"/>
                </a:lnTo>
                <a:lnTo>
                  <a:pt x="9525" y="0"/>
                </a:lnTo>
                <a:lnTo>
                  <a:pt x="9525" y="9525"/>
                </a:lnTo>
                <a:close/>
              </a:path>
            </a:pathLst>
          </a:custGeom>
          <a:solidFill>
            <a:srgbClr val="C7C6C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22" name="object 122"/>
          <p:cNvSpPr/>
          <p:nvPr/>
        </p:nvSpPr>
        <p:spPr>
          <a:xfrm>
            <a:off x="2571750" y="3752850"/>
            <a:ext cx="9525" cy="9525"/>
          </a:xfrm>
          <a:custGeom>
            <a:avLst/>
            <a:gdLst/>
            <a:ahLst/>
            <a:cxnLst/>
            <a:rect l="l" t="t" r="r" b="b"/>
            <a:pathLst>
              <a:path w="9525" h="9525">
                <a:moveTo>
                  <a:pt x="9525" y="9525"/>
                </a:moveTo>
                <a:lnTo>
                  <a:pt x="0" y="9525"/>
                </a:lnTo>
                <a:lnTo>
                  <a:pt x="0" y="0"/>
                </a:lnTo>
                <a:lnTo>
                  <a:pt x="9525" y="0"/>
                </a:lnTo>
                <a:lnTo>
                  <a:pt x="9525" y="9525"/>
                </a:lnTo>
                <a:close/>
              </a:path>
            </a:pathLst>
          </a:custGeom>
          <a:solidFill>
            <a:srgbClr val="C7C6C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23" name="object 123"/>
          <p:cNvSpPr/>
          <p:nvPr/>
        </p:nvSpPr>
        <p:spPr>
          <a:xfrm>
            <a:off x="2628900" y="3752850"/>
            <a:ext cx="9525" cy="9525"/>
          </a:xfrm>
          <a:custGeom>
            <a:avLst/>
            <a:gdLst/>
            <a:ahLst/>
            <a:cxnLst/>
            <a:rect l="l" t="t" r="r" b="b"/>
            <a:pathLst>
              <a:path w="9525" h="9525">
                <a:moveTo>
                  <a:pt x="9525" y="9525"/>
                </a:moveTo>
                <a:lnTo>
                  <a:pt x="0" y="9525"/>
                </a:lnTo>
                <a:lnTo>
                  <a:pt x="0" y="0"/>
                </a:lnTo>
                <a:lnTo>
                  <a:pt x="9525" y="0"/>
                </a:lnTo>
                <a:lnTo>
                  <a:pt x="9525" y="9525"/>
                </a:lnTo>
                <a:close/>
              </a:path>
            </a:pathLst>
          </a:custGeom>
          <a:solidFill>
            <a:srgbClr val="C7C6C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24" name="object 124"/>
          <p:cNvSpPr/>
          <p:nvPr/>
        </p:nvSpPr>
        <p:spPr>
          <a:xfrm>
            <a:off x="2686050" y="3752850"/>
            <a:ext cx="9525" cy="9525"/>
          </a:xfrm>
          <a:custGeom>
            <a:avLst/>
            <a:gdLst/>
            <a:ahLst/>
            <a:cxnLst/>
            <a:rect l="l" t="t" r="r" b="b"/>
            <a:pathLst>
              <a:path w="9525" h="9525">
                <a:moveTo>
                  <a:pt x="9525" y="9525"/>
                </a:moveTo>
                <a:lnTo>
                  <a:pt x="0" y="9525"/>
                </a:lnTo>
                <a:lnTo>
                  <a:pt x="0" y="0"/>
                </a:lnTo>
                <a:lnTo>
                  <a:pt x="9525" y="0"/>
                </a:lnTo>
                <a:lnTo>
                  <a:pt x="9525" y="9525"/>
                </a:lnTo>
                <a:close/>
              </a:path>
            </a:pathLst>
          </a:custGeom>
          <a:solidFill>
            <a:srgbClr val="C7C6C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25" name="object 125"/>
          <p:cNvSpPr/>
          <p:nvPr/>
        </p:nvSpPr>
        <p:spPr>
          <a:xfrm>
            <a:off x="2743200" y="3752850"/>
            <a:ext cx="9525" cy="9525"/>
          </a:xfrm>
          <a:custGeom>
            <a:avLst/>
            <a:gdLst/>
            <a:ahLst/>
            <a:cxnLst/>
            <a:rect l="l" t="t" r="r" b="b"/>
            <a:pathLst>
              <a:path w="9525" h="9525">
                <a:moveTo>
                  <a:pt x="9525" y="9525"/>
                </a:moveTo>
                <a:lnTo>
                  <a:pt x="0" y="9525"/>
                </a:lnTo>
                <a:lnTo>
                  <a:pt x="0" y="0"/>
                </a:lnTo>
                <a:lnTo>
                  <a:pt x="9525" y="0"/>
                </a:lnTo>
                <a:lnTo>
                  <a:pt x="9525" y="9525"/>
                </a:lnTo>
                <a:close/>
              </a:path>
            </a:pathLst>
          </a:custGeom>
          <a:solidFill>
            <a:srgbClr val="C7C6C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26" name="object 126"/>
          <p:cNvSpPr/>
          <p:nvPr/>
        </p:nvSpPr>
        <p:spPr>
          <a:xfrm>
            <a:off x="2800350" y="3752850"/>
            <a:ext cx="9525" cy="9525"/>
          </a:xfrm>
          <a:custGeom>
            <a:avLst/>
            <a:gdLst/>
            <a:ahLst/>
            <a:cxnLst/>
            <a:rect l="l" t="t" r="r" b="b"/>
            <a:pathLst>
              <a:path w="9525" h="9525">
                <a:moveTo>
                  <a:pt x="9525" y="9525"/>
                </a:moveTo>
                <a:lnTo>
                  <a:pt x="0" y="9525"/>
                </a:lnTo>
                <a:lnTo>
                  <a:pt x="0" y="0"/>
                </a:lnTo>
                <a:lnTo>
                  <a:pt x="9525" y="0"/>
                </a:lnTo>
                <a:lnTo>
                  <a:pt x="9525" y="9525"/>
                </a:lnTo>
                <a:close/>
              </a:path>
            </a:pathLst>
          </a:custGeom>
          <a:solidFill>
            <a:srgbClr val="C7C6C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27" name="object 127"/>
          <p:cNvSpPr/>
          <p:nvPr/>
        </p:nvSpPr>
        <p:spPr>
          <a:xfrm>
            <a:off x="2857500" y="3752850"/>
            <a:ext cx="9525" cy="9525"/>
          </a:xfrm>
          <a:custGeom>
            <a:avLst/>
            <a:gdLst/>
            <a:ahLst/>
            <a:cxnLst/>
            <a:rect l="l" t="t" r="r" b="b"/>
            <a:pathLst>
              <a:path w="9525" h="9525">
                <a:moveTo>
                  <a:pt x="9525" y="9525"/>
                </a:moveTo>
                <a:lnTo>
                  <a:pt x="0" y="9525"/>
                </a:lnTo>
                <a:lnTo>
                  <a:pt x="0" y="0"/>
                </a:lnTo>
                <a:lnTo>
                  <a:pt x="9525" y="0"/>
                </a:lnTo>
                <a:lnTo>
                  <a:pt x="9525" y="9525"/>
                </a:lnTo>
                <a:close/>
              </a:path>
            </a:pathLst>
          </a:custGeom>
          <a:solidFill>
            <a:srgbClr val="C7C6C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28" name="object 128"/>
          <p:cNvSpPr/>
          <p:nvPr/>
        </p:nvSpPr>
        <p:spPr>
          <a:xfrm>
            <a:off x="2914650" y="3752850"/>
            <a:ext cx="9525" cy="9525"/>
          </a:xfrm>
          <a:custGeom>
            <a:avLst/>
            <a:gdLst/>
            <a:ahLst/>
            <a:cxnLst/>
            <a:rect l="l" t="t" r="r" b="b"/>
            <a:pathLst>
              <a:path w="9525" h="9525">
                <a:moveTo>
                  <a:pt x="9525" y="9525"/>
                </a:moveTo>
                <a:lnTo>
                  <a:pt x="0" y="9525"/>
                </a:lnTo>
                <a:lnTo>
                  <a:pt x="0" y="0"/>
                </a:lnTo>
                <a:lnTo>
                  <a:pt x="9525" y="0"/>
                </a:lnTo>
                <a:lnTo>
                  <a:pt x="9525" y="9525"/>
                </a:lnTo>
                <a:close/>
              </a:path>
            </a:pathLst>
          </a:custGeom>
          <a:solidFill>
            <a:srgbClr val="C7C6C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29" name="object 129"/>
          <p:cNvSpPr txBox="1"/>
          <p:nvPr/>
        </p:nvSpPr>
        <p:spPr>
          <a:xfrm>
            <a:off x="1668909" y="5387975"/>
            <a:ext cx="520065" cy="1625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900" spc="-40" dirty="0">
                <a:solidFill>
                  <a:srgbClr val="252423"/>
                </a:solidFill>
                <a:latin typeface="Tahoma"/>
                <a:cs typeface="Tahoma"/>
              </a:rPr>
              <a:t>partyname</a:t>
            </a:r>
            <a:endParaRPr sz="900">
              <a:latin typeface="Tahoma"/>
              <a:cs typeface="Tahoma"/>
            </a:endParaRPr>
          </a:p>
        </p:txBody>
      </p:sp>
      <p:sp>
        <p:nvSpPr>
          <p:cNvPr id="130" name="object 130"/>
          <p:cNvSpPr txBox="1"/>
          <p:nvPr/>
        </p:nvSpPr>
        <p:spPr>
          <a:xfrm>
            <a:off x="355434" y="3886243"/>
            <a:ext cx="139700" cy="809625"/>
          </a:xfrm>
          <a:prstGeom prst="rect">
            <a:avLst/>
          </a:prstGeom>
        </p:spPr>
        <p:txBody>
          <a:bodyPr vert="vert270" wrap="square" lIns="0" tIns="0" rIns="0" bIns="0" rtlCol="0">
            <a:spAutoFit/>
          </a:bodyPr>
          <a:lstStyle/>
          <a:p>
            <a:pPr marL="12700">
              <a:lnSpc>
                <a:spcPts val="980"/>
              </a:lnSpc>
            </a:pPr>
            <a:r>
              <a:rPr sz="900" spc="-55" dirty="0">
                <a:solidFill>
                  <a:srgbClr val="252423"/>
                </a:solidFill>
                <a:latin typeface="Tahoma"/>
                <a:cs typeface="Tahoma"/>
              </a:rPr>
              <a:t>Sum of </a:t>
            </a:r>
            <a:r>
              <a:rPr sz="900" spc="-30" dirty="0">
                <a:solidFill>
                  <a:srgbClr val="252423"/>
                </a:solidFill>
                <a:latin typeface="Tahoma"/>
                <a:cs typeface="Tahoma"/>
              </a:rPr>
              <a:t>totvotpoll</a:t>
            </a:r>
            <a:endParaRPr sz="900">
              <a:latin typeface="Tahoma"/>
              <a:cs typeface="Tahoma"/>
            </a:endParaRPr>
          </a:p>
        </p:txBody>
      </p:sp>
      <p:sp>
        <p:nvSpPr>
          <p:cNvPr id="131" name="object 131"/>
          <p:cNvSpPr txBox="1"/>
          <p:nvPr/>
        </p:nvSpPr>
        <p:spPr>
          <a:xfrm>
            <a:off x="987462" y="4876769"/>
            <a:ext cx="1868170" cy="434340"/>
          </a:xfrm>
          <a:prstGeom prst="rect">
            <a:avLst/>
          </a:prstGeom>
        </p:spPr>
        <p:txBody>
          <a:bodyPr vert="vert270" wrap="square" lIns="0" tIns="21590" rIns="0" bIns="0" rtlCol="0">
            <a:spAutoFit/>
          </a:bodyPr>
          <a:lstStyle/>
          <a:p>
            <a:pPr marL="24130">
              <a:lnSpc>
                <a:spcPct val="100000"/>
              </a:lnSpc>
              <a:spcBef>
                <a:spcPts val="170"/>
              </a:spcBef>
            </a:pPr>
            <a:r>
              <a:rPr sz="900" spc="-10" dirty="0">
                <a:solidFill>
                  <a:srgbClr val="605D5C"/>
                </a:solidFill>
                <a:latin typeface="Segoe UI"/>
                <a:cs typeface="Segoe UI"/>
              </a:rPr>
              <a:t>Indian…</a:t>
            </a:r>
            <a:endParaRPr sz="900">
              <a:latin typeface="Segoe UI"/>
              <a:cs typeface="Segoe UI"/>
            </a:endParaRPr>
          </a:p>
          <a:p>
            <a:pPr marL="12700">
              <a:lnSpc>
                <a:spcPct val="100000"/>
              </a:lnSpc>
              <a:spcBef>
                <a:spcPts val="585"/>
              </a:spcBef>
            </a:pPr>
            <a:r>
              <a:rPr sz="900" spc="-10" dirty="0">
                <a:solidFill>
                  <a:srgbClr val="605D5C"/>
                </a:solidFill>
                <a:latin typeface="Segoe UI"/>
                <a:cs typeface="Segoe UI"/>
              </a:rPr>
              <a:t>Bharat…</a:t>
            </a:r>
            <a:endParaRPr sz="900">
              <a:latin typeface="Segoe UI"/>
              <a:cs typeface="Segoe UI"/>
            </a:endParaRPr>
          </a:p>
          <a:p>
            <a:pPr marL="234315" marR="5080" indent="15875">
              <a:lnSpc>
                <a:spcPct val="154100"/>
              </a:lnSpc>
            </a:pPr>
            <a:r>
              <a:rPr sz="900" spc="-25" dirty="0">
                <a:solidFill>
                  <a:srgbClr val="605D5C"/>
                </a:solidFill>
                <a:latin typeface="Segoe UI"/>
                <a:cs typeface="Segoe UI"/>
              </a:rPr>
              <a:t>BJP INC</a:t>
            </a:r>
            <a:endParaRPr sz="900">
              <a:latin typeface="Segoe UI"/>
              <a:cs typeface="Segoe UI"/>
            </a:endParaRPr>
          </a:p>
          <a:p>
            <a:pPr marL="18415" marR="5080" indent="82550" algn="just">
              <a:lnSpc>
                <a:spcPct val="154100"/>
              </a:lnSpc>
            </a:pPr>
            <a:r>
              <a:rPr sz="900" spc="-20" dirty="0">
                <a:solidFill>
                  <a:srgbClr val="605D5C"/>
                </a:solidFill>
                <a:latin typeface="Segoe UI"/>
                <a:cs typeface="Segoe UI"/>
              </a:rPr>
              <a:t>Com… </a:t>
            </a:r>
            <a:r>
              <a:rPr sz="900" spc="-10" dirty="0">
                <a:solidFill>
                  <a:srgbClr val="605D5C"/>
                </a:solidFill>
                <a:latin typeface="Segoe UI"/>
                <a:cs typeface="Segoe UI"/>
              </a:rPr>
              <a:t>Janata… Indep… Indian… Bahuj…</a:t>
            </a:r>
            <a:endParaRPr sz="900">
              <a:latin typeface="Segoe UI"/>
              <a:cs typeface="Segoe UI"/>
            </a:endParaRPr>
          </a:p>
        </p:txBody>
      </p:sp>
      <p:grpSp>
        <p:nvGrpSpPr>
          <p:cNvPr id="132" name="object 132"/>
          <p:cNvGrpSpPr/>
          <p:nvPr/>
        </p:nvGrpSpPr>
        <p:grpSpPr>
          <a:xfrm>
            <a:off x="998934" y="3947345"/>
            <a:ext cx="152400" cy="882015"/>
            <a:chOff x="998934" y="3947345"/>
            <a:chExt cx="152400" cy="882015"/>
          </a:xfrm>
        </p:grpSpPr>
        <p:sp>
          <p:nvSpPr>
            <p:cNvPr id="133" name="object 133"/>
            <p:cNvSpPr/>
            <p:nvPr/>
          </p:nvSpPr>
          <p:spPr>
            <a:xfrm>
              <a:off x="998934" y="4700973"/>
              <a:ext cx="152400" cy="128270"/>
            </a:xfrm>
            <a:custGeom>
              <a:avLst/>
              <a:gdLst/>
              <a:ahLst/>
              <a:cxnLst/>
              <a:rect l="l" t="t" r="r" b="b"/>
              <a:pathLst>
                <a:path w="152400" h="128270">
                  <a:moveTo>
                    <a:pt x="152400" y="128201"/>
                  </a:moveTo>
                  <a:lnTo>
                    <a:pt x="0" y="128201"/>
                  </a:lnTo>
                  <a:lnTo>
                    <a:pt x="0" y="0"/>
                  </a:lnTo>
                  <a:lnTo>
                    <a:pt x="152400" y="0"/>
                  </a:lnTo>
                  <a:lnTo>
                    <a:pt x="152400" y="128201"/>
                  </a:lnTo>
                  <a:close/>
                </a:path>
              </a:pathLst>
            </a:custGeom>
            <a:solidFill>
              <a:srgbClr val="118C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34" name="object 134"/>
            <p:cNvSpPr/>
            <p:nvPr/>
          </p:nvSpPr>
          <p:spPr>
            <a:xfrm>
              <a:off x="998934" y="4099919"/>
              <a:ext cx="152400" cy="601345"/>
            </a:xfrm>
            <a:custGeom>
              <a:avLst/>
              <a:gdLst/>
              <a:ahLst/>
              <a:cxnLst/>
              <a:rect l="l" t="t" r="r" b="b"/>
              <a:pathLst>
                <a:path w="152400" h="601345">
                  <a:moveTo>
                    <a:pt x="152400" y="601054"/>
                  </a:moveTo>
                  <a:lnTo>
                    <a:pt x="0" y="601054"/>
                  </a:lnTo>
                  <a:lnTo>
                    <a:pt x="0" y="0"/>
                  </a:lnTo>
                  <a:lnTo>
                    <a:pt x="152400" y="0"/>
                  </a:lnTo>
                  <a:lnTo>
                    <a:pt x="152400" y="601054"/>
                  </a:lnTo>
                  <a:close/>
                </a:path>
              </a:pathLst>
            </a:custGeom>
            <a:solidFill>
              <a:srgbClr val="12239D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35" name="object 135"/>
            <p:cNvSpPr/>
            <p:nvPr/>
          </p:nvSpPr>
          <p:spPr>
            <a:xfrm>
              <a:off x="998934" y="3999483"/>
              <a:ext cx="152400" cy="100965"/>
            </a:xfrm>
            <a:custGeom>
              <a:avLst/>
              <a:gdLst/>
              <a:ahLst/>
              <a:cxnLst/>
              <a:rect l="l" t="t" r="r" b="b"/>
              <a:pathLst>
                <a:path w="152400" h="100964">
                  <a:moveTo>
                    <a:pt x="152400" y="100435"/>
                  </a:moveTo>
                  <a:lnTo>
                    <a:pt x="0" y="100435"/>
                  </a:lnTo>
                  <a:lnTo>
                    <a:pt x="0" y="0"/>
                  </a:lnTo>
                  <a:lnTo>
                    <a:pt x="152400" y="0"/>
                  </a:lnTo>
                  <a:lnTo>
                    <a:pt x="152400" y="100435"/>
                  </a:lnTo>
                  <a:close/>
                </a:path>
              </a:pathLst>
            </a:custGeom>
            <a:solidFill>
              <a:srgbClr val="E66B37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36" name="object 136"/>
            <p:cNvSpPr/>
            <p:nvPr/>
          </p:nvSpPr>
          <p:spPr>
            <a:xfrm>
              <a:off x="998934" y="3947345"/>
              <a:ext cx="152400" cy="52705"/>
            </a:xfrm>
            <a:custGeom>
              <a:avLst/>
              <a:gdLst/>
              <a:ahLst/>
              <a:cxnLst/>
              <a:rect l="l" t="t" r="r" b="b"/>
              <a:pathLst>
                <a:path w="152400" h="52704">
                  <a:moveTo>
                    <a:pt x="152400" y="52137"/>
                  </a:moveTo>
                  <a:lnTo>
                    <a:pt x="0" y="52137"/>
                  </a:lnTo>
                  <a:lnTo>
                    <a:pt x="0" y="0"/>
                  </a:lnTo>
                  <a:lnTo>
                    <a:pt x="152400" y="0"/>
                  </a:lnTo>
                  <a:lnTo>
                    <a:pt x="152400" y="52137"/>
                  </a:lnTo>
                  <a:close/>
                </a:path>
              </a:pathLst>
            </a:custGeom>
            <a:solidFill>
              <a:srgbClr val="6A007B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137" name="object 137"/>
          <p:cNvGrpSpPr/>
          <p:nvPr/>
        </p:nvGrpSpPr>
        <p:grpSpPr>
          <a:xfrm>
            <a:off x="1210270" y="4381350"/>
            <a:ext cx="786765" cy="448309"/>
            <a:chOff x="1210270" y="4381350"/>
            <a:chExt cx="786765" cy="448309"/>
          </a:xfrm>
        </p:grpSpPr>
        <p:sp>
          <p:nvSpPr>
            <p:cNvPr id="138" name="object 138"/>
            <p:cNvSpPr/>
            <p:nvPr/>
          </p:nvSpPr>
          <p:spPr>
            <a:xfrm>
              <a:off x="1210259" y="4744758"/>
              <a:ext cx="786765" cy="84455"/>
            </a:xfrm>
            <a:custGeom>
              <a:avLst/>
              <a:gdLst/>
              <a:ahLst/>
              <a:cxnLst/>
              <a:rect l="l" t="t" r="r" b="b"/>
              <a:pathLst>
                <a:path w="786764" h="84454">
                  <a:moveTo>
                    <a:pt x="152400" y="0"/>
                  </a:moveTo>
                  <a:lnTo>
                    <a:pt x="0" y="0"/>
                  </a:lnTo>
                  <a:lnTo>
                    <a:pt x="0" y="84429"/>
                  </a:lnTo>
                  <a:lnTo>
                    <a:pt x="152400" y="84429"/>
                  </a:lnTo>
                  <a:lnTo>
                    <a:pt x="152400" y="0"/>
                  </a:lnTo>
                  <a:close/>
                </a:path>
                <a:path w="786764" h="84454">
                  <a:moveTo>
                    <a:pt x="786409" y="60502"/>
                  </a:moveTo>
                  <a:lnTo>
                    <a:pt x="634009" y="60502"/>
                  </a:lnTo>
                  <a:lnTo>
                    <a:pt x="634009" y="84429"/>
                  </a:lnTo>
                  <a:lnTo>
                    <a:pt x="786409" y="84429"/>
                  </a:lnTo>
                  <a:lnTo>
                    <a:pt x="786409" y="60502"/>
                  </a:lnTo>
                  <a:close/>
                </a:path>
              </a:pathLst>
            </a:custGeom>
            <a:solidFill>
              <a:srgbClr val="118C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39" name="object 139"/>
            <p:cNvSpPr/>
            <p:nvPr/>
          </p:nvSpPr>
          <p:spPr>
            <a:xfrm>
              <a:off x="1210259" y="4459846"/>
              <a:ext cx="786765" cy="369570"/>
            </a:xfrm>
            <a:custGeom>
              <a:avLst/>
              <a:gdLst/>
              <a:ahLst/>
              <a:cxnLst/>
              <a:rect l="l" t="t" r="r" b="b"/>
              <a:pathLst>
                <a:path w="786764" h="369570">
                  <a:moveTo>
                    <a:pt x="152400" y="0"/>
                  </a:moveTo>
                  <a:lnTo>
                    <a:pt x="0" y="0"/>
                  </a:lnTo>
                  <a:lnTo>
                    <a:pt x="0" y="284911"/>
                  </a:lnTo>
                  <a:lnTo>
                    <a:pt x="152400" y="284911"/>
                  </a:lnTo>
                  <a:lnTo>
                    <a:pt x="152400" y="0"/>
                  </a:lnTo>
                  <a:close/>
                </a:path>
                <a:path w="786764" h="369570">
                  <a:moveTo>
                    <a:pt x="363740" y="155702"/>
                  </a:moveTo>
                  <a:lnTo>
                    <a:pt x="211340" y="155702"/>
                  </a:lnTo>
                  <a:lnTo>
                    <a:pt x="211340" y="369341"/>
                  </a:lnTo>
                  <a:lnTo>
                    <a:pt x="363740" y="369341"/>
                  </a:lnTo>
                  <a:lnTo>
                    <a:pt x="363740" y="155702"/>
                  </a:lnTo>
                  <a:close/>
                </a:path>
                <a:path w="786764" h="369570">
                  <a:moveTo>
                    <a:pt x="575081" y="195338"/>
                  </a:moveTo>
                  <a:lnTo>
                    <a:pt x="422681" y="195338"/>
                  </a:lnTo>
                  <a:lnTo>
                    <a:pt x="422681" y="369341"/>
                  </a:lnTo>
                  <a:lnTo>
                    <a:pt x="575081" y="369341"/>
                  </a:lnTo>
                  <a:lnTo>
                    <a:pt x="575081" y="195338"/>
                  </a:lnTo>
                  <a:close/>
                </a:path>
                <a:path w="786764" h="369570">
                  <a:moveTo>
                    <a:pt x="786409" y="233324"/>
                  </a:moveTo>
                  <a:lnTo>
                    <a:pt x="634009" y="233324"/>
                  </a:lnTo>
                  <a:lnTo>
                    <a:pt x="634009" y="345414"/>
                  </a:lnTo>
                  <a:lnTo>
                    <a:pt x="786409" y="345414"/>
                  </a:lnTo>
                  <a:lnTo>
                    <a:pt x="786409" y="233324"/>
                  </a:lnTo>
                  <a:close/>
                </a:path>
              </a:pathLst>
            </a:custGeom>
            <a:solidFill>
              <a:srgbClr val="12239D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40" name="object 140"/>
            <p:cNvSpPr/>
            <p:nvPr/>
          </p:nvSpPr>
          <p:spPr>
            <a:xfrm>
              <a:off x="1210259" y="4409808"/>
              <a:ext cx="786765" cy="283845"/>
            </a:xfrm>
            <a:custGeom>
              <a:avLst/>
              <a:gdLst/>
              <a:ahLst/>
              <a:cxnLst/>
              <a:rect l="l" t="t" r="r" b="b"/>
              <a:pathLst>
                <a:path w="786764" h="283845">
                  <a:moveTo>
                    <a:pt x="152400" y="0"/>
                  </a:moveTo>
                  <a:lnTo>
                    <a:pt x="0" y="0"/>
                  </a:lnTo>
                  <a:lnTo>
                    <a:pt x="0" y="50038"/>
                  </a:lnTo>
                  <a:lnTo>
                    <a:pt x="152400" y="50038"/>
                  </a:lnTo>
                  <a:lnTo>
                    <a:pt x="152400" y="0"/>
                  </a:lnTo>
                  <a:close/>
                </a:path>
                <a:path w="786764" h="283845">
                  <a:moveTo>
                    <a:pt x="363740" y="167462"/>
                  </a:moveTo>
                  <a:lnTo>
                    <a:pt x="211340" y="167462"/>
                  </a:lnTo>
                  <a:lnTo>
                    <a:pt x="211340" y="205740"/>
                  </a:lnTo>
                  <a:lnTo>
                    <a:pt x="363740" y="205740"/>
                  </a:lnTo>
                  <a:lnTo>
                    <a:pt x="363740" y="167462"/>
                  </a:lnTo>
                  <a:close/>
                </a:path>
                <a:path w="786764" h="283845">
                  <a:moveTo>
                    <a:pt x="575081" y="214706"/>
                  </a:moveTo>
                  <a:lnTo>
                    <a:pt x="422681" y="214706"/>
                  </a:lnTo>
                  <a:lnTo>
                    <a:pt x="422681" y="245376"/>
                  </a:lnTo>
                  <a:lnTo>
                    <a:pt x="575081" y="245376"/>
                  </a:lnTo>
                  <a:lnTo>
                    <a:pt x="575081" y="214706"/>
                  </a:lnTo>
                  <a:close/>
                </a:path>
                <a:path w="786764" h="283845">
                  <a:moveTo>
                    <a:pt x="786409" y="261061"/>
                  </a:moveTo>
                  <a:lnTo>
                    <a:pt x="634009" y="261061"/>
                  </a:lnTo>
                  <a:lnTo>
                    <a:pt x="634009" y="283362"/>
                  </a:lnTo>
                  <a:lnTo>
                    <a:pt x="786409" y="283362"/>
                  </a:lnTo>
                  <a:lnTo>
                    <a:pt x="786409" y="261061"/>
                  </a:lnTo>
                  <a:close/>
                </a:path>
              </a:pathLst>
            </a:custGeom>
            <a:solidFill>
              <a:srgbClr val="E66B37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41" name="object 141"/>
            <p:cNvSpPr/>
            <p:nvPr/>
          </p:nvSpPr>
          <p:spPr>
            <a:xfrm>
              <a:off x="1210259" y="4381360"/>
              <a:ext cx="786765" cy="289560"/>
            </a:xfrm>
            <a:custGeom>
              <a:avLst/>
              <a:gdLst/>
              <a:ahLst/>
              <a:cxnLst/>
              <a:rect l="l" t="t" r="r" b="b"/>
              <a:pathLst>
                <a:path w="786764" h="289560">
                  <a:moveTo>
                    <a:pt x="152400" y="0"/>
                  </a:moveTo>
                  <a:lnTo>
                    <a:pt x="0" y="0"/>
                  </a:lnTo>
                  <a:lnTo>
                    <a:pt x="0" y="28448"/>
                  </a:lnTo>
                  <a:lnTo>
                    <a:pt x="152400" y="28448"/>
                  </a:lnTo>
                  <a:lnTo>
                    <a:pt x="152400" y="0"/>
                  </a:lnTo>
                  <a:close/>
                </a:path>
                <a:path w="786764" h="289560">
                  <a:moveTo>
                    <a:pt x="363740" y="170091"/>
                  </a:moveTo>
                  <a:lnTo>
                    <a:pt x="211340" y="170091"/>
                  </a:lnTo>
                  <a:lnTo>
                    <a:pt x="211340" y="195910"/>
                  </a:lnTo>
                  <a:lnTo>
                    <a:pt x="363740" y="195910"/>
                  </a:lnTo>
                  <a:lnTo>
                    <a:pt x="363740" y="170091"/>
                  </a:lnTo>
                  <a:close/>
                </a:path>
                <a:path w="786764" h="289560">
                  <a:moveTo>
                    <a:pt x="575081" y="221424"/>
                  </a:moveTo>
                  <a:lnTo>
                    <a:pt x="422681" y="221424"/>
                  </a:lnTo>
                  <a:lnTo>
                    <a:pt x="422681" y="243154"/>
                  </a:lnTo>
                  <a:lnTo>
                    <a:pt x="575081" y="243154"/>
                  </a:lnTo>
                  <a:lnTo>
                    <a:pt x="575081" y="221424"/>
                  </a:lnTo>
                  <a:close/>
                </a:path>
                <a:path w="786764" h="289560">
                  <a:moveTo>
                    <a:pt x="786409" y="283248"/>
                  </a:moveTo>
                  <a:lnTo>
                    <a:pt x="634009" y="283248"/>
                  </a:lnTo>
                  <a:lnTo>
                    <a:pt x="634009" y="289509"/>
                  </a:lnTo>
                  <a:lnTo>
                    <a:pt x="786409" y="289509"/>
                  </a:lnTo>
                  <a:lnTo>
                    <a:pt x="786409" y="283248"/>
                  </a:lnTo>
                  <a:close/>
                </a:path>
              </a:pathLst>
            </a:custGeom>
            <a:solidFill>
              <a:srgbClr val="6A007B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142" name="object 142"/>
          <p:cNvGrpSpPr/>
          <p:nvPr/>
        </p:nvGrpSpPr>
        <p:grpSpPr>
          <a:xfrm>
            <a:off x="2055614" y="4694475"/>
            <a:ext cx="575310" cy="135255"/>
            <a:chOff x="2055614" y="4694475"/>
            <a:chExt cx="575310" cy="135255"/>
          </a:xfrm>
        </p:grpSpPr>
        <p:sp>
          <p:nvSpPr>
            <p:cNvPr id="143" name="object 143"/>
            <p:cNvSpPr/>
            <p:nvPr/>
          </p:nvSpPr>
          <p:spPr>
            <a:xfrm>
              <a:off x="2266950" y="4805873"/>
              <a:ext cx="152400" cy="23495"/>
            </a:xfrm>
            <a:custGeom>
              <a:avLst/>
              <a:gdLst/>
              <a:ahLst/>
              <a:cxnLst/>
              <a:rect l="l" t="t" r="r" b="b"/>
              <a:pathLst>
                <a:path w="152400" h="23495">
                  <a:moveTo>
                    <a:pt x="152400" y="23301"/>
                  </a:moveTo>
                  <a:lnTo>
                    <a:pt x="0" y="23301"/>
                  </a:lnTo>
                  <a:lnTo>
                    <a:pt x="0" y="0"/>
                  </a:lnTo>
                  <a:lnTo>
                    <a:pt x="152400" y="0"/>
                  </a:lnTo>
                  <a:lnTo>
                    <a:pt x="152400" y="23301"/>
                  </a:lnTo>
                  <a:close/>
                </a:path>
              </a:pathLst>
            </a:custGeom>
            <a:solidFill>
              <a:srgbClr val="118C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44" name="object 144"/>
            <p:cNvSpPr/>
            <p:nvPr/>
          </p:nvSpPr>
          <p:spPr>
            <a:xfrm>
              <a:off x="2055609" y="4722786"/>
              <a:ext cx="575310" cy="106680"/>
            </a:xfrm>
            <a:custGeom>
              <a:avLst/>
              <a:gdLst/>
              <a:ahLst/>
              <a:cxnLst/>
              <a:rect l="l" t="t" r="r" b="b"/>
              <a:pathLst>
                <a:path w="575310" h="106679">
                  <a:moveTo>
                    <a:pt x="152400" y="0"/>
                  </a:moveTo>
                  <a:lnTo>
                    <a:pt x="0" y="0"/>
                  </a:lnTo>
                  <a:lnTo>
                    <a:pt x="0" y="106400"/>
                  </a:lnTo>
                  <a:lnTo>
                    <a:pt x="152400" y="106400"/>
                  </a:lnTo>
                  <a:lnTo>
                    <a:pt x="152400" y="0"/>
                  </a:lnTo>
                  <a:close/>
                </a:path>
                <a:path w="575310" h="106679">
                  <a:moveTo>
                    <a:pt x="363740" y="2400"/>
                  </a:moveTo>
                  <a:lnTo>
                    <a:pt x="211340" y="2400"/>
                  </a:lnTo>
                  <a:lnTo>
                    <a:pt x="211340" y="83096"/>
                  </a:lnTo>
                  <a:lnTo>
                    <a:pt x="363740" y="83096"/>
                  </a:lnTo>
                  <a:lnTo>
                    <a:pt x="363740" y="2400"/>
                  </a:lnTo>
                  <a:close/>
                </a:path>
                <a:path w="575310" h="106679">
                  <a:moveTo>
                    <a:pt x="575068" y="34150"/>
                  </a:moveTo>
                  <a:lnTo>
                    <a:pt x="422668" y="34150"/>
                  </a:lnTo>
                  <a:lnTo>
                    <a:pt x="422668" y="106400"/>
                  </a:lnTo>
                  <a:lnTo>
                    <a:pt x="575068" y="106400"/>
                  </a:lnTo>
                  <a:lnTo>
                    <a:pt x="575068" y="34150"/>
                  </a:lnTo>
                  <a:close/>
                </a:path>
              </a:pathLst>
            </a:custGeom>
            <a:solidFill>
              <a:srgbClr val="12239D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45" name="object 145"/>
            <p:cNvSpPr/>
            <p:nvPr/>
          </p:nvSpPr>
          <p:spPr>
            <a:xfrm>
              <a:off x="2055609" y="4701463"/>
              <a:ext cx="575310" cy="55880"/>
            </a:xfrm>
            <a:custGeom>
              <a:avLst/>
              <a:gdLst/>
              <a:ahLst/>
              <a:cxnLst/>
              <a:rect l="l" t="t" r="r" b="b"/>
              <a:pathLst>
                <a:path w="575310" h="55879">
                  <a:moveTo>
                    <a:pt x="152400" y="0"/>
                  </a:moveTo>
                  <a:lnTo>
                    <a:pt x="0" y="0"/>
                  </a:lnTo>
                  <a:lnTo>
                    <a:pt x="0" y="21323"/>
                  </a:lnTo>
                  <a:lnTo>
                    <a:pt x="152400" y="21323"/>
                  </a:lnTo>
                  <a:lnTo>
                    <a:pt x="152400" y="0"/>
                  </a:lnTo>
                  <a:close/>
                </a:path>
                <a:path w="575310" h="55879">
                  <a:moveTo>
                    <a:pt x="363740" y="13792"/>
                  </a:moveTo>
                  <a:lnTo>
                    <a:pt x="211340" y="13792"/>
                  </a:lnTo>
                  <a:lnTo>
                    <a:pt x="211340" y="23723"/>
                  </a:lnTo>
                  <a:lnTo>
                    <a:pt x="363740" y="23723"/>
                  </a:lnTo>
                  <a:lnTo>
                    <a:pt x="363740" y="13792"/>
                  </a:lnTo>
                  <a:close/>
                </a:path>
                <a:path w="575310" h="55879">
                  <a:moveTo>
                    <a:pt x="575068" y="42024"/>
                  </a:moveTo>
                  <a:lnTo>
                    <a:pt x="422668" y="42024"/>
                  </a:lnTo>
                  <a:lnTo>
                    <a:pt x="422668" y="55473"/>
                  </a:lnTo>
                  <a:lnTo>
                    <a:pt x="575068" y="55473"/>
                  </a:lnTo>
                  <a:lnTo>
                    <a:pt x="575068" y="42024"/>
                  </a:lnTo>
                  <a:close/>
                </a:path>
              </a:pathLst>
            </a:custGeom>
            <a:solidFill>
              <a:srgbClr val="E66B37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46" name="object 146"/>
            <p:cNvSpPr/>
            <p:nvPr/>
          </p:nvSpPr>
          <p:spPr>
            <a:xfrm>
              <a:off x="2055609" y="4694478"/>
              <a:ext cx="575310" cy="49530"/>
            </a:xfrm>
            <a:custGeom>
              <a:avLst/>
              <a:gdLst/>
              <a:ahLst/>
              <a:cxnLst/>
              <a:rect l="l" t="t" r="r" b="b"/>
              <a:pathLst>
                <a:path w="575310" h="49529">
                  <a:moveTo>
                    <a:pt x="152400" y="0"/>
                  </a:moveTo>
                  <a:lnTo>
                    <a:pt x="0" y="0"/>
                  </a:lnTo>
                  <a:lnTo>
                    <a:pt x="0" y="6985"/>
                  </a:lnTo>
                  <a:lnTo>
                    <a:pt x="152400" y="6985"/>
                  </a:lnTo>
                  <a:lnTo>
                    <a:pt x="152400" y="0"/>
                  </a:lnTo>
                  <a:close/>
                </a:path>
                <a:path w="575310" h="49529">
                  <a:moveTo>
                    <a:pt x="363740" y="13906"/>
                  </a:moveTo>
                  <a:lnTo>
                    <a:pt x="211340" y="13906"/>
                  </a:lnTo>
                  <a:lnTo>
                    <a:pt x="211340" y="20777"/>
                  </a:lnTo>
                  <a:lnTo>
                    <a:pt x="363740" y="20777"/>
                  </a:lnTo>
                  <a:lnTo>
                    <a:pt x="363740" y="13906"/>
                  </a:lnTo>
                  <a:close/>
                </a:path>
                <a:path w="575310" h="49529">
                  <a:moveTo>
                    <a:pt x="575068" y="43802"/>
                  </a:moveTo>
                  <a:lnTo>
                    <a:pt x="422668" y="43802"/>
                  </a:lnTo>
                  <a:lnTo>
                    <a:pt x="422668" y="49009"/>
                  </a:lnTo>
                  <a:lnTo>
                    <a:pt x="575068" y="49009"/>
                  </a:lnTo>
                  <a:lnTo>
                    <a:pt x="575068" y="43802"/>
                  </a:lnTo>
                  <a:close/>
                </a:path>
              </a:pathLst>
            </a:custGeom>
            <a:solidFill>
              <a:srgbClr val="6A007B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147" name="object 147"/>
          <p:cNvGrpSpPr/>
          <p:nvPr/>
        </p:nvGrpSpPr>
        <p:grpSpPr>
          <a:xfrm>
            <a:off x="2689621" y="4740328"/>
            <a:ext cx="152400" cy="88900"/>
            <a:chOff x="2689621" y="4740328"/>
            <a:chExt cx="152400" cy="88900"/>
          </a:xfrm>
        </p:grpSpPr>
        <p:sp>
          <p:nvSpPr>
            <p:cNvPr id="148" name="object 148"/>
            <p:cNvSpPr/>
            <p:nvPr/>
          </p:nvSpPr>
          <p:spPr>
            <a:xfrm>
              <a:off x="2689621" y="4801482"/>
              <a:ext cx="152400" cy="27940"/>
            </a:xfrm>
            <a:custGeom>
              <a:avLst/>
              <a:gdLst/>
              <a:ahLst/>
              <a:cxnLst/>
              <a:rect l="l" t="t" r="r" b="b"/>
              <a:pathLst>
                <a:path w="152400" h="27939">
                  <a:moveTo>
                    <a:pt x="152400" y="27692"/>
                  </a:moveTo>
                  <a:lnTo>
                    <a:pt x="0" y="27692"/>
                  </a:lnTo>
                  <a:lnTo>
                    <a:pt x="0" y="0"/>
                  </a:lnTo>
                  <a:lnTo>
                    <a:pt x="152400" y="0"/>
                  </a:lnTo>
                  <a:lnTo>
                    <a:pt x="152400" y="27692"/>
                  </a:lnTo>
                  <a:close/>
                </a:path>
              </a:pathLst>
            </a:custGeom>
            <a:solidFill>
              <a:srgbClr val="118C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49" name="object 149"/>
            <p:cNvSpPr/>
            <p:nvPr/>
          </p:nvSpPr>
          <p:spPr>
            <a:xfrm>
              <a:off x="2689621" y="4757558"/>
              <a:ext cx="152400" cy="44450"/>
            </a:xfrm>
            <a:custGeom>
              <a:avLst/>
              <a:gdLst/>
              <a:ahLst/>
              <a:cxnLst/>
              <a:rect l="l" t="t" r="r" b="b"/>
              <a:pathLst>
                <a:path w="152400" h="44450">
                  <a:moveTo>
                    <a:pt x="152400" y="43923"/>
                  </a:moveTo>
                  <a:lnTo>
                    <a:pt x="0" y="43923"/>
                  </a:lnTo>
                  <a:lnTo>
                    <a:pt x="0" y="0"/>
                  </a:lnTo>
                  <a:lnTo>
                    <a:pt x="152400" y="0"/>
                  </a:lnTo>
                  <a:lnTo>
                    <a:pt x="152400" y="43923"/>
                  </a:lnTo>
                  <a:close/>
                </a:path>
              </a:pathLst>
            </a:custGeom>
            <a:solidFill>
              <a:srgbClr val="12239D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50" name="object 150"/>
            <p:cNvSpPr/>
            <p:nvPr/>
          </p:nvSpPr>
          <p:spPr>
            <a:xfrm>
              <a:off x="2689621" y="4741190"/>
              <a:ext cx="152400" cy="16510"/>
            </a:xfrm>
            <a:custGeom>
              <a:avLst/>
              <a:gdLst/>
              <a:ahLst/>
              <a:cxnLst/>
              <a:rect l="l" t="t" r="r" b="b"/>
              <a:pathLst>
                <a:path w="152400" h="16510">
                  <a:moveTo>
                    <a:pt x="152400" y="16368"/>
                  </a:moveTo>
                  <a:lnTo>
                    <a:pt x="0" y="16368"/>
                  </a:lnTo>
                  <a:lnTo>
                    <a:pt x="0" y="0"/>
                  </a:lnTo>
                  <a:lnTo>
                    <a:pt x="152400" y="0"/>
                  </a:lnTo>
                  <a:lnTo>
                    <a:pt x="152400" y="16368"/>
                  </a:lnTo>
                  <a:close/>
                </a:path>
              </a:pathLst>
            </a:custGeom>
            <a:solidFill>
              <a:srgbClr val="E66B37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51" name="object 151"/>
            <p:cNvSpPr/>
            <p:nvPr/>
          </p:nvSpPr>
          <p:spPr>
            <a:xfrm>
              <a:off x="2689621" y="4740328"/>
              <a:ext cx="152400" cy="1270"/>
            </a:xfrm>
            <a:custGeom>
              <a:avLst/>
              <a:gdLst/>
              <a:ahLst/>
              <a:cxnLst/>
              <a:rect l="l" t="t" r="r" b="b"/>
              <a:pathLst>
                <a:path w="152400" h="1270">
                  <a:moveTo>
                    <a:pt x="152400" y="862"/>
                  </a:moveTo>
                  <a:lnTo>
                    <a:pt x="0" y="862"/>
                  </a:lnTo>
                  <a:lnTo>
                    <a:pt x="0" y="0"/>
                  </a:lnTo>
                  <a:lnTo>
                    <a:pt x="152400" y="0"/>
                  </a:lnTo>
                  <a:lnTo>
                    <a:pt x="152400" y="862"/>
                  </a:lnTo>
                  <a:close/>
                </a:path>
              </a:pathLst>
            </a:custGeom>
            <a:solidFill>
              <a:srgbClr val="6A007B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152" name="object 152"/>
          <p:cNvGrpSpPr/>
          <p:nvPr/>
        </p:nvGrpSpPr>
        <p:grpSpPr>
          <a:xfrm>
            <a:off x="909637" y="5529262"/>
            <a:ext cx="2033905" cy="85725"/>
            <a:chOff x="909637" y="5529262"/>
            <a:chExt cx="2033905" cy="85725"/>
          </a:xfrm>
        </p:grpSpPr>
        <p:sp>
          <p:nvSpPr>
            <p:cNvPr id="153" name="object 153"/>
            <p:cNvSpPr/>
            <p:nvPr/>
          </p:nvSpPr>
          <p:spPr>
            <a:xfrm>
              <a:off x="914400" y="5534025"/>
              <a:ext cx="2028825" cy="76200"/>
            </a:xfrm>
            <a:custGeom>
              <a:avLst/>
              <a:gdLst/>
              <a:ahLst/>
              <a:cxnLst/>
              <a:rect l="l" t="t" r="r" b="b"/>
              <a:pathLst>
                <a:path w="2028825" h="76200">
                  <a:moveTo>
                    <a:pt x="1995777" y="76199"/>
                  </a:moveTo>
                  <a:lnTo>
                    <a:pt x="33047" y="76199"/>
                  </a:lnTo>
                  <a:lnTo>
                    <a:pt x="28187" y="75233"/>
                  </a:lnTo>
                  <a:lnTo>
                    <a:pt x="966" y="48012"/>
                  </a:lnTo>
                  <a:lnTo>
                    <a:pt x="0" y="43152"/>
                  </a:lnTo>
                  <a:lnTo>
                    <a:pt x="0" y="33047"/>
                  </a:lnTo>
                  <a:lnTo>
                    <a:pt x="28187" y="966"/>
                  </a:lnTo>
                  <a:lnTo>
                    <a:pt x="33047" y="0"/>
                  </a:lnTo>
                  <a:lnTo>
                    <a:pt x="38100" y="0"/>
                  </a:lnTo>
                  <a:lnTo>
                    <a:pt x="1995777" y="0"/>
                  </a:lnTo>
                  <a:lnTo>
                    <a:pt x="2027857" y="28187"/>
                  </a:lnTo>
                  <a:lnTo>
                    <a:pt x="2028824" y="33047"/>
                  </a:lnTo>
                  <a:lnTo>
                    <a:pt x="2028824" y="43152"/>
                  </a:lnTo>
                  <a:lnTo>
                    <a:pt x="2000637" y="75233"/>
                  </a:lnTo>
                  <a:lnTo>
                    <a:pt x="1995777" y="76199"/>
                  </a:lnTo>
                  <a:close/>
                </a:path>
              </a:pathLst>
            </a:custGeom>
            <a:solidFill>
              <a:srgbClr val="E1E1E1">
                <a:alpha val="50000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54" name="object 154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909637" y="5529262"/>
              <a:ext cx="99852" cy="85725"/>
            </a:xfrm>
            <a:prstGeom prst="rect">
              <a:avLst/>
            </a:prstGeom>
          </p:spPr>
        </p:pic>
      </p:grpSp>
      <p:pic>
        <p:nvPicPr>
          <p:cNvPr id="155" name="object 155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864870" y="3491484"/>
            <a:ext cx="95249" cy="95249"/>
          </a:xfrm>
          <a:prstGeom prst="rect">
            <a:avLst/>
          </a:prstGeom>
        </p:spPr>
      </p:pic>
      <p:pic>
        <p:nvPicPr>
          <p:cNvPr id="156" name="object 156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1026795" y="3491484"/>
            <a:ext cx="95249" cy="95249"/>
          </a:xfrm>
          <a:prstGeom prst="rect">
            <a:avLst/>
          </a:prstGeom>
        </p:spPr>
      </p:pic>
      <p:pic>
        <p:nvPicPr>
          <p:cNvPr id="157" name="object 157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1417320" y="3491484"/>
            <a:ext cx="95249" cy="95249"/>
          </a:xfrm>
          <a:prstGeom prst="rect">
            <a:avLst/>
          </a:prstGeom>
        </p:spPr>
      </p:pic>
      <p:pic>
        <p:nvPicPr>
          <p:cNvPr id="158" name="object 158"/>
          <p:cNvPicPr/>
          <p:nvPr/>
        </p:nvPicPr>
        <p:blipFill>
          <a:blip r:embed="rId6" cstate="print"/>
          <a:stretch>
            <a:fillRect/>
          </a:stretch>
        </p:blipFill>
        <p:spPr>
          <a:xfrm>
            <a:off x="1712595" y="3491484"/>
            <a:ext cx="95249" cy="95249"/>
          </a:xfrm>
          <a:prstGeom prst="rect">
            <a:avLst/>
          </a:prstGeom>
        </p:spPr>
      </p:pic>
      <p:sp>
        <p:nvSpPr>
          <p:cNvPr id="159" name="object 159"/>
          <p:cNvSpPr txBox="1"/>
          <p:nvPr/>
        </p:nvSpPr>
        <p:spPr>
          <a:xfrm>
            <a:off x="358775" y="2952813"/>
            <a:ext cx="2565400" cy="877569"/>
          </a:xfrm>
          <a:prstGeom prst="rect">
            <a:avLst/>
          </a:prstGeom>
        </p:spPr>
        <p:txBody>
          <a:bodyPr vert="horz" wrap="square" lIns="0" tIns="45085" rIns="0" bIns="0" rtlCol="0">
            <a:spAutoFit/>
          </a:bodyPr>
          <a:lstStyle/>
          <a:p>
            <a:pPr marL="12700" marR="5080">
              <a:lnSpc>
                <a:spcPts val="1430"/>
              </a:lnSpc>
              <a:spcBef>
                <a:spcPts val="355"/>
              </a:spcBef>
            </a:pPr>
            <a:r>
              <a:rPr sz="1400" spc="-80" dirty="0">
                <a:solidFill>
                  <a:srgbClr val="252423"/>
                </a:solidFill>
                <a:latin typeface="Tahoma"/>
                <a:cs typeface="Tahoma"/>
              </a:rPr>
              <a:t>Sum </a:t>
            </a:r>
            <a:r>
              <a:rPr sz="1400" spc="-85" dirty="0">
                <a:solidFill>
                  <a:srgbClr val="252423"/>
                </a:solidFill>
                <a:latin typeface="Tahoma"/>
                <a:cs typeface="Tahoma"/>
              </a:rPr>
              <a:t>of</a:t>
            </a:r>
            <a:r>
              <a:rPr sz="1400" spc="-80" dirty="0">
                <a:solidFill>
                  <a:srgbClr val="252423"/>
                </a:solidFill>
                <a:latin typeface="Tahoma"/>
                <a:cs typeface="Tahoma"/>
              </a:rPr>
              <a:t> </a:t>
            </a:r>
            <a:r>
              <a:rPr sz="1400" spc="-55" dirty="0">
                <a:solidFill>
                  <a:srgbClr val="252423"/>
                </a:solidFill>
                <a:latin typeface="Tahoma"/>
                <a:cs typeface="Tahoma"/>
              </a:rPr>
              <a:t>totvotpoll</a:t>
            </a:r>
            <a:r>
              <a:rPr sz="1400" spc="-75" dirty="0">
                <a:solidFill>
                  <a:srgbClr val="252423"/>
                </a:solidFill>
                <a:latin typeface="Tahoma"/>
                <a:cs typeface="Tahoma"/>
              </a:rPr>
              <a:t> </a:t>
            </a:r>
            <a:r>
              <a:rPr sz="1400" spc="-80" dirty="0">
                <a:solidFill>
                  <a:srgbClr val="252423"/>
                </a:solidFill>
                <a:latin typeface="Tahoma"/>
                <a:cs typeface="Tahoma"/>
              </a:rPr>
              <a:t>by </a:t>
            </a:r>
            <a:r>
              <a:rPr sz="1400" spc="-70" dirty="0">
                <a:solidFill>
                  <a:srgbClr val="252423"/>
                </a:solidFill>
                <a:latin typeface="Tahoma"/>
                <a:cs typeface="Tahoma"/>
              </a:rPr>
              <a:t>partyname</a:t>
            </a:r>
            <a:r>
              <a:rPr sz="1400" spc="-75" dirty="0">
                <a:solidFill>
                  <a:srgbClr val="252423"/>
                </a:solidFill>
                <a:latin typeface="Tahoma"/>
                <a:cs typeface="Tahoma"/>
              </a:rPr>
              <a:t> </a:t>
            </a:r>
            <a:r>
              <a:rPr sz="1400" spc="-70" dirty="0">
                <a:solidFill>
                  <a:srgbClr val="252423"/>
                </a:solidFill>
                <a:latin typeface="Tahoma"/>
                <a:cs typeface="Tahoma"/>
              </a:rPr>
              <a:t>and </a:t>
            </a:r>
            <a:r>
              <a:rPr sz="1400" spc="-10" dirty="0">
                <a:solidFill>
                  <a:srgbClr val="252423"/>
                </a:solidFill>
                <a:latin typeface="Tahoma"/>
                <a:cs typeface="Tahoma"/>
              </a:rPr>
              <a:t>pc_type</a:t>
            </a:r>
            <a:endParaRPr sz="1400">
              <a:latin typeface="Tahoma"/>
              <a:cs typeface="Tahoma"/>
            </a:endParaRPr>
          </a:p>
          <a:p>
            <a:pPr marL="180340" marR="970280" indent="-168275">
              <a:lnSpc>
                <a:spcPct val="155200"/>
              </a:lnSpc>
              <a:spcBef>
                <a:spcPts val="235"/>
              </a:spcBef>
              <a:tabLst>
                <a:tab pos="781050" algn="l"/>
                <a:tab pos="1169035" algn="l"/>
                <a:tab pos="1466215" algn="l"/>
              </a:tabLst>
            </a:pPr>
            <a:r>
              <a:rPr sz="900" b="1" spc="-10" dirty="0">
                <a:solidFill>
                  <a:srgbClr val="605D5C"/>
                </a:solidFill>
                <a:latin typeface="Segoe UI"/>
                <a:cs typeface="Segoe UI"/>
              </a:rPr>
              <a:t>pc_type</a:t>
            </a:r>
            <a:r>
              <a:rPr sz="900" b="1" dirty="0">
                <a:solidFill>
                  <a:srgbClr val="605D5C"/>
                </a:solidFill>
                <a:latin typeface="Segoe UI"/>
                <a:cs typeface="Segoe UI"/>
              </a:rPr>
              <a:t>	</a:t>
            </a:r>
            <a:r>
              <a:rPr sz="900" spc="-25" dirty="0">
                <a:solidFill>
                  <a:srgbClr val="605D5C"/>
                </a:solidFill>
                <a:latin typeface="Segoe UI"/>
                <a:cs typeface="Segoe UI"/>
              </a:rPr>
              <a:t>GEN</a:t>
            </a:r>
            <a:r>
              <a:rPr sz="900" dirty="0">
                <a:solidFill>
                  <a:srgbClr val="605D5C"/>
                </a:solidFill>
                <a:latin typeface="Segoe UI"/>
                <a:cs typeface="Segoe UI"/>
              </a:rPr>
              <a:t>	</a:t>
            </a:r>
            <a:r>
              <a:rPr sz="900" spc="-25" dirty="0">
                <a:solidFill>
                  <a:srgbClr val="605D5C"/>
                </a:solidFill>
                <a:latin typeface="Segoe UI"/>
                <a:cs typeface="Segoe UI"/>
              </a:rPr>
              <a:t>SC</a:t>
            </a:r>
            <a:r>
              <a:rPr sz="900" dirty="0">
                <a:solidFill>
                  <a:srgbClr val="605D5C"/>
                </a:solidFill>
                <a:latin typeface="Segoe UI"/>
                <a:cs typeface="Segoe UI"/>
              </a:rPr>
              <a:t>	</a:t>
            </a:r>
            <a:r>
              <a:rPr sz="900" spc="-25" dirty="0">
                <a:solidFill>
                  <a:srgbClr val="605D5C"/>
                </a:solidFill>
                <a:latin typeface="Segoe UI"/>
                <a:cs typeface="Segoe UI"/>
              </a:rPr>
              <a:t>ST </a:t>
            </a:r>
            <a:r>
              <a:rPr sz="900" spc="-10" dirty="0">
                <a:solidFill>
                  <a:srgbClr val="605D5C"/>
                </a:solidFill>
                <a:latin typeface="Segoe UI"/>
                <a:cs typeface="Segoe UI"/>
              </a:rPr>
              <a:t>1.0bn</a:t>
            </a:r>
            <a:endParaRPr sz="900">
              <a:latin typeface="Segoe UI"/>
              <a:cs typeface="Segoe UI"/>
            </a:endParaRPr>
          </a:p>
        </p:txBody>
      </p:sp>
      <p:sp>
        <p:nvSpPr>
          <p:cNvPr id="160" name="object 160"/>
          <p:cNvSpPr txBox="1"/>
          <p:nvPr/>
        </p:nvSpPr>
        <p:spPr>
          <a:xfrm>
            <a:off x="6492875" y="682625"/>
            <a:ext cx="177800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spc="-50" dirty="0">
                <a:solidFill>
                  <a:srgbClr val="252423"/>
                </a:solidFill>
                <a:latin typeface="Verdana"/>
                <a:cs typeface="Verdana"/>
              </a:rPr>
              <a:t></a:t>
            </a:r>
            <a:endParaRPr sz="1200">
              <a:latin typeface="Verdana"/>
              <a:cs typeface="Verdana"/>
            </a:endParaRPr>
          </a:p>
        </p:txBody>
      </p:sp>
      <p:sp>
        <p:nvSpPr>
          <p:cNvPr id="161" name="object 161"/>
          <p:cNvSpPr txBox="1"/>
          <p:nvPr/>
        </p:nvSpPr>
        <p:spPr>
          <a:xfrm>
            <a:off x="6276776" y="374681"/>
            <a:ext cx="356235" cy="1778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000" dirty="0">
                <a:solidFill>
                  <a:srgbClr val="252423"/>
                </a:solidFill>
                <a:latin typeface="Verdana"/>
                <a:cs typeface="Verdana"/>
              </a:rPr>
              <a:t></a:t>
            </a:r>
            <a:r>
              <a:rPr sz="1000" spc="245" dirty="0">
                <a:solidFill>
                  <a:srgbClr val="252423"/>
                </a:solidFill>
                <a:latin typeface="Verdana"/>
                <a:cs typeface="Verdana"/>
              </a:rPr>
              <a:t> </a:t>
            </a:r>
            <a:r>
              <a:rPr sz="1000" spc="-50" dirty="0">
                <a:solidFill>
                  <a:srgbClr val="252423"/>
                </a:solidFill>
                <a:latin typeface="Verdana"/>
                <a:cs typeface="Verdana"/>
              </a:rPr>
              <a:t></a:t>
            </a:r>
            <a:endParaRPr sz="1000">
              <a:latin typeface="Verdana"/>
              <a:cs typeface="Verdana"/>
            </a:endParaRPr>
          </a:p>
        </p:txBody>
      </p:sp>
      <p:grpSp>
        <p:nvGrpSpPr>
          <p:cNvPr id="162" name="object 162"/>
          <p:cNvGrpSpPr/>
          <p:nvPr/>
        </p:nvGrpSpPr>
        <p:grpSpPr>
          <a:xfrm>
            <a:off x="4124325" y="314325"/>
            <a:ext cx="2085975" cy="295275"/>
            <a:chOff x="4124325" y="314325"/>
            <a:chExt cx="2085975" cy="295275"/>
          </a:xfrm>
        </p:grpSpPr>
        <p:sp>
          <p:nvSpPr>
            <p:cNvPr id="163" name="object 163"/>
            <p:cNvSpPr/>
            <p:nvPr/>
          </p:nvSpPr>
          <p:spPr>
            <a:xfrm>
              <a:off x="4129087" y="319087"/>
              <a:ext cx="2076450" cy="285750"/>
            </a:xfrm>
            <a:custGeom>
              <a:avLst/>
              <a:gdLst/>
              <a:ahLst/>
              <a:cxnLst/>
              <a:rect l="l" t="t" r="r" b="b"/>
              <a:pathLst>
                <a:path w="2076450" h="285750">
                  <a:moveTo>
                    <a:pt x="2064057" y="285749"/>
                  </a:moveTo>
                  <a:lnTo>
                    <a:pt x="12392" y="285749"/>
                  </a:lnTo>
                  <a:lnTo>
                    <a:pt x="10570" y="285387"/>
                  </a:lnTo>
                  <a:lnTo>
                    <a:pt x="0" y="273357"/>
                  </a:lnTo>
                  <a:lnTo>
                    <a:pt x="0" y="271462"/>
                  </a:lnTo>
                  <a:lnTo>
                    <a:pt x="0" y="12392"/>
                  </a:lnTo>
                  <a:lnTo>
                    <a:pt x="12392" y="0"/>
                  </a:lnTo>
                  <a:lnTo>
                    <a:pt x="2064057" y="0"/>
                  </a:lnTo>
                  <a:lnTo>
                    <a:pt x="2076449" y="12392"/>
                  </a:lnTo>
                  <a:lnTo>
                    <a:pt x="2076449" y="273357"/>
                  </a:lnTo>
                  <a:lnTo>
                    <a:pt x="2065879" y="285387"/>
                  </a:lnTo>
                  <a:lnTo>
                    <a:pt x="2064057" y="285749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64" name="object 164"/>
            <p:cNvSpPr/>
            <p:nvPr/>
          </p:nvSpPr>
          <p:spPr>
            <a:xfrm>
              <a:off x="4129087" y="319087"/>
              <a:ext cx="2076450" cy="285750"/>
            </a:xfrm>
            <a:custGeom>
              <a:avLst/>
              <a:gdLst/>
              <a:ahLst/>
              <a:cxnLst/>
              <a:rect l="l" t="t" r="r" b="b"/>
              <a:pathLst>
                <a:path w="2076450" h="285750">
                  <a:moveTo>
                    <a:pt x="0" y="271462"/>
                  </a:moveTo>
                  <a:lnTo>
                    <a:pt x="0" y="14287"/>
                  </a:lnTo>
                  <a:lnTo>
                    <a:pt x="0" y="12392"/>
                  </a:lnTo>
                  <a:lnTo>
                    <a:pt x="362" y="10570"/>
                  </a:lnTo>
                  <a:lnTo>
                    <a:pt x="1087" y="8819"/>
                  </a:lnTo>
                  <a:lnTo>
                    <a:pt x="1812" y="7069"/>
                  </a:lnTo>
                  <a:lnTo>
                    <a:pt x="2844" y="5524"/>
                  </a:lnTo>
                  <a:lnTo>
                    <a:pt x="4184" y="4184"/>
                  </a:lnTo>
                  <a:lnTo>
                    <a:pt x="5524" y="2844"/>
                  </a:lnTo>
                  <a:lnTo>
                    <a:pt x="7069" y="1812"/>
                  </a:lnTo>
                  <a:lnTo>
                    <a:pt x="8819" y="1087"/>
                  </a:lnTo>
                  <a:lnTo>
                    <a:pt x="10570" y="362"/>
                  </a:lnTo>
                  <a:lnTo>
                    <a:pt x="12392" y="0"/>
                  </a:lnTo>
                  <a:lnTo>
                    <a:pt x="14287" y="0"/>
                  </a:lnTo>
                  <a:lnTo>
                    <a:pt x="2062162" y="0"/>
                  </a:lnTo>
                  <a:lnTo>
                    <a:pt x="2064057" y="0"/>
                  </a:lnTo>
                  <a:lnTo>
                    <a:pt x="2065879" y="362"/>
                  </a:lnTo>
                  <a:lnTo>
                    <a:pt x="2076450" y="14287"/>
                  </a:lnTo>
                  <a:lnTo>
                    <a:pt x="2076450" y="271462"/>
                  </a:lnTo>
                  <a:lnTo>
                    <a:pt x="2062162" y="285750"/>
                  </a:lnTo>
                  <a:lnTo>
                    <a:pt x="14287" y="285750"/>
                  </a:lnTo>
                  <a:lnTo>
                    <a:pt x="1087" y="276930"/>
                  </a:lnTo>
                  <a:lnTo>
                    <a:pt x="362" y="275179"/>
                  </a:lnTo>
                  <a:lnTo>
                    <a:pt x="0" y="273357"/>
                  </a:lnTo>
                  <a:lnTo>
                    <a:pt x="0" y="271462"/>
                  </a:lnTo>
                  <a:close/>
                </a:path>
              </a:pathLst>
            </a:custGeom>
            <a:ln w="9525">
              <a:solidFill>
                <a:srgbClr val="A19E9D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65" name="object 165"/>
          <p:cNvSpPr txBox="1"/>
          <p:nvPr/>
        </p:nvSpPr>
        <p:spPr>
          <a:xfrm>
            <a:off x="4113735" y="368300"/>
            <a:ext cx="2107565" cy="1854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33985">
              <a:lnSpc>
                <a:spcPct val="100000"/>
              </a:lnSpc>
              <a:spcBef>
                <a:spcPts val="100"/>
              </a:spcBef>
            </a:pPr>
            <a:r>
              <a:rPr sz="1575" spc="352" baseline="-13227" dirty="0">
                <a:solidFill>
                  <a:srgbClr val="252423"/>
                </a:solidFill>
                <a:latin typeface="Verdana"/>
                <a:cs typeface="Verdana"/>
              </a:rPr>
              <a:t>D</a:t>
            </a:r>
            <a:r>
              <a:rPr sz="1575" spc="97" baseline="-13227" dirty="0">
                <a:solidFill>
                  <a:srgbClr val="252423"/>
                </a:solidFill>
                <a:latin typeface="Verdana"/>
                <a:cs typeface="Verdana"/>
              </a:rPr>
              <a:t> </a:t>
            </a:r>
            <a:r>
              <a:rPr sz="1000" dirty="0">
                <a:solidFill>
                  <a:srgbClr val="252423"/>
                </a:solidFill>
                <a:latin typeface="Segoe UI"/>
                <a:cs typeface="Segoe UI"/>
              </a:rPr>
              <a:t>average</a:t>
            </a:r>
            <a:r>
              <a:rPr sz="1000" spc="-10" dirty="0">
                <a:solidFill>
                  <a:srgbClr val="252423"/>
                </a:solidFill>
                <a:latin typeface="Segoe UI"/>
                <a:cs typeface="Segoe UI"/>
              </a:rPr>
              <a:t> </a:t>
            </a:r>
            <a:r>
              <a:rPr sz="1000" u="heavy" spc="-10" dirty="0">
                <a:solidFill>
                  <a:srgbClr val="252423"/>
                </a:solidFill>
                <a:uFill>
                  <a:solidFill>
                    <a:srgbClr val="0078D4"/>
                  </a:solidFill>
                </a:uFill>
                <a:latin typeface="Segoe UI"/>
                <a:cs typeface="Segoe UI"/>
              </a:rPr>
              <a:t>elector</a:t>
            </a:r>
            <a:endParaRPr sz="1000">
              <a:latin typeface="Segoe UI"/>
              <a:cs typeface="Segoe UI"/>
            </a:endParaRPr>
          </a:p>
        </p:txBody>
      </p:sp>
      <p:sp>
        <p:nvSpPr>
          <p:cNvPr id="166" name="object 166"/>
          <p:cNvSpPr txBox="1"/>
          <p:nvPr/>
        </p:nvSpPr>
        <p:spPr>
          <a:xfrm>
            <a:off x="4646810" y="1327943"/>
            <a:ext cx="1355725" cy="939800"/>
          </a:xfrm>
          <a:prstGeom prst="rect">
            <a:avLst/>
          </a:prstGeom>
        </p:spPr>
        <p:txBody>
          <a:bodyPr vert="horz" wrap="square" lIns="0" tIns="4826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380"/>
              </a:spcBef>
            </a:pPr>
            <a:r>
              <a:rPr sz="4500" spc="-370" dirty="0">
                <a:solidFill>
                  <a:srgbClr val="252423"/>
                </a:solidFill>
                <a:latin typeface="Tahoma"/>
                <a:cs typeface="Tahoma"/>
              </a:rPr>
              <a:t>1.12M</a:t>
            </a:r>
            <a:endParaRPr sz="4500">
              <a:latin typeface="Tahoma"/>
              <a:cs typeface="Tahoma"/>
            </a:endParaRPr>
          </a:p>
          <a:p>
            <a:pPr marL="30480">
              <a:lnSpc>
                <a:spcPct val="100000"/>
              </a:lnSpc>
              <a:spcBef>
                <a:spcPts val="75"/>
              </a:spcBef>
            </a:pPr>
            <a:r>
              <a:rPr sz="1200" dirty="0">
                <a:solidFill>
                  <a:srgbClr val="605D5C"/>
                </a:solidFill>
                <a:latin typeface="Segoe UI"/>
                <a:cs typeface="Segoe UI"/>
              </a:rPr>
              <a:t>Average</a:t>
            </a:r>
            <a:r>
              <a:rPr sz="1200" spc="-20" dirty="0">
                <a:solidFill>
                  <a:srgbClr val="605D5C"/>
                </a:solidFill>
                <a:latin typeface="Segoe UI"/>
                <a:cs typeface="Segoe UI"/>
              </a:rPr>
              <a:t> </a:t>
            </a:r>
            <a:r>
              <a:rPr sz="1200" dirty="0">
                <a:solidFill>
                  <a:srgbClr val="605D5C"/>
                </a:solidFill>
                <a:latin typeface="Segoe UI"/>
                <a:cs typeface="Segoe UI"/>
              </a:rPr>
              <a:t>of</a:t>
            </a:r>
            <a:r>
              <a:rPr sz="1200" spc="-15" dirty="0">
                <a:solidFill>
                  <a:srgbClr val="605D5C"/>
                </a:solidFill>
                <a:latin typeface="Segoe UI"/>
                <a:cs typeface="Segoe UI"/>
              </a:rPr>
              <a:t> </a:t>
            </a:r>
            <a:r>
              <a:rPr sz="1200" spc="-10" dirty="0">
                <a:solidFill>
                  <a:srgbClr val="605D5C"/>
                </a:solidFill>
                <a:latin typeface="Segoe UI"/>
                <a:cs typeface="Segoe UI"/>
              </a:rPr>
              <a:t>electors</a:t>
            </a:r>
            <a:endParaRPr sz="1200">
              <a:latin typeface="Segoe UI"/>
              <a:cs typeface="Segoe UI"/>
            </a:endParaRPr>
          </a:p>
        </p:txBody>
      </p:sp>
      <p:sp>
        <p:nvSpPr>
          <p:cNvPr id="167" name="object 167"/>
          <p:cNvSpPr/>
          <p:nvPr/>
        </p:nvSpPr>
        <p:spPr>
          <a:xfrm>
            <a:off x="7477125" y="1924050"/>
            <a:ext cx="9525" cy="9525"/>
          </a:xfrm>
          <a:custGeom>
            <a:avLst/>
            <a:gdLst/>
            <a:ahLst/>
            <a:cxnLst/>
            <a:rect l="l" t="t" r="r" b="b"/>
            <a:pathLst>
              <a:path w="9525" h="9525">
                <a:moveTo>
                  <a:pt x="9525" y="9525"/>
                </a:moveTo>
                <a:lnTo>
                  <a:pt x="0" y="9525"/>
                </a:lnTo>
                <a:lnTo>
                  <a:pt x="0" y="0"/>
                </a:lnTo>
                <a:lnTo>
                  <a:pt x="9525" y="0"/>
                </a:lnTo>
                <a:lnTo>
                  <a:pt x="9525" y="9525"/>
                </a:lnTo>
                <a:close/>
              </a:path>
            </a:pathLst>
          </a:custGeom>
          <a:solidFill>
            <a:srgbClr val="C7C6C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68" name="object 168"/>
          <p:cNvSpPr/>
          <p:nvPr/>
        </p:nvSpPr>
        <p:spPr>
          <a:xfrm>
            <a:off x="7534275" y="1924062"/>
            <a:ext cx="2238375" cy="9525"/>
          </a:xfrm>
          <a:custGeom>
            <a:avLst/>
            <a:gdLst/>
            <a:ahLst/>
            <a:cxnLst/>
            <a:rect l="l" t="t" r="r" b="b"/>
            <a:pathLst>
              <a:path w="2238375" h="9525">
                <a:moveTo>
                  <a:pt x="9525" y="0"/>
                </a:moveTo>
                <a:lnTo>
                  <a:pt x="0" y="0"/>
                </a:lnTo>
                <a:lnTo>
                  <a:pt x="0" y="9525"/>
                </a:lnTo>
                <a:lnTo>
                  <a:pt x="9525" y="9525"/>
                </a:lnTo>
                <a:lnTo>
                  <a:pt x="9525" y="0"/>
                </a:lnTo>
                <a:close/>
              </a:path>
              <a:path w="2238375" h="9525">
                <a:moveTo>
                  <a:pt x="66675" y="0"/>
                </a:moveTo>
                <a:lnTo>
                  <a:pt x="57150" y="0"/>
                </a:lnTo>
                <a:lnTo>
                  <a:pt x="57150" y="9525"/>
                </a:lnTo>
                <a:lnTo>
                  <a:pt x="66675" y="9525"/>
                </a:lnTo>
                <a:lnTo>
                  <a:pt x="66675" y="0"/>
                </a:lnTo>
                <a:close/>
              </a:path>
              <a:path w="2238375" h="9525">
                <a:moveTo>
                  <a:pt x="123825" y="0"/>
                </a:moveTo>
                <a:lnTo>
                  <a:pt x="114300" y="0"/>
                </a:lnTo>
                <a:lnTo>
                  <a:pt x="114300" y="9525"/>
                </a:lnTo>
                <a:lnTo>
                  <a:pt x="123825" y="9525"/>
                </a:lnTo>
                <a:lnTo>
                  <a:pt x="123825" y="0"/>
                </a:lnTo>
                <a:close/>
              </a:path>
              <a:path w="2238375" h="9525">
                <a:moveTo>
                  <a:pt x="180975" y="0"/>
                </a:moveTo>
                <a:lnTo>
                  <a:pt x="171450" y="0"/>
                </a:lnTo>
                <a:lnTo>
                  <a:pt x="171450" y="9525"/>
                </a:lnTo>
                <a:lnTo>
                  <a:pt x="180975" y="9525"/>
                </a:lnTo>
                <a:lnTo>
                  <a:pt x="180975" y="0"/>
                </a:lnTo>
                <a:close/>
              </a:path>
              <a:path w="2238375" h="9525">
                <a:moveTo>
                  <a:pt x="238125" y="0"/>
                </a:moveTo>
                <a:lnTo>
                  <a:pt x="228600" y="0"/>
                </a:lnTo>
                <a:lnTo>
                  <a:pt x="228600" y="9525"/>
                </a:lnTo>
                <a:lnTo>
                  <a:pt x="238125" y="9525"/>
                </a:lnTo>
                <a:lnTo>
                  <a:pt x="238125" y="0"/>
                </a:lnTo>
                <a:close/>
              </a:path>
              <a:path w="2238375" h="9525">
                <a:moveTo>
                  <a:pt x="295275" y="0"/>
                </a:moveTo>
                <a:lnTo>
                  <a:pt x="285750" y="0"/>
                </a:lnTo>
                <a:lnTo>
                  <a:pt x="285750" y="9525"/>
                </a:lnTo>
                <a:lnTo>
                  <a:pt x="295275" y="9525"/>
                </a:lnTo>
                <a:lnTo>
                  <a:pt x="295275" y="0"/>
                </a:lnTo>
                <a:close/>
              </a:path>
              <a:path w="2238375" h="9525">
                <a:moveTo>
                  <a:pt x="352425" y="0"/>
                </a:moveTo>
                <a:lnTo>
                  <a:pt x="342900" y="0"/>
                </a:lnTo>
                <a:lnTo>
                  <a:pt x="342900" y="9525"/>
                </a:lnTo>
                <a:lnTo>
                  <a:pt x="352425" y="9525"/>
                </a:lnTo>
                <a:lnTo>
                  <a:pt x="352425" y="0"/>
                </a:lnTo>
                <a:close/>
              </a:path>
              <a:path w="2238375" h="9525">
                <a:moveTo>
                  <a:pt x="409575" y="0"/>
                </a:moveTo>
                <a:lnTo>
                  <a:pt x="400050" y="0"/>
                </a:lnTo>
                <a:lnTo>
                  <a:pt x="400050" y="9525"/>
                </a:lnTo>
                <a:lnTo>
                  <a:pt x="409575" y="9525"/>
                </a:lnTo>
                <a:lnTo>
                  <a:pt x="409575" y="0"/>
                </a:lnTo>
                <a:close/>
              </a:path>
              <a:path w="2238375" h="9525">
                <a:moveTo>
                  <a:pt x="466725" y="0"/>
                </a:moveTo>
                <a:lnTo>
                  <a:pt x="457200" y="0"/>
                </a:lnTo>
                <a:lnTo>
                  <a:pt x="457200" y="9525"/>
                </a:lnTo>
                <a:lnTo>
                  <a:pt x="466725" y="9525"/>
                </a:lnTo>
                <a:lnTo>
                  <a:pt x="466725" y="0"/>
                </a:lnTo>
                <a:close/>
              </a:path>
              <a:path w="2238375" h="9525">
                <a:moveTo>
                  <a:pt x="523875" y="0"/>
                </a:moveTo>
                <a:lnTo>
                  <a:pt x="514350" y="0"/>
                </a:lnTo>
                <a:lnTo>
                  <a:pt x="514350" y="9525"/>
                </a:lnTo>
                <a:lnTo>
                  <a:pt x="523875" y="9525"/>
                </a:lnTo>
                <a:lnTo>
                  <a:pt x="523875" y="0"/>
                </a:lnTo>
                <a:close/>
              </a:path>
              <a:path w="2238375" h="9525">
                <a:moveTo>
                  <a:pt x="581025" y="0"/>
                </a:moveTo>
                <a:lnTo>
                  <a:pt x="571500" y="0"/>
                </a:lnTo>
                <a:lnTo>
                  <a:pt x="571500" y="9525"/>
                </a:lnTo>
                <a:lnTo>
                  <a:pt x="581025" y="9525"/>
                </a:lnTo>
                <a:lnTo>
                  <a:pt x="581025" y="0"/>
                </a:lnTo>
                <a:close/>
              </a:path>
              <a:path w="2238375" h="9525">
                <a:moveTo>
                  <a:pt x="638175" y="0"/>
                </a:moveTo>
                <a:lnTo>
                  <a:pt x="628650" y="0"/>
                </a:lnTo>
                <a:lnTo>
                  <a:pt x="628650" y="9525"/>
                </a:lnTo>
                <a:lnTo>
                  <a:pt x="638175" y="9525"/>
                </a:lnTo>
                <a:lnTo>
                  <a:pt x="638175" y="0"/>
                </a:lnTo>
                <a:close/>
              </a:path>
              <a:path w="2238375" h="9525">
                <a:moveTo>
                  <a:pt x="695325" y="0"/>
                </a:moveTo>
                <a:lnTo>
                  <a:pt x="685800" y="0"/>
                </a:lnTo>
                <a:lnTo>
                  <a:pt x="685800" y="9525"/>
                </a:lnTo>
                <a:lnTo>
                  <a:pt x="695325" y="9525"/>
                </a:lnTo>
                <a:lnTo>
                  <a:pt x="695325" y="0"/>
                </a:lnTo>
                <a:close/>
              </a:path>
              <a:path w="2238375" h="9525">
                <a:moveTo>
                  <a:pt x="752475" y="0"/>
                </a:moveTo>
                <a:lnTo>
                  <a:pt x="742950" y="0"/>
                </a:lnTo>
                <a:lnTo>
                  <a:pt x="742950" y="9525"/>
                </a:lnTo>
                <a:lnTo>
                  <a:pt x="752475" y="9525"/>
                </a:lnTo>
                <a:lnTo>
                  <a:pt x="752475" y="0"/>
                </a:lnTo>
                <a:close/>
              </a:path>
              <a:path w="2238375" h="9525">
                <a:moveTo>
                  <a:pt x="809625" y="0"/>
                </a:moveTo>
                <a:lnTo>
                  <a:pt x="800100" y="0"/>
                </a:lnTo>
                <a:lnTo>
                  <a:pt x="800100" y="9525"/>
                </a:lnTo>
                <a:lnTo>
                  <a:pt x="809625" y="9525"/>
                </a:lnTo>
                <a:lnTo>
                  <a:pt x="809625" y="0"/>
                </a:lnTo>
                <a:close/>
              </a:path>
              <a:path w="2238375" h="9525">
                <a:moveTo>
                  <a:pt x="866775" y="0"/>
                </a:moveTo>
                <a:lnTo>
                  <a:pt x="857250" y="0"/>
                </a:lnTo>
                <a:lnTo>
                  <a:pt x="857250" y="9525"/>
                </a:lnTo>
                <a:lnTo>
                  <a:pt x="866775" y="9525"/>
                </a:lnTo>
                <a:lnTo>
                  <a:pt x="866775" y="0"/>
                </a:lnTo>
                <a:close/>
              </a:path>
              <a:path w="2238375" h="9525">
                <a:moveTo>
                  <a:pt x="923925" y="0"/>
                </a:moveTo>
                <a:lnTo>
                  <a:pt x="914400" y="0"/>
                </a:lnTo>
                <a:lnTo>
                  <a:pt x="914400" y="9525"/>
                </a:lnTo>
                <a:lnTo>
                  <a:pt x="923925" y="9525"/>
                </a:lnTo>
                <a:lnTo>
                  <a:pt x="923925" y="0"/>
                </a:lnTo>
                <a:close/>
              </a:path>
              <a:path w="2238375" h="9525">
                <a:moveTo>
                  <a:pt x="981075" y="0"/>
                </a:moveTo>
                <a:lnTo>
                  <a:pt x="971550" y="0"/>
                </a:lnTo>
                <a:lnTo>
                  <a:pt x="971550" y="9525"/>
                </a:lnTo>
                <a:lnTo>
                  <a:pt x="981075" y="9525"/>
                </a:lnTo>
                <a:lnTo>
                  <a:pt x="981075" y="0"/>
                </a:lnTo>
                <a:close/>
              </a:path>
              <a:path w="2238375" h="9525">
                <a:moveTo>
                  <a:pt x="1038225" y="0"/>
                </a:moveTo>
                <a:lnTo>
                  <a:pt x="1028700" y="0"/>
                </a:lnTo>
                <a:lnTo>
                  <a:pt x="1028700" y="9525"/>
                </a:lnTo>
                <a:lnTo>
                  <a:pt x="1038225" y="9525"/>
                </a:lnTo>
                <a:lnTo>
                  <a:pt x="1038225" y="0"/>
                </a:lnTo>
                <a:close/>
              </a:path>
              <a:path w="2238375" h="9525">
                <a:moveTo>
                  <a:pt x="1095375" y="0"/>
                </a:moveTo>
                <a:lnTo>
                  <a:pt x="1085850" y="0"/>
                </a:lnTo>
                <a:lnTo>
                  <a:pt x="1085850" y="9525"/>
                </a:lnTo>
                <a:lnTo>
                  <a:pt x="1095375" y="9525"/>
                </a:lnTo>
                <a:lnTo>
                  <a:pt x="1095375" y="0"/>
                </a:lnTo>
                <a:close/>
              </a:path>
              <a:path w="2238375" h="9525">
                <a:moveTo>
                  <a:pt x="1152525" y="0"/>
                </a:moveTo>
                <a:lnTo>
                  <a:pt x="1143000" y="0"/>
                </a:lnTo>
                <a:lnTo>
                  <a:pt x="1143000" y="9525"/>
                </a:lnTo>
                <a:lnTo>
                  <a:pt x="1152525" y="9525"/>
                </a:lnTo>
                <a:lnTo>
                  <a:pt x="1152525" y="0"/>
                </a:lnTo>
                <a:close/>
              </a:path>
              <a:path w="2238375" h="9525">
                <a:moveTo>
                  <a:pt x="1209675" y="0"/>
                </a:moveTo>
                <a:lnTo>
                  <a:pt x="1200150" y="0"/>
                </a:lnTo>
                <a:lnTo>
                  <a:pt x="1200150" y="9525"/>
                </a:lnTo>
                <a:lnTo>
                  <a:pt x="1209675" y="9525"/>
                </a:lnTo>
                <a:lnTo>
                  <a:pt x="1209675" y="0"/>
                </a:lnTo>
                <a:close/>
              </a:path>
              <a:path w="2238375" h="9525">
                <a:moveTo>
                  <a:pt x="1266825" y="0"/>
                </a:moveTo>
                <a:lnTo>
                  <a:pt x="1257300" y="0"/>
                </a:lnTo>
                <a:lnTo>
                  <a:pt x="1257300" y="9525"/>
                </a:lnTo>
                <a:lnTo>
                  <a:pt x="1266825" y="9525"/>
                </a:lnTo>
                <a:lnTo>
                  <a:pt x="1266825" y="0"/>
                </a:lnTo>
                <a:close/>
              </a:path>
              <a:path w="2238375" h="9525">
                <a:moveTo>
                  <a:pt x="1323975" y="0"/>
                </a:moveTo>
                <a:lnTo>
                  <a:pt x="1314450" y="0"/>
                </a:lnTo>
                <a:lnTo>
                  <a:pt x="1314450" y="9525"/>
                </a:lnTo>
                <a:lnTo>
                  <a:pt x="1323975" y="9525"/>
                </a:lnTo>
                <a:lnTo>
                  <a:pt x="1323975" y="0"/>
                </a:lnTo>
                <a:close/>
              </a:path>
              <a:path w="2238375" h="9525">
                <a:moveTo>
                  <a:pt x="1381125" y="0"/>
                </a:moveTo>
                <a:lnTo>
                  <a:pt x="1371600" y="0"/>
                </a:lnTo>
                <a:lnTo>
                  <a:pt x="1371600" y="9525"/>
                </a:lnTo>
                <a:lnTo>
                  <a:pt x="1381125" y="9525"/>
                </a:lnTo>
                <a:lnTo>
                  <a:pt x="1381125" y="0"/>
                </a:lnTo>
                <a:close/>
              </a:path>
              <a:path w="2238375" h="9525">
                <a:moveTo>
                  <a:pt x="1438275" y="0"/>
                </a:moveTo>
                <a:lnTo>
                  <a:pt x="1428750" y="0"/>
                </a:lnTo>
                <a:lnTo>
                  <a:pt x="1428750" y="9525"/>
                </a:lnTo>
                <a:lnTo>
                  <a:pt x="1438275" y="9525"/>
                </a:lnTo>
                <a:lnTo>
                  <a:pt x="1438275" y="0"/>
                </a:lnTo>
                <a:close/>
              </a:path>
              <a:path w="2238375" h="9525">
                <a:moveTo>
                  <a:pt x="1495425" y="0"/>
                </a:moveTo>
                <a:lnTo>
                  <a:pt x="1485900" y="0"/>
                </a:lnTo>
                <a:lnTo>
                  <a:pt x="1485900" y="9525"/>
                </a:lnTo>
                <a:lnTo>
                  <a:pt x="1495425" y="9525"/>
                </a:lnTo>
                <a:lnTo>
                  <a:pt x="1495425" y="0"/>
                </a:lnTo>
                <a:close/>
              </a:path>
              <a:path w="2238375" h="9525">
                <a:moveTo>
                  <a:pt x="1552575" y="0"/>
                </a:moveTo>
                <a:lnTo>
                  <a:pt x="1543050" y="0"/>
                </a:lnTo>
                <a:lnTo>
                  <a:pt x="1543050" y="9525"/>
                </a:lnTo>
                <a:lnTo>
                  <a:pt x="1552575" y="9525"/>
                </a:lnTo>
                <a:lnTo>
                  <a:pt x="1552575" y="0"/>
                </a:lnTo>
                <a:close/>
              </a:path>
              <a:path w="2238375" h="9525">
                <a:moveTo>
                  <a:pt x="1609725" y="0"/>
                </a:moveTo>
                <a:lnTo>
                  <a:pt x="1600200" y="0"/>
                </a:lnTo>
                <a:lnTo>
                  <a:pt x="1600200" y="9525"/>
                </a:lnTo>
                <a:lnTo>
                  <a:pt x="1609725" y="9525"/>
                </a:lnTo>
                <a:lnTo>
                  <a:pt x="1609725" y="0"/>
                </a:lnTo>
                <a:close/>
              </a:path>
              <a:path w="2238375" h="9525">
                <a:moveTo>
                  <a:pt x="1666875" y="0"/>
                </a:moveTo>
                <a:lnTo>
                  <a:pt x="1657350" y="0"/>
                </a:lnTo>
                <a:lnTo>
                  <a:pt x="1657350" y="9525"/>
                </a:lnTo>
                <a:lnTo>
                  <a:pt x="1666875" y="9525"/>
                </a:lnTo>
                <a:lnTo>
                  <a:pt x="1666875" y="0"/>
                </a:lnTo>
                <a:close/>
              </a:path>
              <a:path w="2238375" h="9525">
                <a:moveTo>
                  <a:pt x="1724025" y="0"/>
                </a:moveTo>
                <a:lnTo>
                  <a:pt x="1714500" y="0"/>
                </a:lnTo>
                <a:lnTo>
                  <a:pt x="1714500" y="9525"/>
                </a:lnTo>
                <a:lnTo>
                  <a:pt x="1724025" y="9525"/>
                </a:lnTo>
                <a:lnTo>
                  <a:pt x="1724025" y="0"/>
                </a:lnTo>
                <a:close/>
              </a:path>
              <a:path w="2238375" h="9525">
                <a:moveTo>
                  <a:pt x="1781175" y="0"/>
                </a:moveTo>
                <a:lnTo>
                  <a:pt x="1771650" y="0"/>
                </a:lnTo>
                <a:lnTo>
                  <a:pt x="1771650" y="9525"/>
                </a:lnTo>
                <a:lnTo>
                  <a:pt x="1781175" y="9525"/>
                </a:lnTo>
                <a:lnTo>
                  <a:pt x="1781175" y="0"/>
                </a:lnTo>
                <a:close/>
              </a:path>
              <a:path w="2238375" h="9525">
                <a:moveTo>
                  <a:pt x="1838325" y="0"/>
                </a:moveTo>
                <a:lnTo>
                  <a:pt x="1828800" y="0"/>
                </a:lnTo>
                <a:lnTo>
                  <a:pt x="1828800" y="9525"/>
                </a:lnTo>
                <a:lnTo>
                  <a:pt x="1838325" y="9525"/>
                </a:lnTo>
                <a:lnTo>
                  <a:pt x="1838325" y="0"/>
                </a:lnTo>
                <a:close/>
              </a:path>
              <a:path w="2238375" h="9525">
                <a:moveTo>
                  <a:pt x="1895475" y="0"/>
                </a:moveTo>
                <a:lnTo>
                  <a:pt x="1885950" y="0"/>
                </a:lnTo>
                <a:lnTo>
                  <a:pt x="1885950" y="9525"/>
                </a:lnTo>
                <a:lnTo>
                  <a:pt x="1895475" y="9525"/>
                </a:lnTo>
                <a:lnTo>
                  <a:pt x="1895475" y="0"/>
                </a:lnTo>
                <a:close/>
              </a:path>
              <a:path w="2238375" h="9525">
                <a:moveTo>
                  <a:pt x="1952625" y="0"/>
                </a:moveTo>
                <a:lnTo>
                  <a:pt x="1943100" y="0"/>
                </a:lnTo>
                <a:lnTo>
                  <a:pt x="1943100" y="9525"/>
                </a:lnTo>
                <a:lnTo>
                  <a:pt x="1952625" y="9525"/>
                </a:lnTo>
                <a:lnTo>
                  <a:pt x="1952625" y="0"/>
                </a:lnTo>
                <a:close/>
              </a:path>
              <a:path w="2238375" h="9525">
                <a:moveTo>
                  <a:pt x="2009775" y="0"/>
                </a:moveTo>
                <a:lnTo>
                  <a:pt x="2000250" y="0"/>
                </a:lnTo>
                <a:lnTo>
                  <a:pt x="2000250" y="9525"/>
                </a:lnTo>
                <a:lnTo>
                  <a:pt x="2009775" y="9525"/>
                </a:lnTo>
                <a:lnTo>
                  <a:pt x="2009775" y="0"/>
                </a:lnTo>
                <a:close/>
              </a:path>
              <a:path w="2238375" h="9525">
                <a:moveTo>
                  <a:pt x="2066925" y="0"/>
                </a:moveTo>
                <a:lnTo>
                  <a:pt x="2057400" y="0"/>
                </a:lnTo>
                <a:lnTo>
                  <a:pt x="2057400" y="9525"/>
                </a:lnTo>
                <a:lnTo>
                  <a:pt x="2066925" y="9525"/>
                </a:lnTo>
                <a:lnTo>
                  <a:pt x="2066925" y="0"/>
                </a:lnTo>
                <a:close/>
              </a:path>
              <a:path w="2238375" h="9525">
                <a:moveTo>
                  <a:pt x="2124075" y="0"/>
                </a:moveTo>
                <a:lnTo>
                  <a:pt x="2114550" y="0"/>
                </a:lnTo>
                <a:lnTo>
                  <a:pt x="2114550" y="9525"/>
                </a:lnTo>
                <a:lnTo>
                  <a:pt x="2124075" y="9525"/>
                </a:lnTo>
                <a:lnTo>
                  <a:pt x="2124075" y="0"/>
                </a:lnTo>
                <a:close/>
              </a:path>
              <a:path w="2238375" h="9525">
                <a:moveTo>
                  <a:pt x="2181225" y="0"/>
                </a:moveTo>
                <a:lnTo>
                  <a:pt x="2171700" y="0"/>
                </a:lnTo>
                <a:lnTo>
                  <a:pt x="2171700" y="9525"/>
                </a:lnTo>
                <a:lnTo>
                  <a:pt x="2181225" y="9525"/>
                </a:lnTo>
                <a:lnTo>
                  <a:pt x="2181225" y="0"/>
                </a:lnTo>
                <a:close/>
              </a:path>
              <a:path w="2238375" h="9525">
                <a:moveTo>
                  <a:pt x="2238375" y="0"/>
                </a:moveTo>
                <a:lnTo>
                  <a:pt x="2228850" y="0"/>
                </a:lnTo>
                <a:lnTo>
                  <a:pt x="2228850" y="9525"/>
                </a:lnTo>
                <a:lnTo>
                  <a:pt x="2238375" y="9525"/>
                </a:lnTo>
                <a:lnTo>
                  <a:pt x="2238375" y="0"/>
                </a:lnTo>
                <a:close/>
              </a:path>
            </a:pathLst>
          </a:custGeom>
          <a:solidFill>
            <a:srgbClr val="C7C6C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69" name="object 169"/>
          <p:cNvSpPr/>
          <p:nvPr/>
        </p:nvSpPr>
        <p:spPr>
          <a:xfrm>
            <a:off x="9820275" y="1924050"/>
            <a:ext cx="9525" cy="9525"/>
          </a:xfrm>
          <a:custGeom>
            <a:avLst/>
            <a:gdLst/>
            <a:ahLst/>
            <a:cxnLst/>
            <a:rect l="l" t="t" r="r" b="b"/>
            <a:pathLst>
              <a:path w="9525" h="9525">
                <a:moveTo>
                  <a:pt x="9525" y="9525"/>
                </a:moveTo>
                <a:lnTo>
                  <a:pt x="0" y="9525"/>
                </a:lnTo>
                <a:lnTo>
                  <a:pt x="0" y="0"/>
                </a:lnTo>
                <a:lnTo>
                  <a:pt x="9525" y="0"/>
                </a:lnTo>
                <a:lnTo>
                  <a:pt x="9525" y="9525"/>
                </a:lnTo>
                <a:close/>
              </a:path>
            </a:pathLst>
          </a:custGeom>
          <a:solidFill>
            <a:srgbClr val="C7C6C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70" name="object 170"/>
          <p:cNvSpPr txBox="1"/>
          <p:nvPr/>
        </p:nvSpPr>
        <p:spPr>
          <a:xfrm>
            <a:off x="7089229" y="1838424"/>
            <a:ext cx="305435" cy="1625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900" spc="-10" dirty="0">
                <a:solidFill>
                  <a:srgbClr val="605D5C"/>
                </a:solidFill>
                <a:latin typeface="Segoe UI"/>
                <a:cs typeface="Segoe UI"/>
              </a:rPr>
              <a:t>0.0bn</a:t>
            </a:r>
            <a:endParaRPr sz="900">
              <a:latin typeface="Segoe UI"/>
              <a:cs typeface="Segoe UI"/>
            </a:endParaRPr>
          </a:p>
        </p:txBody>
      </p:sp>
      <p:sp>
        <p:nvSpPr>
          <p:cNvPr id="171" name="object 171"/>
          <p:cNvSpPr/>
          <p:nvPr/>
        </p:nvSpPr>
        <p:spPr>
          <a:xfrm>
            <a:off x="7477125" y="1340643"/>
            <a:ext cx="9525" cy="9525"/>
          </a:xfrm>
          <a:custGeom>
            <a:avLst/>
            <a:gdLst/>
            <a:ahLst/>
            <a:cxnLst/>
            <a:rect l="l" t="t" r="r" b="b"/>
            <a:pathLst>
              <a:path w="9525" h="9525">
                <a:moveTo>
                  <a:pt x="9525" y="9525"/>
                </a:moveTo>
                <a:lnTo>
                  <a:pt x="0" y="9525"/>
                </a:lnTo>
                <a:lnTo>
                  <a:pt x="0" y="0"/>
                </a:lnTo>
                <a:lnTo>
                  <a:pt x="9525" y="0"/>
                </a:lnTo>
                <a:lnTo>
                  <a:pt x="9525" y="9525"/>
                </a:lnTo>
                <a:close/>
              </a:path>
            </a:pathLst>
          </a:custGeom>
          <a:solidFill>
            <a:srgbClr val="C7C6C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72" name="object 172"/>
          <p:cNvSpPr/>
          <p:nvPr/>
        </p:nvSpPr>
        <p:spPr>
          <a:xfrm>
            <a:off x="7534275" y="1340643"/>
            <a:ext cx="9525" cy="9525"/>
          </a:xfrm>
          <a:custGeom>
            <a:avLst/>
            <a:gdLst/>
            <a:ahLst/>
            <a:cxnLst/>
            <a:rect l="l" t="t" r="r" b="b"/>
            <a:pathLst>
              <a:path w="9525" h="9525">
                <a:moveTo>
                  <a:pt x="9525" y="9525"/>
                </a:moveTo>
                <a:lnTo>
                  <a:pt x="0" y="9525"/>
                </a:lnTo>
                <a:lnTo>
                  <a:pt x="0" y="0"/>
                </a:lnTo>
                <a:lnTo>
                  <a:pt x="9525" y="0"/>
                </a:lnTo>
                <a:lnTo>
                  <a:pt x="9525" y="9525"/>
                </a:lnTo>
                <a:close/>
              </a:path>
            </a:pathLst>
          </a:custGeom>
          <a:solidFill>
            <a:srgbClr val="C7C6C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73" name="object 173"/>
          <p:cNvSpPr/>
          <p:nvPr/>
        </p:nvSpPr>
        <p:spPr>
          <a:xfrm>
            <a:off x="7591425" y="1340643"/>
            <a:ext cx="9525" cy="9525"/>
          </a:xfrm>
          <a:custGeom>
            <a:avLst/>
            <a:gdLst/>
            <a:ahLst/>
            <a:cxnLst/>
            <a:rect l="l" t="t" r="r" b="b"/>
            <a:pathLst>
              <a:path w="9525" h="9525">
                <a:moveTo>
                  <a:pt x="9525" y="9525"/>
                </a:moveTo>
                <a:lnTo>
                  <a:pt x="0" y="9525"/>
                </a:lnTo>
                <a:lnTo>
                  <a:pt x="0" y="0"/>
                </a:lnTo>
                <a:lnTo>
                  <a:pt x="9525" y="0"/>
                </a:lnTo>
                <a:lnTo>
                  <a:pt x="9525" y="9525"/>
                </a:lnTo>
                <a:close/>
              </a:path>
            </a:pathLst>
          </a:custGeom>
          <a:solidFill>
            <a:srgbClr val="C7C6C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74" name="object 174"/>
          <p:cNvSpPr/>
          <p:nvPr/>
        </p:nvSpPr>
        <p:spPr>
          <a:xfrm>
            <a:off x="7648575" y="1340643"/>
            <a:ext cx="9525" cy="9525"/>
          </a:xfrm>
          <a:custGeom>
            <a:avLst/>
            <a:gdLst/>
            <a:ahLst/>
            <a:cxnLst/>
            <a:rect l="l" t="t" r="r" b="b"/>
            <a:pathLst>
              <a:path w="9525" h="9525">
                <a:moveTo>
                  <a:pt x="9525" y="9525"/>
                </a:moveTo>
                <a:lnTo>
                  <a:pt x="0" y="9525"/>
                </a:lnTo>
                <a:lnTo>
                  <a:pt x="0" y="0"/>
                </a:lnTo>
                <a:lnTo>
                  <a:pt x="9525" y="0"/>
                </a:lnTo>
                <a:lnTo>
                  <a:pt x="9525" y="9525"/>
                </a:lnTo>
                <a:close/>
              </a:path>
            </a:pathLst>
          </a:custGeom>
          <a:solidFill>
            <a:srgbClr val="C7C6C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75" name="object 175"/>
          <p:cNvSpPr/>
          <p:nvPr/>
        </p:nvSpPr>
        <p:spPr>
          <a:xfrm>
            <a:off x="7705725" y="1340643"/>
            <a:ext cx="9525" cy="9525"/>
          </a:xfrm>
          <a:custGeom>
            <a:avLst/>
            <a:gdLst/>
            <a:ahLst/>
            <a:cxnLst/>
            <a:rect l="l" t="t" r="r" b="b"/>
            <a:pathLst>
              <a:path w="9525" h="9525">
                <a:moveTo>
                  <a:pt x="9525" y="9525"/>
                </a:moveTo>
                <a:lnTo>
                  <a:pt x="0" y="9525"/>
                </a:lnTo>
                <a:lnTo>
                  <a:pt x="0" y="0"/>
                </a:lnTo>
                <a:lnTo>
                  <a:pt x="9525" y="0"/>
                </a:lnTo>
                <a:lnTo>
                  <a:pt x="9525" y="9525"/>
                </a:lnTo>
                <a:close/>
              </a:path>
            </a:pathLst>
          </a:custGeom>
          <a:solidFill>
            <a:srgbClr val="C7C6C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76" name="object 176"/>
          <p:cNvSpPr/>
          <p:nvPr/>
        </p:nvSpPr>
        <p:spPr>
          <a:xfrm>
            <a:off x="7762875" y="1340643"/>
            <a:ext cx="9525" cy="9525"/>
          </a:xfrm>
          <a:custGeom>
            <a:avLst/>
            <a:gdLst/>
            <a:ahLst/>
            <a:cxnLst/>
            <a:rect l="l" t="t" r="r" b="b"/>
            <a:pathLst>
              <a:path w="9525" h="9525">
                <a:moveTo>
                  <a:pt x="9525" y="9525"/>
                </a:moveTo>
                <a:lnTo>
                  <a:pt x="0" y="9525"/>
                </a:lnTo>
                <a:lnTo>
                  <a:pt x="0" y="0"/>
                </a:lnTo>
                <a:lnTo>
                  <a:pt x="9525" y="0"/>
                </a:lnTo>
                <a:lnTo>
                  <a:pt x="9525" y="9525"/>
                </a:lnTo>
                <a:close/>
              </a:path>
            </a:pathLst>
          </a:custGeom>
          <a:solidFill>
            <a:srgbClr val="C7C6C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77" name="object 177"/>
          <p:cNvSpPr/>
          <p:nvPr/>
        </p:nvSpPr>
        <p:spPr>
          <a:xfrm>
            <a:off x="7820025" y="1340643"/>
            <a:ext cx="9525" cy="9525"/>
          </a:xfrm>
          <a:custGeom>
            <a:avLst/>
            <a:gdLst/>
            <a:ahLst/>
            <a:cxnLst/>
            <a:rect l="l" t="t" r="r" b="b"/>
            <a:pathLst>
              <a:path w="9525" h="9525">
                <a:moveTo>
                  <a:pt x="9525" y="9525"/>
                </a:moveTo>
                <a:lnTo>
                  <a:pt x="0" y="9525"/>
                </a:lnTo>
                <a:lnTo>
                  <a:pt x="0" y="0"/>
                </a:lnTo>
                <a:lnTo>
                  <a:pt x="9525" y="0"/>
                </a:lnTo>
                <a:lnTo>
                  <a:pt x="9525" y="9525"/>
                </a:lnTo>
                <a:close/>
              </a:path>
            </a:pathLst>
          </a:custGeom>
          <a:solidFill>
            <a:srgbClr val="C7C6C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78" name="object 178"/>
          <p:cNvSpPr/>
          <p:nvPr/>
        </p:nvSpPr>
        <p:spPr>
          <a:xfrm>
            <a:off x="7877175" y="1340643"/>
            <a:ext cx="9525" cy="9525"/>
          </a:xfrm>
          <a:custGeom>
            <a:avLst/>
            <a:gdLst/>
            <a:ahLst/>
            <a:cxnLst/>
            <a:rect l="l" t="t" r="r" b="b"/>
            <a:pathLst>
              <a:path w="9525" h="9525">
                <a:moveTo>
                  <a:pt x="9525" y="9525"/>
                </a:moveTo>
                <a:lnTo>
                  <a:pt x="0" y="9525"/>
                </a:lnTo>
                <a:lnTo>
                  <a:pt x="0" y="0"/>
                </a:lnTo>
                <a:lnTo>
                  <a:pt x="9525" y="0"/>
                </a:lnTo>
                <a:lnTo>
                  <a:pt x="9525" y="9525"/>
                </a:lnTo>
                <a:close/>
              </a:path>
            </a:pathLst>
          </a:custGeom>
          <a:solidFill>
            <a:srgbClr val="C7C6C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79" name="object 179"/>
          <p:cNvSpPr/>
          <p:nvPr/>
        </p:nvSpPr>
        <p:spPr>
          <a:xfrm>
            <a:off x="7934325" y="1340643"/>
            <a:ext cx="9525" cy="9525"/>
          </a:xfrm>
          <a:custGeom>
            <a:avLst/>
            <a:gdLst/>
            <a:ahLst/>
            <a:cxnLst/>
            <a:rect l="l" t="t" r="r" b="b"/>
            <a:pathLst>
              <a:path w="9525" h="9525">
                <a:moveTo>
                  <a:pt x="9525" y="9525"/>
                </a:moveTo>
                <a:lnTo>
                  <a:pt x="0" y="9525"/>
                </a:lnTo>
                <a:lnTo>
                  <a:pt x="0" y="0"/>
                </a:lnTo>
                <a:lnTo>
                  <a:pt x="9525" y="0"/>
                </a:lnTo>
                <a:lnTo>
                  <a:pt x="9525" y="9525"/>
                </a:lnTo>
                <a:close/>
              </a:path>
            </a:pathLst>
          </a:custGeom>
          <a:solidFill>
            <a:srgbClr val="C7C6C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80" name="object 180"/>
          <p:cNvSpPr/>
          <p:nvPr/>
        </p:nvSpPr>
        <p:spPr>
          <a:xfrm>
            <a:off x="7991475" y="1340643"/>
            <a:ext cx="9525" cy="9525"/>
          </a:xfrm>
          <a:custGeom>
            <a:avLst/>
            <a:gdLst/>
            <a:ahLst/>
            <a:cxnLst/>
            <a:rect l="l" t="t" r="r" b="b"/>
            <a:pathLst>
              <a:path w="9525" h="9525">
                <a:moveTo>
                  <a:pt x="9525" y="9525"/>
                </a:moveTo>
                <a:lnTo>
                  <a:pt x="0" y="9525"/>
                </a:lnTo>
                <a:lnTo>
                  <a:pt x="0" y="0"/>
                </a:lnTo>
                <a:lnTo>
                  <a:pt x="9525" y="0"/>
                </a:lnTo>
                <a:lnTo>
                  <a:pt x="9525" y="9525"/>
                </a:lnTo>
                <a:close/>
              </a:path>
            </a:pathLst>
          </a:custGeom>
          <a:solidFill>
            <a:srgbClr val="C7C6C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81" name="object 181"/>
          <p:cNvSpPr/>
          <p:nvPr/>
        </p:nvSpPr>
        <p:spPr>
          <a:xfrm>
            <a:off x="8048625" y="1340643"/>
            <a:ext cx="9525" cy="9525"/>
          </a:xfrm>
          <a:custGeom>
            <a:avLst/>
            <a:gdLst/>
            <a:ahLst/>
            <a:cxnLst/>
            <a:rect l="l" t="t" r="r" b="b"/>
            <a:pathLst>
              <a:path w="9525" h="9525">
                <a:moveTo>
                  <a:pt x="9525" y="9525"/>
                </a:moveTo>
                <a:lnTo>
                  <a:pt x="0" y="9525"/>
                </a:lnTo>
                <a:lnTo>
                  <a:pt x="0" y="0"/>
                </a:lnTo>
                <a:lnTo>
                  <a:pt x="9525" y="0"/>
                </a:lnTo>
                <a:lnTo>
                  <a:pt x="9525" y="9525"/>
                </a:lnTo>
                <a:close/>
              </a:path>
            </a:pathLst>
          </a:custGeom>
          <a:solidFill>
            <a:srgbClr val="C7C6C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82" name="object 182"/>
          <p:cNvSpPr/>
          <p:nvPr/>
        </p:nvSpPr>
        <p:spPr>
          <a:xfrm>
            <a:off x="8105775" y="1340643"/>
            <a:ext cx="9525" cy="9525"/>
          </a:xfrm>
          <a:custGeom>
            <a:avLst/>
            <a:gdLst/>
            <a:ahLst/>
            <a:cxnLst/>
            <a:rect l="l" t="t" r="r" b="b"/>
            <a:pathLst>
              <a:path w="9525" h="9525">
                <a:moveTo>
                  <a:pt x="9525" y="9525"/>
                </a:moveTo>
                <a:lnTo>
                  <a:pt x="0" y="9525"/>
                </a:lnTo>
                <a:lnTo>
                  <a:pt x="0" y="0"/>
                </a:lnTo>
                <a:lnTo>
                  <a:pt x="9525" y="0"/>
                </a:lnTo>
                <a:lnTo>
                  <a:pt x="9525" y="9525"/>
                </a:lnTo>
                <a:close/>
              </a:path>
            </a:pathLst>
          </a:custGeom>
          <a:solidFill>
            <a:srgbClr val="C7C6C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83" name="object 183"/>
          <p:cNvSpPr/>
          <p:nvPr/>
        </p:nvSpPr>
        <p:spPr>
          <a:xfrm>
            <a:off x="8162925" y="1340643"/>
            <a:ext cx="9525" cy="9525"/>
          </a:xfrm>
          <a:custGeom>
            <a:avLst/>
            <a:gdLst/>
            <a:ahLst/>
            <a:cxnLst/>
            <a:rect l="l" t="t" r="r" b="b"/>
            <a:pathLst>
              <a:path w="9525" h="9525">
                <a:moveTo>
                  <a:pt x="9525" y="9525"/>
                </a:moveTo>
                <a:lnTo>
                  <a:pt x="0" y="9525"/>
                </a:lnTo>
                <a:lnTo>
                  <a:pt x="0" y="0"/>
                </a:lnTo>
                <a:lnTo>
                  <a:pt x="9525" y="0"/>
                </a:lnTo>
                <a:lnTo>
                  <a:pt x="9525" y="9525"/>
                </a:lnTo>
                <a:close/>
              </a:path>
            </a:pathLst>
          </a:custGeom>
          <a:solidFill>
            <a:srgbClr val="C7C6C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84" name="object 184"/>
          <p:cNvSpPr/>
          <p:nvPr/>
        </p:nvSpPr>
        <p:spPr>
          <a:xfrm>
            <a:off x="8220075" y="1340643"/>
            <a:ext cx="9525" cy="9525"/>
          </a:xfrm>
          <a:custGeom>
            <a:avLst/>
            <a:gdLst/>
            <a:ahLst/>
            <a:cxnLst/>
            <a:rect l="l" t="t" r="r" b="b"/>
            <a:pathLst>
              <a:path w="9525" h="9525">
                <a:moveTo>
                  <a:pt x="9525" y="9525"/>
                </a:moveTo>
                <a:lnTo>
                  <a:pt x="0" y="9525"/>
                </a:lnTo>
                <a:lnTo>
                  <a:pt x="0" y="0"/>
                </a:lnTo>
                <a:lnTo>
                  <a:pt x="9525" y="0"/>
                </a:lnTo>
                <a:lnTo>
                  <a:pt x="9525" y="9525"/>
                </a:lnTo>
                <a:close/>
              </a:path>
            </a:pathLst>
          </a:custGeom>
          <a:solidFill>
            <a:srgbClr val="C7C6C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85" name="object 185"/>
          <p:cNvSpPr/>
          <p:nvPr/>
        </p:nvSpPr>
        <p:spPr>
          <a:xfrm>
            <a:off x="8277225" y="1340643"/>
            <a:ext cx="9525" cy="9525"/>
          </a:xfrm>
          <a:custGeom>
            <a:avLst/>
            <a:gdLst/>
            <a:ahLst/>
            <a:cxnLst/>
            <a:rect l="l" t="t" r="r" b="b"/>
            <a:pathLst>
              <a:path w="9525" h="9525">
                <a:moveTo>
                  <a:pt x="9525" y="9525"/>
                </a:moveTo>
                <a:lnTo>
                  <a:pt x="0" y="9525"/>
                </a:lnTo>
                <a:lnTo>
                  <a:pt x="0" y="0"/>
                </a:lnTo>
                <a:lnTo>
                  <a:pt x="9525" y="0"/>
                </a:lnTo>
                <a:lnTo>
                  <a:pt x="9525" y="9525"/>
                </a:lnTo>
                <a:close/>
              </a:path>
            </a:pathLst>
          </a:custGeom>
          <a:solidFill>
            <a:srgbClr val="C7C6C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86" name="object 186"/>
          <p:cNvSpPr/>
          <p:nvPr/>
        </p:nvSpPr>
        <p:spPr>
          <a:xfrm>
            <a:off x="8334375" y="1340643"/>
            <a:ext cx="9525" cy="9525"/>
          </a:xfrm>
          <a:custGeom>
            <a:avLst/>
            <a:gdLst/>
            <a:ahLst/>
            <a:cxnLst/>
            <a:rect l="l" t="t" r="r" b="b"/>
            <a:pathLst>
              <a:path w="9525" h="9525">
                <a:moveTo>
                  <a:pt x="9525" y="9525"/>
                </a:moveTo>
                <a:lnTo>
                  <a:pt x="0" y="9525"/>
                </a:lnTo>
                <a:lnTo>
                  <a:pt x="0" y="0"/>
                </a:lnTo>
                <a:lnTo>
                  <a:pt x="9525" y="0"/>
                </a:lnTo>
                <a:lnTo>
                  <a:pt x="9525" y="9525"/>
                </a:lnTo>
                <a:close/>
              </a:path>
            </a:pathLst>
          </a:custGeom>
          <a:solidFill>
            <a:srgbClr val="C7C6C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87" name="object 187"/>
          <p:cNvSpPr/>
          <p:nvPr/>
        </p:nvSpPr>
        <p:spPr>
          <a:xfrm>
            <a:off x="8391525" y="1340643"/>
            <a:ext cx="9525" cy="9525"/>
          </a:xfrm>
          <a:custGeom>
            <a:avLst/>
            <a:gdLst/>
            <a:ahLst/>
            <a:cxnLst/>
            <a:rect l="l" t="t" r="r" b="b"/>
            <a:pathLst>
              <a:path w="9525" h="9525">
                <a:moveTo>
                  <a:pt x="9525" y="9525"/>
                </a:moveTo>
                <a:lnTo>
                  <a:pt x="0" y="9525"/>
                </a:lnTo>
                <a:lnTo>
                  <a:pt x="0" y="0"/>
                </a:lnTo>
                <a:lnTo>
                  <a:pt x="9525" y="0"/>
                </a:lnTo>
                <a:lnTo>
                  <a:pt x="9525" y="9525"/>
                </a:lnTo>
                <a:close/>
              </a:path>
            </a:pathLst>
          </a:custGeom>
          <a:solidFill>
            <a:srgbClr val="C7C6C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88" name="object 188"/>
          <p:cNvSpPr/>
          <p:nvPr/>
        </p:nvSpPr>
        <p:spPr>
          <a:xfrm>
            <a:off x="8448675" y="1340643"/>
            <a:ext cx="9525" cy="9525"/>
          </a:xfrm>
          <a:custGeom>
            <a:avLst/>
            <a:gdLst/>
            <a:ahLst/>
            <a:cxnLst/>
            <a:rect l="l" t="t" r="r" b="b"/>
            <a:pathLst>
              <a:path w="9525" h="9525">
                <a:moveTo>
                  <a:pt x="9525" y="9525"/>
                </a:moveTo>
                <a:lnTo>
                  <a:pt x="0" y="9525"/>
                </a:lnTo>
                <a:lnTo>
                  <a:pt x="0" y="0"/>
                </a:lnTo>
                <a:lnTo>
                  <a:pt x="9525" y="0"/>
                </a:lnTo>
                <a:lnTo>
                  <a:pt x="9525" y="9525"/>
                </a:lnTo>
                <a:close/>
              </a:path>
            </a:pathLst>
          </a:custGeom>
          <a:solidFill>
            <a:srgbClr val="C7C6C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89" name="object 189"/>
          <p:cNvSpPr/>
          <p:nvPr/>
        </p:nvSpPr>
        <p:spPr>
          <a:xfrm>
            <a:off x="8505825" y="1340643"/>
            <a:ext cx="9525" cy="9525"/>
          </a:xfrm>
          <a:custGeom>
            <a:avLst/>
            <a:gdLst/>
            <a:ahLst/>
            <a:cxnLst/>
            <a:rect l="l" t="t" r="r" b="b"/>
            <a:pathLst>
              <a:path w="9525" h="9525">
                <a:moveTo>
                  <a:pt x="9525" y="9525"/>
                </a:moveTo>
                <a:lnTo>
                  <a:pt x="0" y="9525"/>
                </a:lnTo>
                <a:lnTo>
                  <a:pt x="0" y="0"/>
                </a:lnTo>
                <a:lnTo>
                  <a:pt x="9525" y="0"/>
                </a:lnTo>
                <a:lnTo>
                  <a:pt x="9525" y="9525"/>
                </a:lnTo>
                <a:close/>
              </a:path>
            </a:pathLst>
          </a:custGeom>
          <a:solidFill>
            <a:srgbClr val="C7C6C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90" name="object 190"/>
          <p:cNvSpPr/>
          <p:nvPr/>
        </p:nvSpPr>
        <p:spPr>
          <a:xfrm>
            <a:off x="8562975" y="1340643"/>
            <a:ext cx="9525" cy="9525"/>
          </a:xfrm>
          <a:custGeom>
            <a:avLst/>
            <a:gdLst/>
            <a:ahLst/>
            <a:cxnLst/>
            <a:rect l="l" t="t" r="r" b="b"/>
            <a:pathLst>
              <a:path w="9525" h="9525">
                <a:moveTo>
                  <a:pt x="9525" y="9525"/>
                </a:moveTo>
                <a:lnTo>
                  <a:pt x="0" y="9525"/>
                </a:lnTo>
                <a:lnTo>
                  <a:pt x="0" y="0"/>
                </a:lnTo>
                <a:lnTo>
                  <a:pt x="9525" y="0"/>
                </a:lnTo>
                <a:lnTo>
                  <a:pt x="9525" y="9525"/>
                </a:lnTo>
                <a:close/>
              </a:path>
            </a:pathLst>
          </a:custGeom>
          <a:solidFill>
            <a:srgbClr val="C7C6C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91" name="object 191"/>
          <p:cNvSpPr/>
          <p:nvPr/>
        </p:nvSpPr>
        <p:spPr>
          <a:xfrm>
            <a:off x="8620125" y="1340643"/>
            <a:ext cx="9525" cy="9525"/>
          </a:xfrm>
          <a:custGeom>
            <a:avLst/>
            <a:gdLst/>
            <a:ahLst/>
            <a:cxnLst/>
            <a:rect l="l" t="t" r="r" b="b"/>
            <a:pathLst>
              <a:path w="9525" h="9525">
                <a:moveTo>
                  <a:pt x="9525" y="9525"/>
                </a:moveTo>
                <a:lnTo>
                  <a:pt x="0" y="9525"/>
                </a:lnTo>
                <a:lnTo>
                  <a:pt x="0" y="0"/>
                </a:lnTo>
                <a:lnTo>
                  <a:pt x="9525" y="0"/>
                </a:lnTo>
                <a:lnTo>
                  <a:pt x="9525" y="9525"/>
                </a:lnTo>
                <a:close/>
              </a:path>
            </a:pathLst>
          </a:custGeom>
          <a:solidFill>
            <a:srgbClr val="C7C6C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92" name="object 192"/>
          <p:cNvSpPr/>
          <p:nvPr/>
        </p:nvSpPr>
        <p:spPr>
          <a:xfrm>
            <a:off x="8677275" y="1340643"/>
            <a:ext cx="9525" cy="9525"/>
          </a:xfrm>
          <a:custGeom>
            <a:avLst/>
            <a:gdLst/>
            <a:ahLst/>
            <a:cxnLst/>
            <a:rect l="l" t="t" r="r" b="b"/>
            <a:pathLst>
              <a:path w="9525" h="9525">
                <a:moveTo>
                  <a:pt x="9525" y="9525"/>
                </a:moveTo>
                <a:lnTo>
                  <a:pt x="0" y="9525"/>
                </a:lnTo>
                <a:lnTo>
                  <a:pt x="0" y="0"/>
                </a:lnTo>
                <a:lnTo>
                  <a:pt x="9525" y="0"/>
                </a:lnTo>
                <a:lnTo>
                  <a:pt x="9525" y="9525"/>
                </a:lnTo>
                <a:close/>
              </a:path>
            </a:pathLst>
          </a:custGeom>
          <a:solidFill>
            <a:srgbClr val="C7C6C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93" name="object 193"/>
          <p:cNvSpPr/>
          <p:nvPr/>
        </p:nvSpPr>
        <p:spPr>
          <a:xfrm>
            <a:off x="8734425" y="1340643"/>
            <a:ext cx="9525" cy="9525"/>
          </a:xfrm>
          <a:custGeom>
            <a:avLst/>
            <a:gdLst/>
            <a:ahLst/>
            <a:cxnLst/>
            <a:rect l="l" t="t" r="r" b="b"/>
            <a:pathLst>
              <a:path w="9525" h="9525">
                <a:moveTo>
                  <a:pt x="9525" y="9525"/>
                </a:moveTo>
                <a:lnTo>
                  <a:pt x="0" y="9525"/>
                </a:lnTo>
                <a:lnTo>
                  <a:pt x="0" y="0"/>
                </a:lnTo>
                <a:lnTo>
                  <a:pt x="9525" y="0"/>
                </a:lnTo>
                <a:lnTo>
                  <a:pt x="9525" y="9525"/>
                </a:lnTo>
                <a:close/>
              </a:path>
            </a:pathLst>
          </a:custGeom>
          <a:solidFill>
            <a:srgbClr val="C7C6C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94" name="object 194"/>
          <p:cNvSpPr/>
          <p:nvPr/>
        </p:nvSpPr>
        <p:spPr>
          <a:xfrm>
            <a:off x="8791575" y="1340643"/>
            <a:ext cx="9525" cy="9525"/>
          </a:xfrm>
          <a:custGeom>
            <a:avLst/>
            <a:gdLst/>
            <a:ahLst/>
            <a:cxnLst/>
            <a:rect l="l" t="t" r="r" b="b"/>
            <a:pathLst>
              <a:path w="9525" h="9525">
                <a:moveTo>
                  <a:pt x="9525" y="9525"/>
                </a:moveTo>
                <a:lnTo>
                  <a:pt x="0" y="9525"/>
                </a:lnTo>
                <a:lnTo>
                  <a:pt x="0" y="0"/>
                </a:lnTo>
                <a:lnTo>
                  <a:pt x="9525" y="0"/>
                </a:lnTo>
                <a:lnTo>
                  <a:pt x="9525" y="9525"/>
                </a:lnTo>
                <a:close/>
              </a:path>
            </a:pathLst>
          </a:custGeom>
          <a:solidFill>
            <a:srgbClr val="C7C6C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95" name="object 195"/>
          <p:cNvSpPr/>
          <p:nvPr/>
        </p:nvSpPr>
        <p:spPr>
          <a:xfrm>
            <a:off x="8848725" y="1340643"/>
            <a:ext cx="9525" cy="9525"/>
          </a:xfrm>
          <a:custGeom>
            <a:avLst/>
            <a:gdLst/>
            <a:ahLst/>
            <a:cxnLst/>
            <a:rect l="l" t="t" r="r" b="b"/>
            <a:pathLst>
              <a:path w="9525" h="9525">
                <a:moveTo>
                  <a:pt x="9525" y="9525"/>
                </a:moveTo>
                <a:lnTo>
                  <a:pt x="0" y="9525"/>
                </a:lnTo>
                <a:lnTo>
                  <a:pt x="0" y="0"/>
                </a:lnTo>
                <a:lnTo>
                  <a:pt x="9525" y="0"/>
                </a:lnTo>
                <a:lnTo>
                  <a:pt x="9525" y="9525"/>
                </a:lnTo>
                <a:close/>
              </a:path>
            </a:pathLst>
          </a:custGeom>
          <a:solidFill>
            <a:srgbClr val="C7C6C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96" name="object 196"/>
          <p:cNvSpPr/>
          <p:nvPr/>
        </p:nvSpPr>
        <p:spPr>
          <a:xfrm>
            <a:off x="8905875" y="1340643"/>
            <a:ext cx="9525" cy="9525"/>
          </a:xfrm>
          <a:custGeom>
            <a:avLst/>
            <a:gdLst/>
            <a:ahLst/>
            <a:cxnLst/>
            <a:rect l="l" t="t" r="r" b="b"/>
            <a:pathLst>
              <a:path w="9525" h="9525">
                <a:moveTo>
                  <a:pt x="9525" y="9525"/>
                </a:moveTo>
                <a:lnTo>
                  <a:pt x="0" y="9525"/>
                </a:lnTo>
                <a:lnTo>
                  <a:pt x="0" y="0"/>
                </a:lnTo>
                <a:lnTo>
                  <a:pt x="9525" y="0"/>
                </a:lnTo>
                <a:lnTo>
                  <a:pt x="9525" y="9525"/>
                </a:lnTo>
                <a:close/>
              </a:path>
            </a:pathLst>
          </a:custGeom>
          <a:solidFill>
            <a:srgbClr val="C7C6C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97" name="object 197"/>
          <p:cNvSpPr/>
          <p:nvPr/>
        </p:nvSpPr>
        <p:spPr>
          <a:xfrm>
            <a:off x="8963025" y="1340643"/>
            <a:ext cx="9525" cy="9525"/>
          </a:xfrm>
          <a:custGeom>
            <a:avLst/>
            <a:gdLst/>
            <a:ahLst/>
            <a:cxnLst/>
            <a:rect l="l" t="t" r="r" b="b"/>
            <a:pathLst>
              <a:path w="9525" h="9525">
                <a:moveTo>
                  <a:pt x="9525" y="9525"/>
                </a:moveTo>
                <a:lnTo>
                  <a:pt x="0" y="9525"/>
                </a:lnTo>
                <a:lnTo>
                  <a:pt x="0" y="0"/>
                </a:lnTo>
                <a:lnTo>
                  <a:pt x="9525" y="0"/>
                </a:lnTo>
                <a:lnTo>
                  <a:pt x="9525" y="9525"/>
                </a:lnTo>
                <a:close/>
              </a:path>
            </a:pathLst>
          </a:custGeom>
          <a:solidFill>
            <a:srgbClr val="C7C6C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98" name="object 198"/>
          <p:cNvSpPr/>
          <p:nvPr/>
        </p:nvSpPr>
        <p:spPr>
          <a:xfrm>
            <a:off x="9020175" y="1340643"/>
            <a:ext cx="9525" cy="9525"/>
          </a:xfrm>
          <a:custGeom>
            <a:avLst/>
            <a:gdLst/>
            <a:ahLst/>
            <a:cxnLst/>
            <a:rect l="l" t="t" r="r" b="b"/>
            <a:pathLst>
              <a:path w="9525" h="9525">
                <a:moveTo>
                  <a:pt x="9525" y="9525"/>
                </a:moveTo>
                <a:lnTo>
                  <a:pt x="0" y="9525"/>
                </a:lnTo>
                <a:lnTo>
                  <a:pt x="0" y="0"/>
                </a:lnTo>
                <a:lnTo>
                  <a:pt x="9525" y="0"/>
                </a:lnTo>
                <a:lnTo>
                  <a:pt x="9525" y="9525"/>
                </a:lnTo>
                <a:close/>
              </a:path>
            </a:pathLst>
          </a:custGeom>
          <a:solidFill>
            <a:srgbClr val="C7C6C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99" name="object 199"/>
          <p:cNvSpPr/>
          <p:nvPr/>
        </p:nvSpPr>
        <p:spPr>
          <a:xfrm>
            <a:off x="9077325" y="1340643"/>
            <a:ext cx="9525" cy="9525"/>
          </a:xfrm>
          <a:custGeom>
            <a:avLst/>
            <a:gdLst/>
            <a:ahLst/>
            <a:cxnLst/>
            <a:rect l="l" t="t" r="r" b="b"/>
            <a:pathLst>
              <a:path w="9525" h="9525">
                <a:moveTo>
                  <a:pt x="9525" y="9525"/>
                </a:moveTo>
                <a:lnTo>
                  <a:pt x="0" y="9525"/>
                </a:lnTo>
                <a:lnTo>
                  <a:pt x="0" y="0"/>
                </a:lnTo>
                <a:lnTo>
                  <a:pt x="9525" y="0"/>
                </a:lnTo>
                <a:lnTo>
                  <a:pt x="9525" y="9525"/>
                </a:lnTo>
                <a:close/>
              </a:path>
            </a:pathLst>
          </a:custGeom>
          <a:solidFill>
            <a:srgbClr val="C7C6C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00" name="object 200"/>
          <p:cNvSpPr/>
          <p:nvPr/>
        </p:nvSpPr>
        <p:spPr>
          <a:xfrm>
            <a:off x="9134475" y="1340643"/>
            <a:ext cx="9525" cy="9525"/>
          </a:xfrm>
          <a:custGeom>
            <a:avLst/>
            <a:gdLst/>
            <a:ahLst/>
            <a:cxnLst/>
            <a:rect l="l" t="t" r="r" b="b"/>
            <a:pathLst>
              <a:path w="9525" h="9525">
                <a:moveTo>
                  <a:pt x="9525" y="9525"/>
                </a:moveTo>
                <a:lnTo>
                  <a:pt x="0" y="9525"/>
                </a:lnTo>
                <a:lnTo>
                  <a:pt x="0" y="0"/>
                </a:lnTo>
                <a:lnTo>
                  <a:pt x="9525" y="0"/>
                </a:lnTo>
                <a:lnTo>
                  <a:pt x="9525" y="9525"/>
                </a:lnTo>
                <a:close/>
              </a:path>
            </a:pathLst>
          </a:custGeom>
          <a:solidFill>
            <a:srgbClr val="C7C6C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01" name="object 201"/>
          <p:cNvSpPr/>
          <p:nvPr/>
        </p:nvSpPr>
        <p:spPr>
          <a:xfrm>
            <a:off x="9191625" y="1340643"/>
            <a:ext cx="9525" cy="9525"/>
          </a:xfrm>
          <a:custGeom>
            <a:avLst/>
            <a:gdLst/>
            <a:ahLst/>
            <a:cxnLst/>
            <a:rect l="l" t="t" r="r" b="b"/>
            <a:pathLst>
              <a:path w="9525" h="9525">
                <a:moveTo>
                  <a:pt x="9525" y="9525"/>
                </a:moveTo>
                <a:lnTo>
                  <a:pt x="0" y="9525"/>
                </a:lnTo>
                <a:lnTo>
                  <a:pt x="0" y="0"/>
                </a:lnTo>
                <a:lnTo>
                  <a:pt x="9525" y="0"/>
                </a:lnTo>
                <a:lnTo>
                  <a:pt x="9525" y="9525"/>
                </a:lnTo>
                <a:close/>
              </a:path>
            </a:pathLst>
          </a:custGeom>
          <a:solidFill>
            <a:srgbClr val="C7C6C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02" name="object 202"/>
          <p:cNvSpPr/>
          <p:nvPr/>
        </p:nvSpPr>
        <p:spPr>
          <a:xfrm>
            <a:off x="9248775" y="1340643"/>
            <a:ext cx="9525" cy="9525"/>
          </a:xfrm>
          <a:custGeom>
            <a:avLst/>
            <a:gdLst/>
            <a:ahLst/>
            <a:cxnLst/>
            <a:rect l="l" t="t" r="r" b="b"/>
            <a:pathLst>
              <a:path w="9525" h="9525">
                <a:moveTo>
                  <a:pt x="9525" y="9525"/>
                </a:moveTo>
                <a:lnTo>
                  <a:pt x="0" y="9525"/>
                </a:lnTo>
                <a:lnTo>
                  <a:pt x="0" y="0"/>
                </a:lnTo>
                <a:lnTo>
                  <a:pt x="9525" y="0"/>
                </a:lnTo>
                <a:lnTo>
                  <a:pt x="9525" y="9525"/>
                </a:lnTo>
                <a:close/>
              </a:path>
            </a:pathLst>
          </a:custGeom>
          <a:solidFill>
            <a:srgbClr val="C7C6C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03" name="object 203"/>
          <p:cNvSpPr/>
          <p:nvPr/>
        </p:nvSpPr>
        <p:spPr>
          <a:xfrm>
            <a:off x="9305925" y="1340643"/>
            <a:ext cx="9525" cy="9525"/>
          </a:xfrm>
          <a:custGeom>
            <a:avLst/>
            <a:gdLst/>
            <a:ahLst/>
            <a:cxnLst/>
            <a:rect l="l" t="t" r="r" b="b"/>
            <a:pathLst>
              <a:path w="9525" h="9525">
                <a:moveTo>
                  <a:pt x="9525" y="9525"/>
                </a:moveTo>
                <a:lnTo>
                  <a:pt x="0" y="9525"/>
                </a:lnTo>
                <a:lnTo>
                  <a:pt x="0" y="0"/>
                </a:lnTo>
                <a:lnTo>
                  <a:pt x="9525" y="0"/>
                </a:lnTo>
                <a:lnTo>
                  <a:pt x="9525" y="9525"/>
                </a:lnTo>
                <a:close/>
              </a:path>
            </a:pathLst>
          </a:custGeom>
          <a:solidFill>
            <a:srgbClr val="C7C6C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04" name="object 204"/>
          <p:cNvSpPr/>
          <p:nvPr/>
        </p:nvSpPr>
        <p:spPr>
          <a:xfrm>
            <a:off x="9363075" y="1340643"/>
            <a:ext cx="9525" cy="9525"/>
          </a:xfrm>
          <a:custGeom>
            <a:avLst/>
            <a:gdLst/>
            <a:ahLst/>
            <a:cxnLst/>
            <a:rect l="l" t="t" r="r" b="b"/>
            <a:pathLst>
              <a:path w="9525" h="9525">
                <a:moveTo>
                  <a:pt x="9525" y="9525"/>
                </a:moveTo>
                <a:lnTo>
                  <a:pt x="0" y="9525"/>
                </a:lnTo>
                <a:lnTo>
                  <a:pt x="0" y="0"/>
                </a:lnTo>
                <a:lnTo>
                  <a:pt x="9525" y="0"/>
                </a:lnTo>
                <a:lnTo>
                  <a:pt x="9525" y="9525"/>
                </a:lnTo>
                <a:close/>
              </a:path>
            </a:pathLst>
          </a:custGeom>
          <a:solidFill>
            <a:srgbClr val="C7C6C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05" name="object 205"/>
          <p:cNvSpPr/>
          <p:nvPr/>
        </p:nvSpPr>
        <p:spPr>
          <a:xfrm>
            <a:off x="9420225" y="1340643"/>
            <a:ext cx="9525" cy="9525"/>
          </a:xfrm>
          <a:custGeom>
            <a:avLst/>
            <a:gdLst/>
            <a:ahLst/>
            <a:cxnLst/>
            <a:rect l="l" t="t" r="r" b="b"/>
            <a:pathLst>
              <a:path w="9525" h="9525">
                <a:moveTo>
                  <a:pt x="9525" y="9525"/>
                </a:moveTo>
                <a:lnTo>
                  <a:pt x="0" y="9525"/>
                </a:lnTo>
                <a:lnTo>
                  <a:pt x="0" y="0"/>
                </a:lnTo>
                <a:lnTo>
                  <a:pt x="9525" y="0"/>
                </a:lnTo>
                <a:lnTo>
                  <a:pt x="9525" y="9525"/>
                </a:lnTo>
                <a:close/>
              </a:path>
            </a:pathLst>
          </a:custGeom>
          <a:solidFill>
            <a:srgbClr val="C7C6C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06" name="object 206"/>
          <p:cNvSpPr/>
          <p:nvPr/>
        </p:nvSpPr>
        <p:spPr>
          <a:xfrm>
            <a:off x="9477375" y="1340643"/>
            <a:ext cx="9525" cy="9525"/>
          </a:xfrm>
          <a:custGeom>
            <a:avLst/>
            <a:gdLst/>
            <a:ahLst/>
            <a:cxnLst/>
            <a:rect l="l" t="t" r="r" b="b"/>
            <a:pathLst>
              <a:path w="9525" h="9525">
                <a:moveTo>
                  <a:pt x="9525" y="9525"/>
                </a:moveTo>
                <a:lnTo>
                  <a:pt x="0" y="9525"/>
                </a:lnTo>
                <a:lnTo>
                  <a:pt x="0" y="0"/>
                </a:lnTo>
                <a:lnTo>
                  <a:pt x="9525" y="0"/>
                </a:lnTo>
                <a:lnTo>
                  <a:pt x="9525" y="9525"/>
                </a:lnTo>
                <a:close/>
              </a:path>
            </a:pathLst>
          </a:custGeom>
          <a:solidFill>
            <a:srgbClr val="C7C6C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07" name="object 207"/>
          <p:cNvSpPr/>
          <p:nvPr/>
        </p:nvSpPr>
        <p:spPr>
          <a:xfrm>
            <a:off x="9534525" y="1340643"/>
            <a:ext cx="9525" cy="9525"/>
          </a:xfrm>
          <a:custGeom>
            <a:avLst/>
            <a:gdLst/>
            <a:ahLst/>
            <a:cxnLst/>
            <a:rect l="l" t="t" r="r" b="b"/>
            <a:pathLst>
              <a:path w="9525" h="9525">
                <a:moveTo>
                  <a:pt x="9525" y="9525"/>
                </a:moveTo>
                <a:lnTo>
                  <a:pt x="0" y="9525"/>
                </a:lnTo>
                <a:lnTo>
                  <a:pt x="0" y="0"/>
                </a:lnTo>
                <a:lnTo>
                  <a:pt x="9525" y="0"/>
                </a:lnTo>
                <a:lnTo>
                  <a:pt x="9525" y="9525"/>
                </a:lnTo>
                <a:close/>
              </a:path>
            </a:pathLst>
          </a:custGeom>
          <a:solidFill>
            <a:srgbClr val="C7C6C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08" name="object 208"/>
          <p:cNvSpPr/>
          <p:nvPr/>
        </p:nvSpPr>
        <p:spPr>
          <a:xfrm>
            <a:off x="9591675" y="1340643"/>
            <a:ext cx="9525" cy="9525"/>
          </a:xfrm>
          <a:custGeom>
            <a:avLst/>
            <a:gdLst/>
            <a:ahLst/>
            <a:cxnLst/>
            <a:rect l="l" t="t" r="r" b="b"/>
            <a:pathLst>
              <a:path w="9525" h="9525">
                <a:moveTo>
                  <a:pt x="9525" y="9525"/>
                </a:moveTo>
                <a:lnTo>
                  <a:pt x="0" y="9525"/>
                </a:lnTo>
                <a:lnTo>
                  <a:pt x="0" y="0"/>
                </a:lnTo>
                <a:lnTo>
                  <a:pt x="9525" y="0"/>
                </a:lnTo>
                <a:lnTo>
                  <a:pt x="9525" y="9525"/>
                </a:lnTo>
                <a:close/>
              </a:path>
            </a:pathLst>
          </a:custGeom>
          <a:solidFill>
            <a:srgbClr val="C7C6C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09" name="object 209"/>
          <p:cNvSpPr/>
          <p:nvPr/>
        </p:nvSpPr>
        <p:spPr>
          <a:xfrm>
            <a:off x="9648825" y="1340643"/>
            <a:ext cx="9525" cy="9525"/>
          </a:xfrm>
          <a:custGeom>
            <a:avLst/>
            <a:gdLst/>
            <a:ahLst/>
            <a:cxnLst/>
            <a:rect l="l" t="t" r="r" b="b"/>
            <a:pathLst>
              <a:path w="9525" h="9525">
                <a:moveTo>
                  <a:pt x="9525" y="9525"/>
                </a:moveTo>
                <a:lnTo>
                  <a:pt x="0" y="9525"/>
                </a:lnTo>
                <a:lnTo>
                  <a:pt x="0" y="0"/>
                </a:lnTo>
                <a:lnTo>
                  <a:pt x="9525" y="0"/>
                </a:lnTo>
                <a:lnTo>
                  <a:pt x="9525" y="9525"/>
                </a:lnTo>
                <a:close/>
              </a:path>
            </a:pathLst>
          </a:custGeom>
          <a:solidFill>
            <a:srgbClr val="C7C6C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10" name="object 210"/>
          <p:cNvSpPr/>
          <p:nvPr/>
        </p:nvSpPr>
        <p:spPr>
          <a:xfrm>
            <a:off x="9705975" y="1340643"/>
            <a:ext cx="9525" cy="9525"/>
          </a:xfrm>
          <a:custGeom>
            <a:avLst/>
            <a:gdLst/>
            <a:ahLst/>
            <a:cxnLst/>
            <a:rect l="l" t="t" r="r" b="b"/>
            <a:pathLst>
              <a:path w="9525" h="9525">
                <a:moveTo>
                  <a:pt x="9525" y="9525"/>
                </a:moveTo>
                <a:lnTo>
                  <a:pt x="0" y="9525"/>
                </a:lnTo>
                <a:lnTo>
                  <a:pt x="0" y="0"/>
                </a:lnTo>
                <a:lnTo>
                  <a:pt x="9525" y="0"/>
                </a:lnTo>
                <a:lnTo>
                  <a:pt x="9525" y="9525"/>
                </a:lnTo>
                <a:close/>
              </a:path>
            </a:pathLst>
          </a:custGeom>
          <a:solidFill>
            <a:srgbClr val="C7C6C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11" name="object 211"/>
          <p:cNvSpPr/>
          <p:nvPr/>
        </p:nvSpPr>
        <p:spPr>
          <a:xfrm>
            <a:off x="9763125" y="1340643"/>
            <a:ext cx="9525" cy="9525"/>
          </a:xfrm>
          <a:custGeom>
            <a:avLst/>
            <a:gdLst/>
            <a:ahLst/>
            <a:cxnLst/>
            <a:rect l="l" t="t" r="r" b="b"/>
            <a:pathLst>
              <a:path w="9525" h="9525">
                <a:moveTo>
                  <a:pt x="9525" y="9525"/>
                </a:moveTo>
                <a:lnTo>
                  <a:pt x="0" y="9525"/>
                </a:lnTo>
                <a:lnTo>
                  <a:pt x="0" y="0"/>
                </a:lnTo>
                <a:lnTo>
                  <a:pt x="9525" y="0"/>
                </a:lnTo>
                <a:lnTo>
                  <a:pt x="9525" y="9525"/>
                </a:lnTo>
                <a:close/>
              </a:path>
            </a:pathLst>
          </a:custGeom>
          <a:solidFill>
            <a:srgbClr val="C7C6C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12" name="object 212"/>
          <p:cNvSpPr/>
          <p:nvPr/>
        </p:nvSpPr>
        <p:spPr>
          <a:xfrm>
            <a:off x="9820275" y="1340643"/>
            <a:ext cx="9525" cy="9525"/>
          </a:xfrm>
          <a:custGeom>
            <a:avLst/>
            <a:gdLst/>
            <a:ahLst/>
            <a:cxnLst/>
            <a:rect l="l" t="t" r="r" b="b"/>
            <a:pathLst>
              <a:path w="9525" h="9525">
                <a:moveTo>
                  <a:pt x="9525" y="9525"/>
                </a:moveTo>
                <a:lnTo>
                  <a:pt x="0" y="9525"/>
                </a:lnTo>
                <a:lnTo>
                  <a:pt x="0" y="0"/>
                </a:lnTo>
                <a:lnTo>
                  <a:pt x="9525" y="0"/>
                </a:lnTo>
                <a:lnTo>
                  <a:pt x="9525" y="9525"/>
                </a:lnTo>
                <a:close/>
              </a:path>
            </a:pathLst>
          </a:custGeom>
          <a:solidFill>
            <a:srgbClr val="C7C6C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13" name="object 213"/>
          <p:cNvSpPr txBox="1"/>
          <p:nvPr/>
        </p:nvSpPr>
        <p:spPr>
          <a:xfrm>
            <a:off x="7089229" y="1255017"/>
            <a:ext cx="305435" cy="1625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900" spc="-10" dirty="0">
                <a:solidFill>
                  <a:srgbClr val="605D5C"/>
                </a:solidFill>
                <a:latin typeface="Segoe UI"/>
                <a:cs typeface="Segoe UI"/>
              </a:rPr>
              <a:t>0.5bn</a:t>
            </a:r>
            <a:endParaRPr sz="900">
              <a:latin typeface="Segoe UI"/>
              <a:cs typeface="Segoe UI"/>
            </a:endParaRPr>
          </a:p>
        </p:txBody>
      </p:sp>
      <p:sp>
        <p:nvSpPr>
          <p:cNvPr id="214" name="object 214"/>
          <p:cNvSpPr txBox="1"/>
          <p:nvPr/>
        </p:nvSpPr>
        <p:spPr>
          <a:xfrm>
            <a:off x="8456513" y="2444750"/>
            <a:ext cx="432434" cy="1625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900" spc="-55" dirty="0">
                <a:solidFill>
                  <a:srgbClr val="252423"/>
                </a:solidFill>
                <a:latin typeface="Tahoma"/>
                <a:cs typeface="Tahoma"/>
              </a:rPr>
              <a:t>pc_name</a:t>
            </a:r>
            <a:endParaRPr sz="900">
              <a:latin typeface="Tahoma"/>
              <a:cs typeface="Tahoma"/>
            </a:endParaRPr>
          </a:p>
        </p:txBody>
      </p:sp>
      <p:sp>
        <p:nvSpPr>
          <p:cNvPr id="215" name="object 215"/>
          <p:cNvSpPr txBox="1"/>
          <p:nvPr/>
        </p:nvSpPr>
        <p:spPr>
          <a:xfrm>
            <a:off x="6918159" y="982197"/>
            <a:ext cx="139700" cy="950594"/>
          </a:xfrm>
          <a:prstGeom prst="rect">
            <a:avLst/>
          </a:prstGeom>
        </p:spPr>
        <p:txBody>
          <a:bodyPr vert="vert270" wrap="square" lIns="0" tIns="0" rIns="0" bIns="0" rtlCol="0">
            <a:spAutoFit/>
          </a:bodyPr>
          <a:lstStyle/>
          <a:p>
            <a:pPr marL="12700">
              <a:lnSpc>
                <a:spcPts val="980"/>
              </a:lnSpc>
            </a:pPr>
            <a:r>
              <a:rPr sz="900" spc="-55" dirty="0">
                <a:solidFill>
                  <a:srgbClr val="252423"/>
                </a:solidFill>
                <a:latin typeface="Tahoma"/>
                <a:cs typeface="Tahoma"/>
              </a:rPr>
              <a:t>Sum</a:t>
            </a:r>
            <a:r>
              <a:rPr sz="900" spc="-45" dirty="0">
                <a:solidFill>
                  <a:srgbClr val="252423"/>
                </a:solidFill>
                <a:latin typeface="Tahoma"/>
                <a:cs typeface="Tahoma"/>
              </a:rPr>
              <a:t> </a:t>
            </a:r>
            <a:r>
              <a:rPr sz="900" spc="-55" dirty="0">
                <a:solidFill>
                  <a:srgbClr val="252423"/>
                </a:solidFill>
                <a:latin typeface="Tahoma"/>
                <a:cs typeface="Tahoma"/>
              </a:rPr>
              <a:t>of</a:t>
            </a:r>
            <a:r>
              <a:rPr sz="900" spc="-40" dirty="0">
                <a:solidFill>
                  <a:srgbClr val="252423"/>
                </a:solidFill>
                <a:latin typeface="Tahoma"/>
                <a:cs typeface="Tahoma"/>
              </a:rPr>
              <a:t> </a:t>
            </a:r>
            <a:r>
              <a:rPr sz="900" spc="-35" dirty="0">
                <a:solidFill>
                  <a:srgbClr val="252423"/>
                </a:solidFill>
                <a:latin typeface="Tahoma"/>
                <a:cs typeface="Tahoma"/>
              </a:rPr>
              <a:t>totvotpoll</a:t>
            </a:r>
            <a:r>
              <a:rPr sz="900" spc="-40" dirty="0">
                <a:solidFill>
                  <a:srgbClr val="252423"/>
                </a:solidFill>
                <a:latin typeface="Tahoma"/>
                <a:cs typeface="Tahoma"/>
              </a:rPr>
              <a:t> </a:t>
            </a:r>
            <a:r>
              <a:rPr sz="900" spc="-125" dirty="0">
                <a:solidFill>
                  <a:srgbClr val="252423"/>
                </a:solidFill>
                <a:latin typeface="Tahoma"/>
                <a:cs typeface="Tahoma"/>
              </a:rPr>
              <a:t>a…</a:t>
            </a:r>
            <a:endParaRPr sz="900">
              <a:latin typeface="Tahoma"/>
              <a:cs typeface="Tahoma"/>
            </a:endParaRPr>
          </a:p>
        </p:txBody>
      </p:sp>
      <p:sp>
        <p:nvSpPr>
          <p:cNvPr id="216" name="object 216"/>
          <p:cNvSpPr txBox="1"/>
          <p:nvPr/>
        </p:nvSpPr>
        <p:spPr>
          <a:xfrm>
            <a:off x="7546000" y="1971625"/>
            <a:ext cx="2239010" cy="393065"/>
          </a:xfrm>
          <a:prstGeom prst="rect">
            <a:avLst/>
          </a:prstGeom>
        </p:spPr>
        <p:txBody>
          <a:bodyPr vert="vert270" wrap="square" lIns="0" tIns="21590" rIns="0" bIns="0" rtlCol="0">
            <a:spAutoFit/>
          </a:bodyPr>
          <a:lstStyle/>
          <a:p>
            <a:pPr marL="59690">
              <a:lnSpc>
                <a:spcPct val="100000"/>
              </a:lnSpc>
              <a:spcBef>
                <a:spcPts val="170"/>
              </a:spcBef>
            </a:pPr>
            <a:r>
              <a:rPr sz="900" spc="-10" dirty="0">
                <a:solidFill>
                  <a:srgbClr val="605D5C"/>
                </a:solidFill>
                <a:latin typeface="Segoe UI"/>
                <a:cs typeface="Segoe UI"/>
              </a:rPr>
              <a:t>Aura…</a:t>
            </a:r>
            <a:endParaRPr sz="900">
              <a:latin typeface="Segoe UI"/>
              <a:cs typeface="Segoe UI"/>
            </a:endParaRPr>
          </a:p>
          <a:p>
            <a:pPr marL="12700" marR="5080" indent="-635" algn="just">
              <a:lnSpc>
                <a:spcPct val="150300"/>
              </a:lnSpc>
            </a:pPr>
            <a:r>
              <a:rPr sz="900" spc="-20" dirty="0">
                <a:solidFill>
                  <a:srgbClr val="605D5C"/>
                </a:solidFill>
                <a:latin typeface="Segoe UI"/>
                <a:cs typeface="Segoe UI"/>
              </a:rPr>
              <a:t>Maha… </a:t>
            </a:r>
            <a:r>
              <a:rPr sz="900" spc="-10" dirty="0">
                <a:solidFill>
                  <a:srgbClr val="605D5C"/>
                </a:solidFill>
                <a:latin typeface="Segoe UI"/>
                <a:cs typeface="Segoe UI"/>
              </a:rPr>
              <a:t>Hami… </a:t>
            </a:r>
            <a:r>
              <a:rPr sz="900" dirty="0">
                <a:solidFill>
                  <a:srgbClr val="605D5C"/>
                </a:solidFill>
                <a:latin typeface="Segoe UI"/>
                <a:cs typeface="Segoe UI"/>
              </a:rPr>
              <a:t>Dum </a:t>
            </a:r>
            <a:r>
              <a:rPr sz="900" spc="-50" dirty="0">
                <a:solidFill>
                  <a:srgbClr val="605D5C"/>
                </a:solidFill>
                <a:latin typeface="Segoe UI"/>
                <a:cs typeface="Segoe UI"/>
              </a:rPr>
              <a:t>…</a:t>
            </a:r>
            <a:r>
              <a:rPr sz="900" spc="-10" dirty="0">
                <a:solidFill>
                  <a:srgbClr val="605D5C"/>
                </a:solidFill>
                <a:latin typeface="Segoe UI"/>
                <a:cs typeface="Segoe UI"/>
              </a:rPr>
              <a:t> Barasat Jadav… Aram… Tamluk Cooc… Murs… Hoog…</a:t>
            </a:r>
            <a:endParaRPr sz="900">
              <a:latin typeface="Segoe UI"/>
              <a:cs typeface="Segoe UI"/>
            </a:endParaRPr>
          </a:p>
        </p:txBody>
      </p:sp>
      <p:grpSp>
        <p:nvGrpSpPr>
          <p:cNvPr id="217" name="object 217"/>
          <p:cNvGrpSpPr/>
          <p:nvPr/>
        </p:nvGrpSpPr>
        <p:grpSpPr>
          <a:xfrm>
            <a:off x="7559565" y="1482447"/>
            <a:ext cx="2213610" cy="441959"/>
            <a:chOff x="7559565" y="1482447"/>
            <a:chExt cx="2213610" cy="441959"/>
          </a:xfrm>
        </p:grpSpPr>
        <p:sp>
          <p:nvSpPr>
            <p:cNvPr id="218" name="object 218"/>
            <p:cNvSpPr/>
            <p:nvPr/>
          </p:nvSpPr>
          <p:spPr>
            <a:xfrm>
              <a:off x="7559565" y="1915993"/>
              <a:ext cx="2137410" cy="0"/>
            </a:xfrm>
            <a:custGeom>
              <a:avLst/>
              <a:gdLst/>
              <a:ahLst/>
              <a:cxnLst/>
              <a:rect l="l" t="t" r="r" b="b"/>
              <a:pathLst>
                <a:path w="2137409">
                  <a:moveTo>
                    <a:pt x="0" y="0"/>
                  </a:moveTo>
                  <a:lnTo>
                    <a:pt x="2137212" y="0"/>
                  </a:lnTo>
                </a:path>
              </a:pathLst>
            </a:custGeom>
            <a:ln w="16112">
              <a:solidFill>
                <a:srgbClr val="118CFF"/>
              </a:solidFill>
              <a:prstDash val="dash"/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19" name="object 219"/>
            <p:cNvSpPr/>
            <p:nvPr/>
          </p:nvSpPr>
          <p:spPr>
            <a:xfrm>
              <a:off x="7635760" y="1482458"/>
              <a:ext cx="2137410" cy="441959"/>
            </a:xfrm>
            <a:custGeom>
              <a:avLst/>
              <a:gdLst/>
              <a:ahLst/>
              <a:cxnLst/>
              <a:rect l="l" t="t" r="r" b="b"/>
              <a:pathLst>
                <a:path w="2137409" h="441960">
                  <a:moveTo>
                    <a:pt x="76200" y="0"/>
                  </a:moveTo>
                  <a:lnTo>
                    <a:pt x="0" y="0"/>
                  </a:lnTo>
                  <a:lnTo>
                    <a:pt x="0" y="441604"/>
                  </a:lnTo>
                  <a:lnTo>
                    <a:pt x="76200" y="441604"/>
                  </a:lnTo>
                  <a:lnTo>
                    <a:pt x="76200" y="0"/>
                  </a:lnTo>
                  <a:close/>
                </a:path>
                <a:path w="2137409" h="441960">
                  <a:moveTo>
                    <a:pt x="282295" y="71221"/>
                  </a:moveTo>
                  <a:lnTo>
                    <a:pt x="206095" y="71221"/>
                  </a:lnTo>
                  <a:lnTo>
                    <a:pt x="206095" y="441604"/>
                  </a:lnTo>
                  <a:lnTo>
                    <a:pt x="282295" y="441604"/>
                  </a:lnTo>
                  <a:lnTo>
                    <a:pt x="282295" y="71221"/>
                  </a:lnTo>
                  <a:close/>
                </a:path>
                <a:path w="2137409" h="441960">
                  <a:moveTo>
                    <a:pt x="488403" y="123266"/>
                  </a:moveTo>
                  <a:lnTo>
                    <a:pt x="412203" y="123266"/>
                  </a:lnTo>
                  <a:lnTo>
                    <a:pt x="412203" y="441604"/>
                  </a:lnTo>
                  <a:lnTo>
                    <a:pt x="488403" y="441604"/>
                  </a:lnTo>
                  <a:lnTo>
                    <a:pt x="488403" y="123266"/>
                  </a:lnTo>
                  <a:close/>
                </a:path>
                <a:path w="2137409" h="441960">
                  <a:moveTo>
                    <a:pt x="694499" y="323824"/>
                  </a:moveTo>
                  <a:lnTo>
                    <a:pt x="618299" y="323824"/>
                  </a:lnTo>
                  <a:lnTo>
                    <a:pt x="618299" y="441604"/>
                  </a:lnTo>
                  <a:lnTo>
                    <a:pt x="694499" y="441604"/>
                  </a:lnTo>
                  <a:lnTo>
                    <a:pt x="694499" y="323824"/>
                  </a:lnTo>
                  <a:close/>
                </a:path>
                <a:path w="2137409" h="441960">
                  <a:moveTo>
                    <a:pt x="900607" y="309994"/>
                  </a:moveTo>
                  <a:lnTo>
                    <a:pt x="824407" y="309994"/>
                  </a:lnTo>
                  <a:lnTo>
                    <a:pt x="824407" y="441604"/>
                  </a:lnTo>
                  <a:lnTo>
                    <a:pt x="900607" y="441604"/>
                  </a:lnTo>
                  <a:lnTo>
                    <a:pt x="900607" y="309994"/>
                  </a:lnTo>
                  <a:close/>
                </a:path>
                <a:path w="2137409" h="441960">
                  <a:moveTo>
                    <a:pt x="1106703" y="297942"/>
                  </a:moveTo>
                  <a:lnTo>
                    <a:pt x="1030503" y="297942"/>
                  </a:lnTo>
                  <a:lnTo>
                    <a:pt x="1030503" y="441604"/>
                  </a:lnTo>
                  <a:lnTo>
                    <a:pt x="1106703" y="441604"/>
                  </a:lnTo>
                  <a:lnTo>
                    <a:pt x="1106703" y="297942"/>
                  </a:lnTo>
                  <a:close/>
                </a:path>
                <a:path w="2137409" h="441960">
                  <a:moveTo>
                    <a:pt x="1312811" y="381736"/>
                  </a:moveTo>
                  <a:lnTo>
                    <a:pt x="1236611" y="381736"/>
                  </a:lnTo>
                  <a:lnTo>
                    <a:pt x="1236611" y="441604"/>
                  </a:lnTo>
                  <a:lnTo>
                    <a:pt x="1312811" y="441604"/>
                  </a:lnTo>
                  <a:lnTo>
                    <a:pt x="1312811" y="381736"/>
                  </a:lnTo>
                  <a:close/>
                </a:path>
                <a:path w="2137409" h="441960">
                  <a:moveTo>
                    <a:pt x="1518907" y="346202"/>
                  </a:moveTo>
                  <a:lnTo>
                    <a:pt x="1442707" y="346202"/>
                  </a:lnTo>
                  <a:lnTo>
                    <a:pt x="1442707" y="441604"/>
                  </a:lnTo>
                  <a:lnTo>
                    <a:pt x="1518907" y="441604"/>
                  </a:lnTo>
                  <a:lnTo>
                    <a:pt x="1518907" y="346202"/>
                  </a:lnTo>
                  <a:close/>
                </a:path>
                <a:path w="2137409" h="441960">
                  <a:moveTo>
                    <a:pt x="1725002" y="343954"/>
                  </a:moveTo>
                  <a:lnTo>
                    <a:pt x="1648802" y="343954"/>
                  </a:lnTo>
                  <a:lnTo>
                    <a:pt x="1648802" y="441604"/>
                  </a:lnTo>
                  <a:lnTo>
                    <a:pt x="1725002" y="441604"/>
                  </a:lnTo>
                  <a:lnTo>
                    <a:pt x="1725002" y="343954"/>
                  </a:lnTo>
                  <a:close/>
                </a:path>
                <a:path w="2137409" h="441960">
                  <a:moveTo>
                    <a:pt x="1931111" y="315556"/>
                  </a:moveTo>
                  <a:lnTo>
                    <a:pt x="1854911" y="315556"/>
                  </a:lnTo>
                  <a:lnTo>
                    <a:pt x="1854911" y="441604"/>
                  </a:lnTo>
                  <a:lnTo>
                    <a:pt x="1931111" y="441604"/>
                  </a:lnTo>
                  <a:lnTo>
                    <a:pt x="1931111" y="315556"/>
                  </a:lnTo>
                  <a:close/>
                </a:path>
                <a:path w="2137409" h="441960">
                  <a:moveTo>
                    <a:pt x="2137206" y="348996"/>
                  </a:moveTo>
                  <a:lnTo>
                    <a:pt x="2061006" y="348996"/>
                  </a:lnTo>
                  <a:lnTo>
                    <a:pt x="2061006" y="441604"/>
                  </a:lnTo>
                  <a:lnTo>
                    <a:pt x="2137206" y="441604"/>
                  </a:lnTo>
                  <a:lnTo>
                    <a:pt x="2137206" y="348996"/>
                  </a:lnTo>
                  <a:close/>
                </a:path>
              </a:pathLst>
            </a:custGeom>
            <a:solidFill>
              <a:srgbClr val="12239D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220" name="object 220"/>
          <p:cNvGrpSpPr/>
          <p:nvPr/>
        </p:nvGrpSpPr>
        <p:grpSpPr>
          <a:xfrm>
            <a:off x="7472362" y="2586037"/>
            <a:ext cx="2395855" cy="85725"/>
            <a:chOff x="7472362" y="2586037"/>
            <a:chExt cx="2395855" cy="85725"/>
          </a:xfrm>
        </p:grpSpPr>
        <p:sp>
          <p:nvSpPr>
            <p:cNvPr id="221" name="object 221"/>
            <p:cNvSpPr/>
            <p:nvPr/>
          </p:nvSpPr>
          <p:spPr>
            <a:xfrm>
              <a:off x="7477125" y="2590800"/>
              <a:ext cx="2390775" cy="76200"/>
            </a:xfrm>
            <a:custGeom>
              <a:avLst/>
              <a:gdLst/>
              <a:ahLst/>
              <a:cxnLst/>
              <a:rect l="l" t="t" r="r" b="b"/>
              <a:pathLst>
                <a:path w="2390775" h="76200">
                  <a:moveTo>
                    <a:pt x="2357727" y="76199"/>
                  </a:moveTo>
                  <a:lnTo>
                    <a:pt x="33047" y="76199"/>
                  </a:lnTo>
                  <a:lnTo>
                    <a:pt x="28187" y="75233"/>
                  </a:lnTo>
                  <a:lnTo>
                    <a:pt x="966" y="48012"/>
                  </a:lnTo>
                  <a:lnTo>
                    <a:pt x="0" y="43152"/>
                  </a:lnTo>
                  <a:lnTo>
                    <a:pt x="0" y="33047"/>
                  </a:lnTo>
                  <a:lnTo>
                    <a:pt x="28187" y="966"/>
                  </a:lnTo>
                  <a:lnTo>
                    <a:pt x="33047" y="0"/>
                  </a:lnTo>
                  <a:lnTo>
                    <a:pt x="38100" y="0"/>
                  </a:lnTo>
                  <a:lnTo>
                    <a:pt x="2357727" y="0"/>
                  </a:lnTo>
                  <a:lnTo>
                    <a:pt x="2389807" y="28187"/>
                  </a:lnTo>
                  <a:lnTo>
                    <a:pt x="2390774" y="33047"/>
                  </a:lnTo>
                  <a:lnTo>
                    <a:pt x="2390774" y="43152"/>
                  </a:lnTo>
                  <a:lnTo>
                    <a:pt x="2362587" y="75233"/>
                  </a:lnTo>
                  <a:lnTo>
                    <a:pt x="2357727" y="76199"/>
                  </a:lnTo>
                  <a:close/>
                </a:path>
              </a:pathLst>
            </a:custGeom>
            <a:solidFill>
              <a:srgbClr val="E1E1E1">
                <a:alpha val="50000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22" name="object 222"/>
            <p:cNvSpPr/>
            <p:nvPr/>
          </p:nvSpPr>
          <p:spPr>
            <a:xfrm>
              <a:off x="7477125" y="2590800"/>
              <a:ext cx="36830" cy="76200"/>
            </a:xfrm>
            <a:custGeom>
              <a:avLst/>
              <a:gdLst/>
              <a:ahLst/>
              <a:cxnLst/>
              <a:rect l="l" t="t" r="r" b="b"/>
              <a:pathLst>
                <a:path w="36829" h="76200">
                  <a:moveTo>
                    <a:pt x="20585" y="76199"/>
                  </a:moveTo>
                  <a:lnTo>
                    <a:pt x="15764" y="76199"/>
                  </a:lnTo>
                  <a:lnTo>
                    <a:pt x="13446" y="75233"/>
                  </a:lnTo>
                  <a:lnTo>
                    <a:pt x="0" y="43152"/>
                  </a:lnTo>
                  <a:lnTo>
                    <a:pt x="0" y="33047"/>
                  </a:lnTo>
                  <a:lnTo>
                    <a:pt x="15764" y="0"/>
                  </a:lnTo>
                  <a:lnTo>
                    <a:pt x="18175" y="0"/>
                  </a:lnTo>
                  <a:lnTo>
                    <a:pt x="20585" y="0"/>
                  </a:lnTo>
                  <a:lnTo>
                    <a:pt x="36350" y="33047"/>
                  </a:lnTo>
                  <a:lnTo>
                    <a:pt x="36350" y="43152"/>
                  </a:lnTo>
                  <a:lnTo>
                    <a:pt x="22903" y="75233"/>
                  </a:lnTo>
                  <a:lnTo>
                    <a:pt x="20585" y="76199"/>
                  </a:lnTo>
                  <a:close/>
                </a:path>
              </a:pathLst>
            </a:custGeom>
            <a:solidFill>
              <a:srgbClr val="000000">
                <a:alpha val="23999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23" name="object 223"/>
            <p:cNvSpPr/>
            <p:nvPr/>
          </p:nvSpPr>
          <p:spPr>
            <a:xfrm>
              <a:off x="7477125" y="2590800"/>
              <a:ext cx="36830" cy="76200"/>
            </a:xfrm>
            <a:custGeom>
              <a:avLst/>
              <a:gdLst/>
              <a:ahLst/>
              <a:cxnLst/>
              <a:rect l="l" t="t" r="r" b="b"/>
              <a:pathLst>
                <a:path w="36829" h="76200">
                  <a:moveTo>
                    <a:pt x="18175" y="0"/>
                  </a:moveTo>
                  <a:lnTo>
                    <a:pt x="20585" y="0"/>
                  </a:lnTo>
                  <a:lnTo>
                    <a:pt x="22903" y="966"/>
                  </a:lnTo>
                  <a:lnTo>
                    <a:pt x="25130" y="2900"/>
                  </a:lnTo>
                  <a:lnTo>
                    <a:pt x="27357" y="4833"/>
                  </a:lnTo>
                  <a:lnTo>
                    <a:pt x="36350" y="38100"/>
                  </a:lnTo>
                  <a:lnTo>
                    <a:pt x="36350" y="43152"/>
                  </a:lnTo>
                  <a:lnTo>
                    <a:pt x="35889" y="48012"/>
                  </a:lnTo>
                  <a:lnTo>
                    <a:pt x="34966" y="52680"/>
                  </a:lnTo>
                  <a:lnTo>
                    <a:pt x="34044" y="57348"/>
                  </a:lnTo>
                  <a:lnTo>
                    <a:pt x="25130" y="73299"/>
                  </a:lnTo>
                  <a:lnTo>
                    <a:pt x="22903" y="75233"/>
                  </a:lnTo>
                  <a:lnTo>
                    <a:pt x="20585" y="76199"/>
                  </a:lnTo>
                  <a:lnTo>
                    <a:pt x="18175" y="76200"/>
                  </a:lnTo>
                  <a:lnTo>
                    <a:pt x="15764" y="76199"/>
                  </a:lnTo>
                  <a:lnTo>
                    <a:pt x="13446" y="75233"/>
                  </a:lnTo>
                  <a:lnTo>
                    <a:pt x="11219" y="73299"/>
                  </a:lnTo>
                  <a:lnTo>
                    <a:pt x="8993" y="71366"/>
                  </a:lnTo>
                  <a:lnTo>
                    <a:pt x="0" y="43152"/>
                  </a:lnTo>
                  <a:lnTo>
                    <a:pt x="0" y="38100"/>
                  </a:lnTo>
                  <a:lnTo>
                    <a:pt x="0" y="33047"/>
                  </a:lnTo>
                  <a:lnTo>
                    <a:pt x="5323" y="11159"/>
                  </a:lnTo>
                  <a:lnTo>
                    <a:pt x="7027" y="7586"/>
                  </a:lnTo>
                  <a:lnTo>
                    <a:pt x="8993" y="4833"/>
                  </a:lnTo>
                  <a:lnTo>
                    <a:pt x="11219" y="2900"/>
                  </a:lnTo>
                  <a:lnTo>
                    <a:pt x="13446" y="966"/>
                  </a:lnTo>
                  <a:lnTo>
                    <a:pt x="15764" y="0"/>
                  </a:lnTo>
                  <a:lnTo>
                    <a:pt x="18175" y="0"/>
                  </a:lnTo>
                  <a:close/>
                </a:path>
              </a:pathLst>
            </a:custGeom>
            <a:ln w="9525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pic>
        <p:nvPicPr>
          <p:cNvPr id="224" name="object 224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6941820" y="729234"/>
            <a:ext cx="95249" cy="95249"/>
          </a:xfrm>
          <a:prstGeom prst="rect">
            <a:avLst/>
          </a:prstGeom>
        </p:spPr>
      </p:pic>
      <p:pic>
        <p:nvPicPr>
          <p:cNvPr id="225" name="object 225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7989570" y="729234"/>
            <a:ext cx="95249" cy="95249"/>
          </a:xfrm>
          <a:prstGeom prst="rect">
            <a:avLst/>
          </a:prstGeom>
        </p:spPr>
      </p:pic>
      <p:sp>
        <p:nvSpPr>
          <p:cNvPr id="226" name="object 226"/>
          <p:cNvSpPr txBox="1"/>
          <p:nvPr/>
        </p:nvSpPr>
        <p:spPr>
          <a:xfrm>
            <a:off x="6921500" y="190563"/>
            <a:ext cx="2918460" cy="664210"/>
          </a:xfrm>
          <a:prstGeom prst="rect">
            <a:avLst/>
          </a:prstGeom>
        </p:spPr>
        <p:txBody>
          <a:bodyPr vert="horz" wrap="square" lIns="0" tIns="45085" rIns="0" bIns="0" rtlCol="0">
            <a:spAutoFit/>
          </a:bodyPr>
          <a:lstStyle/>
          <a:p>
            <a:pPr marL="12700" marR="5080">
              <a:lnSpc>
                <a:spcPts val="1430"/>
              </a:lnSpc>
              <a:spcBef>
                <a:spcPts val="355"/>
              </a:spcBef>
            </a:pPr>
            <a:r>
              <a:rPr sz="1400" spc="-80" dirty="0">
                <a:solidFill>
                  <a:srgbClr val="252423"/>
                </a:solidFill>
                <a:latin typeface="Tahoma"/>
                <a:cs typeface="Tahoma"/>
              </a:rPr>
              <a:t>Sum </a:t>
            </a:r>
            <a:r>
              <a:rPr sz="1400" spc="-85" dirty="0">
                <a:solidFill>
                  <a:srgbClr val="252423"/>
                </a:solidFill>
                <a:latin typeface="Tahoma"/>
                <a:cs typeface="Tahoma"/>
              </a:rPr>
              <a:t>of</a:t>
            </a:r>
            <a:r>
              <a:rPr sz="1400" spc="-80" dirty="0">
                <a:solidFill>
                  <a:srgbClr val="252423"/>
                </a:solidFill>
                <a:latin typeface="Tahoma"/>
                <a:cs typeface="Tahoma"/>
              </a:rPr>
              <a:t> </a:t>
            </a:r>
            <a:r>
              <a:rPr sz="1400" spc="-55" dirty="0">
                <a:solidFill>
                  <a:srgbClr val="252423"/>
                </a:solidFill>
                <a:latin typeface="Tahoma"/>
                <a:cs typeface="Tahoma"/>
              </a:rPr>
              <a:t>totvotpoll</a:t>
            </a:r>
            <a:r>
              <a:rPr sz="1400" spc="-80" dirty="0">
                <a:solidFill>
                  <a:srgbClr val="252423"/>
                </a:solidFill>
                <a:latin typeface="Tahoma"/>
                <a:cs typeface="Tahoma"/>
              </a:rPr>
              <a:t> </a:t>
            </a:r>
            <a:r>
              <a:rPr sz="1400" spc="-95" dirty="0">
                <a:solidFill>
                  <a:srgbClr val="252423"/>
                </a:solidFill>
                <a:latin typeface="Tahoma"/>
                <a:cs typeface="Tahoma"/>
              </a:rPr>
              <a:t>and</a:t>
            </a:r>
            <a:r>
              <a:rPr sz="1400" spc="-80" dirty="0">
                <a:solidFill>
                  <a:srgbClr val="252423"/>
                </a:solidFill>
                <a:latin typeface="Tahoma"/>
                <a:cs typeface="Tahoma"/>
              </a:rPr>
              <a:t> Sum </a:t>
            </a:r>
            <a:r>
              <a:rPr sz="1400" spc="-85" dirty="0">
                <a:solidFill>
                  <a:srgbClr val="252423"/>
                </a:solidFill>
                <a:latin typeface="Tahoma"/>
                <a:cs typeface="Tahoma"/>
              </a:rPr>
              <a:t>of</a:t>
            </a:r>
            <a:r>
              <a:rPr sz="1400" spc="-80" dirty="0">
                <a:solidFill>
                  <a:srgbClr val="252423"/>
                </a:solidFill>
                <a:latin typeface="Tahoma"/>
                <a:cs typeface="Tahoma"/>
              </a:rPr>
              <a:t> </a:t>
            </a:r>
            <a:r>
              <a:rPr sz="1400" spc="-35" dirty="0">
                <a:solidFill>
                  <a:srgbClr val="252423"/>
                </a:solidFill>
                <a:latin typeface="Tahoma"/>
                <a:cs typeface="Tahoma"/>
              </a:rPr>
              <a:t>electors</a:t>
            </a:r>
            <a:r>
              <a:rPr sz="1400" spc="-80" dirty="0">
                <a:solidFill>
                  <a:srgbClr val="252423"/>
                </a:solidFill>
                <a:latin typeface="Tahoma"/>
                <a:cs typeface="Tahoma"/>
              </a:rPr>
              <a:t> </a:t>
            </a:r>
            <a:r>
              <a:rPr sz="1400" spc="-40" dirty="0">
                <a:solidFill>
                  <a:srgbClr val="252423"/>
                </a:solidFill>
                <a:latin typeface="Tahoma"/>
                <a:cs typeface="Tahoma"/>
              </a:rPr>
              <a:t>by </a:t>
            </a:r>
            <a:r>
              <a:rPr sz="1400" spc="-10" dirty="0">
                <a:solidFill>
                  <a:srgbClr val="252423"/>
                </a:solidFill>
                <a:latin typeface="Tahoma"/>
                <a:cs typeface="Tahoma"/>
              </a:rPr>
              <a:t>pc_name</a:t>
            </a:r>
            <a:endParaRPr sz="1400">
              <a:latin typeface="Tahoma"/>
              <a:cs typeface="Tahoma"/>
            </a:endParaRPr>
          </a:p>
          <a:p>
            <a:pPr marL="132080">
              <a:lnSpc>
                <a:spcPct val="100000"/>
              </a:lnSpc>
              <a:spcBef>
                <a:spcPts val="835"/>
              </a:spcBef>
              <a:tabLst>
                <a:tab pos="1181735" algn="l"/>
              </a:tabLst>
            </a:pPr>
            <a:r>
              <a:rPr sz="900" dirty="0">
                <a:solidFill>
                  <a:srgbClr val="605D5C"/>
                </a:solidFill>
                <a:latin typeface="Segoe UI"/>
                <a:cs typeface="Segoe UI"/>
              </a:rPr>
              <a:t>Sum</a:t>
            </a:r>
            <a:r>
              <a:rPr sz="900" spc="-5" dirty="0">
                <a:solidFill>
                  <a:srgbClr val="605D5C"/>
                </a:solidFill>
                <a:latin typeface="Segoe UI"/>
                <a:cs typeface="Segoe UI"/>
              </a:rPr>
              <a:t> </a:t>
            </a:r>
            <a:r>
              <a:rPr sz="900" dirty="0">
                <a:solidFill>
                  <a:srgbClr val="605D5C"/>
                </a:solidFill>
                <a:latin typeface="Segoe UI"/>
                <a:cs typeface="Segoe UI"/>
              </a:rPr>
              <a:t>of</a:t>
            </a:r>
            <a:r>
              <a:rPr sz="900" spc="-5" dirty="0">
                <a:solidFill>
                  <a:srgbClr val="605D5C"/>
                </a:solidFill>
                <a:latin typeface="Segoe UI"/>
                <a:cs typeface="Segoe UI"/>
              </a:rPr>
              <a:t> </a:t>
            </a:r>
            <a:r>
              <a:rPr sz="900" spc="-10" dirty="0">
                <a:solidFill>
                  <a:srgbClr val="605D5C"/>
                </a:solidFill>
                <a:latin typeface="Segoe UI"/>
                <a:cs typeface="Segoe UI"/>
              </a:rPr>
              <a:t>totvotpoll</a:t>
            </a:r>
            <a:r>
              <a:rPr sz="900" dirty="0">
                <a:solidFill>
                  <a:srgbClr val="605D5C"/>
                </a:solidFill>
                <a:latin typeface="Segoe UI"/>
                <a:cs typeface="Segoe UI"/>
              </a:rPr>
              <a:t>	Sum</a:t>
            </a:r>
            <a:r>
              <a:rPr sz="900" spc="-5" dirty="0">
                <a:solidFill>
                  <a:srgbClr val="605D5C"/>
                </a:solidFill>
                <a:latin typeface="Segoe UI"/>
                <a:cs typeface="Segoe UI"/>
              </a:rPr>
              <a:t> </a:t>
            </a:r>
            <a:r>
              <a:rPr sz="900" dirty="0">
                <a:solidFill>
                  <a:srgbClr val="605D5C"/>
                </a:solidFill>
                <a:latin typeface="Segoe UI"/>
                <a:cs typeface="Segoe UI"/>
              </a:rPr>
              <a:t>of</a:t>
            </a:r>
            <a:r>
              <a:rPr sz="900" spc="-5" dirty="0">
                <a:solidFill>
                  <a:srgbClr val="605D5C"/>
                </a:solidFill>
                <a:latin typeface="Segoe UI"/>
                <a:cs typeface="Segoe UI"/>
              </a:rPr>
              <a:t> </a:t>
            </a:r>
            <a:r>
              <a:rPr sz="900" spc="-10" dirty="0">
                <a:solidFill>
                  <a:srgbClr val="605D5C"/>
                </a:solidFill>
                <a:latin typeface="Segoe UI"/>
                <a:cs typeface="Segoe UI"/>
              </a:rPr>
              <a:t>electors</a:t>
            </a:r>
            <a:endParaRPr sz="900">
              <a:latin typeface="Segoe UI"/>
              <a:cs typeface="Segoe UI"/>
            </a:endParaRPr>
          </a:p>
        </p:txBody>
      </p:sp>
      <p:sp>
        <p:nvSpPr>
          <p:cNvPr id="227" name="object 227"/>
          <p:cNvSpPr/>
          <p:nvPr/>
        </p:nvSpPr>
        <p:spPr>
          <a:xfrm>
            <a:off x="4171950" y="4768850"/>
            <a:ext cx="9525" cy="9525"/>
          </a:xfrm>
          <a:custGeom>
            <a:avLst/>
            <a:gdLst/>
            <a:ahLst/>
            <a:cxnLst/>
            <a:rect l="l" t="t" r="r" b="b"/>
            <a:pathLst>
              <a:path w="9525" h="9525">
                <a:moveTo>
                  <a:pt x="9525" y="9525"/>
                </a:moveTo>
                <a:lnTo>
                  <a:pt x="0" y="9525"/>
                </a:lnTo>
                <a:lnTo>
                  <a:pt x="0" y="0"/>
                </a:lnTo>
                <a:lnTo>
                  <a:pt x="9525" y="0"/>
                </a:lnTo>
                <a:lnTo>
                  <a:pt x="9525" y="9525"/>
                </a:lnTo>
                <a:close/>
              </a:path>
            </a:pathLst>
          </a:custGeom>
          <a:solidFill>
            <a:srgbClr val="C7C6C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28" name="object 228"/>
          <p:cNvSpPr/>
          <p:nvPr/>
        </p:nvSpPr>
        <p:spPr>
          <a:xfrm>
            <a:off x="4457700" y="4768862"/>
            <a:ext cx="352425" cy="9525"/>
          </a:xfrm>
          <a:custGeom>
            <a:avLst/>
            <a:gdLst/>
            <a:ahLst/>
            <a:cxnLst/>
            <a:rect l="l" t="t" r="r" b="b"/>
            <a:pathLst>
              <a:path w="352425" h="9525">
                <a:moveTo>
                  <a:pt x="9525" y="0"/>
                </a:moveTo>
                <a:lnTo>
                  <a:pt x="0" y="0"/>
                </a:lnTo>
                <a:lnTo>
                  <a:pt x="0" y="9525"/>
                </a:lnTo>
                <a:lnTo>
                  <a:pt x="9525" y="9525"/>
                </a:lnTo>
                <a:lnTo>
                  <a:pt x="9525" y="0"/>
                </a:lnTo>
                <a:close/>
              </a:path>
              <a:path w="352425" h="9525">
                <a:moveTo>
                  <a:pt x="66675" y="0"/>
                </a:moveTo>
                <a:lnTo>
                  <a:pt x="57150" y="0"/>
                </a:lnTo>
                <a:lnTo>
                  <a:pt x="57150" y="9525"/>
                </a:lnTo>
                <a:lnTo>
                  <a:pt x="66675" y="9525"/>
                </a:lnTo>
                <a:lnTo>
                  <a:pt x="66675" y="0"/>
                </a:lnTo>
                <a:close/>
              </a:path>
              <a:path w="352425" h="9525">
                <a:moveTo>
                  <a:pt x="123825" y="0"/>
                </a:moveTo>
                <a:lnTo>
                  <a:pt x="114300" y="0"/>
                </a:lnTo>
                <a:lnTo>
                  <a:pt x="114300" y="9525"/>
                </a:lnTo>
                <a:lnTo>
                  <a:pt x="123825" y="9525"/>
                </a:lnTo>
                <a:lnTo>
                  <a:pt x="123825" y="0"/>
                </a:lnTo>
                <a:close/>
              </a:path>
              <a:path w="352425" h="9525">
                <a:moveTo>
                  <a:pt x="180975" y="0"/>
                </a:moveTo>
                <a:lnTo>
                  <a:pt x="171450" y="0"/>
                </a:lnTo>
                <a:lnTo>
                  <a:pt x="171450" y="9525"/>
                </a:lnTo>
                <a:lnTo>
                  <a:pt x="180975" y="9525"/>
                </a:lnTo>
                <a:lnTo>
                  <a:pt x="180975" y="0"/>
                </a:lnTo>
                <a:close/>
              </a:path>
              <a:path w="352425" h="9525">
                <a:moveTo>
                  <a:pt x="238125" y="0"/>
                </a:moveTo>
                <a:lnTo>
                  <a:pt x="228600" y="0"/>
                </a:lnTo>
                <a:lnTo>
                  <a:pt x="228600" y="9525"/>
                </a:lnTo>
                <a:lnTo>
                  <a:pt x="238125" y="9525"/>
                </a:lnTo>
                <a:lnTo>
                  <a:pt x="238125" y="0"/>
                </a:lnTo>
                <a:close/>
              </a:path>
              <a:path w="352425" h="9525">
                <a:moveTo>
                  <a:pt x="295275" y="0"/>
                </a:moveTo>
                <a:lnTo>
                  <a:pt x="285750" y="0"/>
                </a:lnTo>
                <a:lnTo>
                  <a:pt x="285750" y="9525"/>
                </a:lnTo>
                <a:lnTo>
                  <a:pt x="295275" y="9525"/>
                </a:lnTo>
                <a:lnTo>
                  <a:pt x="295275" y="0"/>
                </a:lnTo>
                <a:close/>
              </a:path>
              <a:path w="352425" h="9525">
                <a:moveTo>
                  <a:pt x="352425" y="0"/>
                </a:moveTo>
                <a:lnTo>
                  <a:pt x="342900" y="0"/>
                </a:lnTo>
                <a:lnTo>
                  <a:pt x="342900" y="9525"/>
                </a:lnTo>
                <a:lnTo>
                  <a:pt x="352425" y="9525"/>
                </a:lnTo>
                <a:lnTo>
                  <a:pt x="352425" y="0"/>
                </a:lnTo>
                <a:close/>
              </a:path>
            </a:pathLst>
          </a:custGeom>
          <a:solidFill>
            <a:srgbClr val="C7C6C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29" name="object 229"/>
          <p:cNvSpPr/>
          <p:nvPr/>
        </p:nvSpPr>
        <p:spPr>
          <a:xfrm>
            <a:off x="4857750" y="4768862"/>
            <a:ext cx="1381125" cy="9525"/>
          </a:xfrm>
          <a:custGeom>
            <a:avLst/>
            <a:gdLst/>
            <a:ahLst/>
            <a:cxnLst/>
            <a:rect l="l" t="t" r="r" b="b"/>
            <a:pathLst>
              <a:path w="1381125" h="9525">
                <a:moveTo>
                  <a:pt x="9525" y="0"/>
                </a:moveTo>
                <a:lnTo>
                  <a:pt x="0" y="0"/>
                </a:lnTo>
                <a:lnTo>
                  <a:pt x="0" y="9525"/>
                </a:lnTo>
                <a:lnTo>
                  <a:pt x="9525" y="9525"/>
                </a:lnTo>
                <a:lnTo>
                  <a:pt x="9525" y="0"/>
                </a:lnTo>
                <a:close/>
              </a:path>
              <a:path w="1381125" h="9525">
                <a:moveTo>
                  <a:pt x="66675" y="0"/>
                </a:moveTo>
                <a:lnTo>
                  <a:pt x="57150" y="0"/>
                </a:lnTo>
                <a:lnTo>
                  <a:pt x="57150" y="9525"/>
                </a:lnTo>
                <a:lnTo>
                  <a:pt x="66675" y="9525"/>
                </a:lnTo>
                <a:lnTo>
                  <a:pt x="66675" y="0"/>
                </a:lnTo>
                <a:close/>
              </a:path>
              <a:path w="1381125" h="9525">
                <a:moveTo>
                  <a:pt x="123825" y="0"/>
                </a:moveTo>
                <a:lnTo>
                  <a:pt x="114300" y="0"/>
                </a:lnTo>
                <a:lnTo>
                  <a:pt x="114300" y="9525"/>
                </a:lnTo>
                <a:lnTo>
                  <a:pt x="123825" y="9525"/>
                </a:lnTo>
                <a:lnTo>
                  <a:pt x="123825" y="0"/>
                </a:lnTo>
                <a:close/>
              </a:path>
              <a:path w="1381125" h="9525">
                <a:moveTo>
                  <a:pt x="180975" y="0"/>
                </a:moveTo>
                <a:lnTo>
                  <a:pt x="171450" y="0"/>
                </a:lnTo>
                <a:lnTo>
                  <a:pt x="171450" y="9525"/>
                </a:lnTo>
                <a:lnTo>
                  <a:pt x="180975" y="9525"/>
                </a:lnTo>
                <a:lnTo>
                  <a:pt x="180975" y="0"/>
                </a:lnTo>
                <a:close/>
              </a:path>
              <a:path w="1381125" h="9525">
                <a:moveTo>
                  <a:pt x="238125" y="0"/>
                </a:moveTo>
                <a:lnTo>
                  <a:pt x="228600" y="0"/>
                </a:lnTo>
                <a:lnTo>
                  <a:pt x="228600" y="9525"/>
                </a:lnTo>
                <a:lnTo>
                  <a:pt x="238125" y="9525"/>
                </a:lnTo>
                <a:lnTo>
                  <a:pt x="238125" y="0"/>
                </a:lnTo>
                <a:close/>
              </a:path>
              <a:path w="1381125" h="9525">
                <a:moveTo>
                  <a:pt x="295275" y="0"/>
                </a:moveTo>
                <a:lnTo>
                  <a:pt x="285750" y="0"/>
                </a:lnTo>
                <a:lnTo>
                  <a:pt x="285750" y="9525"/>
                </a:lnTo>
                <a:lnTo>
                  <a:pt x="295275" y="9525"/>
                </a:lnTo>
                <a:lnTo>
                  <a:pt x="295275" y="0"/>
                </a:lnTo>
                <a:close/>
              </a:path>
              <a:path w="1381125" h="9525">
                <a:moveTo>
                  <a:pt x="352425" y="0"/>
                </a:moveTo>
                <a:lnTo>
                  <a:pt x="342900" y="0"/>
                </a:lnTo>
                <a:lnTo>
                  <a:pt x="342900" y="9525"/>
                </a:lnTo>
                <a:lnTo>
                  <a:pt x="352425" y="9525"/>
                </a:lnTo>
                <a:lnTo>
                  <a:pt x="352425" y="0"/>
                </a:lnTo>
                <a:close/>
              </a:path>
              <a:path w="1381125" h="9525">
                <a:moveTo>
                  <a:pt x="409575" y="0"/>
                </a:moveTo>
                <a:lnTo>
                  <a:pt x="400050" y="0"/>
                </a:lnTo>
                <a:lnTo>
                  <a:pt x="400050" y="9525"/>
                </a:lnTo>
                <a:lnTo>
                  <a:pt x="409575" y="9525"/>
                </a:lnTo>
                <a:lnTo>
                  <a:pt x="409575" y="0"/>
                </a:lnTo>
                <a:close/>
              </a:path>
              <a:path w="1381125" h="9525">
                <a:moveTo>
                  <a:pt x="466725" y="0"/>
                </a:moveTo>
                <a:lnTo>
                  <a:pt x="457200" y="0"/>
                </a:lnTo>
                <a:lnTo>
                  <a:pt x="457200" y="9525"/>
                </a:lnTo>
                <a:lnTo>
                  <a:pt x="466725" y="9525"/>
                </a:lnTo>
                <a:lnTo>
                  <a:pt x="466725" y="0"/>
                </a:lnTo>
                <a:close/>
              </a:path>
              <a:path w="1381125" h="9525">
                <a:moveTo>
                  <a:pt x="523875" y="0"/>
                </a:moveTo>
                <a:lnTo>
                  <a:pt x="514350" y="0"/>
                </a:lnTo>
                <a:lnTo>
                  <a:pt x="514350" y="9525"/>
                </a:lnTo>
                <a:lnTo>
                  <a:pt x="523875" y="9525"/>
                </a:lnTo>
                <a:lnTo>
                  <a:pt x="523875" y="0"/>
                </a:lnTo>
                <a:close/>
              </a:path>
              <a:path w="1381125" h="9525">
                <a:moveTo>
                  <a:pt x="581025" y="0"/>
                </a:moveTo>
                <a:lnTo>
                  <a:pt x="571500" y="0"/>
                </a:lnTo>
                <a:lnTo>
                  <a:pt x="571500" y="9525"/>
                </a:lnTo>
                <a:lnTo>
                  <a:pt x="581025" y="9525"/>
                </a:lnTo>
                <a:lnTo>
                  <a:pt x="581025" y="0"/>
                </a:lnTo>
                <a:close/>
              </a:path>
              <a:path w="1381125" h="9525">
                <a:moveTo>
                  <a:pt x="638175" y="0"/>
                </a:moveTo>
                <a:lnTo>
                  <a:pt x="628650" y="0"/>
                </a:lnTo>
                <a:lnTo>
                  <a:pt x="628650" y="9525"/>
                </a:lnTo>
                <a:lnTo>
                  <a:pt x="638175" y="9525"/>
                </a:lnTo>
                <a:lnTo>
                  <a:pt x="638175" y="0"/>
                </a:lnTo>
                <a:close/>
              </a:path>
              <a:path w="1381125" h="9525">
                <a:moveTo>
                  <a:pt x="695325" y="0"/>
                </a:moveTo>
                <a:lnTo>
                  <a:pt x="685800" y="0"/>
                </a:lnTo>
                <a:lnTo>
                  <a:pt x="685800" y="9525"/>
                </a:lnTo>
                <a:lnTo>
                  <a:pt x="695325" y="9525"/>
                </a:lnTo>
                <a:lnTo>
                  <a:pt x="695325" y="0"/>
                </a:lnTo>
                <a:close/>
              </a:path>
              <a:path w="1381125" h="9525">
                <a:moveTo>
                  <a:pt x="752475" y="0"/>
                </a:moveTo>
                <a:lnTo>
                  <a:pt x="742950" y="0"/>
                </a:lnTo>
                <a:lnTo>
                  <a:pt x="742950" y="9525"/>
                </a:lnTo>
                <a:lnTo>
                  <a:pt x="752475" y="9525"/>
                </a:lnTo>
                <a:lnTo>
                  <a:pt x="752475" y="0"/>
                </a:lnTo>
                <a:close/>
              </a:path>
              <a:path w="1381125" h="9525">
                <a:moveTo>
                  <a:pt x="809625" y="0"/>
                </a:moveTo>
                <a:lnTo>
                  <a:pt x="800100" y="0"/>
                </a:lnTo>
                <a:lnTo>
                  <a:pt x="800100" y="9525"/>
                </a:lnTo>
                <a:lnTo>
                  <a:pt x="809625" y="9525"/>
                </a:lnTo>
                <a:lnTo>
                  <a:pt x="809625" y="0"/>
                </a:lnTo>
                <a:close/>
              </a:path>
              <a:path w="1381125" h="9525">
                <a:moveTo>
                  <a:pt x="866775" y="0"/>
                </a:moveTo>
                <a:lnTo>
                  <a:pt x="857250" y="0"/>
                </a:lnTo>
                <a:lnTo>
                  <a:pt x="857250" y="9525"/>
                </a:lnTo>
                <a:lnTo>
                  <a:pt x="866775" y="9525"/>
                </a:lnTo>
                <a:lnTo>
                  <a:pt x="866775" y="0"/>
                </a:lnTo>
                <a:close/>
              </a:path>
              <a:path w="1381125" h="9525">
                <a:moveTo>
                  <a:pt x="923925" y="0"/>
                </a:moveTo>
                <a:lnTo>
                  <a:pt x="914400" y="0"/>
                </a:lnTo>
                <a:lnTo>
                  <a:pt x="914400" y="9525"/>
                </a:lnTo>
                <a:lnTo>
                  <a:pt x="923925" y="9525"/>
                </a:lnTo>
                <a:lnTo>
                  <a:pt x="923925" y="0"/>
                </a:lnTo>
                <a:close/>
              </a:path>
              <a:path w="1381125" h="9525">
                <a:moveTo>
                  <a:pt x="981075" y="0"/>
                </a:moveTo>
                <a:lnTo>
                  <a:pt x="971550" y="0"/>
                </a:lnTo>
                <a:lnTo>
                  <a:pt x="971550" y="9525"/>
                </a:lnTo>
                <a:lnTo>
                  <a:pt x="981075" y="9525"/>
                </a:lnTo>
                <a:lnTo>
                  <a:pt x="981075" y="0"/>
                </a:lnTo>
                <a:close/>
              </a:path>
              <a:path w="1381125" h="9525">
                <a:moveTo>
                  <a:pt x="1038225" y="0"/>
                </a:moveTo>
                <a:lnTo>
                  <a:pt x="1028700" y="0"/>
                </a:lnTo>
                <a:lnTo>
                  <a:pt x="1028700" y="9525"/>
                </a:lnTo>
                <a:lnTo>
                  <a:pt x="1038225" y="9525"/>
                </a:lnTo>
                <a:lnTo>
                  <a:pt x="1038225" y="0"/>
                </a:lnTo>
                <a:close/>
              </a:path>
              <a:path w="1381125" h="9525">
                <a:moveTo>
                  <a:pt x="1095375" y="0"/>
                </a:moveTo>
                <a:lnTo>
                  <a:pt x="1085850" y="0"/>
                </a:lnTo>
                <a:lnTo>
                  <a:pt x="1085850" y="9525"/>
                </a:lnTo>
                <a:lnTo>
                  <a:pt x="1095375" y="9525"/>
                </a:lnTo>
                <a:lnTo>
                  <a:pt x="1095375" y="0"/>
                </a:lnTo>
                <a:close/>
              </a:path>
              <a:path w="1381125" h="9525">
                <a:moveTo>
                  <a:pt x="1152525" y="0"/>
                </a:moveTo>
                <a:lnTo>
                  <a:pt x="1143000" y="0"/>
                </a:lnTo>
                <a:lnTo>
                  <a:pt x="1143000" y="9525"/>
                </a:lnTo>
                <a:lnTo>
                  <a:pt x="1152525" y="9525"/>
                </a:lnTo>
                <a:lnTo>
                  <a:pt x="1152525" y="0"/>
                </a:lnTo>
                <a:close/>
              </a:path>
              <a:path w="1381125" h="9525">
                <a:moveTo>
                  <a:pt x="1209675" y="0"/>
                </a:moveTo>
                <a:lnTo>
                  <a:pt x="1200150" y="0"/>
                </a:lnTo>
                <a:lnTo>
                  <a:pt x="1200150" y="9525"/>
                </a:lnTo>
                <a:lnTo>
                  <a:pt x="1209675" y="9525"/>
                </a:lnTo>
                <a:lnTo>
                  <a:pt x="1209675" y="0"/>
                </a:lnTo>
                <a:close/>
              </a:path>
              <a:path w="1381125" h="9525">
                <a:moveTo>
                  <a:pt x="1266825" y="0"/>
                </a:moveTo>
                <a:lnTo>
                  <a:pt x="1257300" y="0"/>
                </a:lnTo>
                <a:lnTo>
                  <a:pt x="1257300" y="9525"/>
                </a:lnTo>
                <a:lnTo>
                  <a:pt x="1266825" y="9525"/>
                </a:lnTo>
                <a:lnTo>
                  <a:pt x="1266825" y="0"/>
                </a:lnTo>
                <a:close/>
              </a:path>
              <a:path w="1381125" h="9525">
                <a:moveTo>
                  <a:pt x="1323975" y="0"/>
                </a:moveTo>
                <a:lnTo>
                  <a:pt x="1314450" y="0"/>
                </a:lnTo>
                <a:lnTo>
                  <a:pt x="1314450" y="9525"/>
                </a:lnTo>
                <a:lnTo>
                  <a:pt x="1323975" y="9525"/>
                </a:lnTo>
                <a:lnTo>
                  <a:pt x="1323975" y="0"/>
                </a:lnTo>
                <a:close/>
              </a:path>
              <a:path w="1381125" h="9525">
                <a:moveTo>
                  <a:pt x="1381125" y="0"/>
                </a:moveTo>
                <a:lnTo>
                  <a:pt x="1371600" y="0"/>
                </a:lnTo>
                <a:lnTo>
                  <a:pt x="1371600" y="9525"/>
                </a:lnTo>
                <a:lnTo>
                  <a:pt x="1381125" y="9525"/>
                </a:lnTo>
                <a:lnTo>
                  <a:pt x="1381125" y="0"/>
                </a:lnTo>
                <a:close/>
              </a:path>
            </a:pathLst>
          </a:custGeom>
          <a:solidFill>
            <a:srgbClr val="C7C6C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30" name="object 230"/>
          <p:cNvSpPr/>
          <p:nvPr/>
        </p:nvSpPr>
        <p:spPr>
          <a:xfrm>
            <a:off x="6286500" y="4768862"/>
            <a:ext cx="180975" cy="9525"/>
          </a:xfrm>
          <a:custGeom>
            <a:avLst/>
            <a:gdLst/>
            <a:ahLst/>
            <a:cxnLst/>
            <a:rect l="l" t="t" r="r" b="b"/>
            <a:pathLst>
              <a:path w="180975" h="9525">
                <a:moveTo>
                  <a:pt x="9525" y="0"/>
                </a:moveTo>
                <a:lnTo>
                  <a:pt x="0" y="0"/>
                </a:lnTo>
                <a:lnTo>
                  <a:pt x="0" y="9525"/>
                </a:lnTo>
                <a:lnTo>
                  <a:pt x="9525" y="9525"/>
                </a:lnTo>
                <a:lnTo>
                  <a:pt x="9525" y="0"/>
                </a:lnTo>
                <a:close/>
              </a:path>
              <a:path w="180975" h="9525">
                <a:moveTo>
                  <a:pt x="66675" y="0"/>
                </a:moveTo>
                <a:lnTo>
                  <a:pt x="57150" y="0"/>
                </a:lnTo>
                <a:lnTo>
                  <a:pt x="57150" y="9525"/>
                </a:lnTo>
                <a:lnTo>
                  <a:pt x="66675" y="9525"/>
                </a:lnTo>
                <a:lnTo>
                  <a:pt x="66675" y="0"/>
                </a:lnTo>
                <a:close/>
              </a:path>
              <a:path w="180975" h="9525">
                <a:moveTo>
                  <a:pt x="123825" y="0"/>
                </a:moveTo>
                <a:lnTo>
                  <a:pt x="114300" y="0"/>
                </a:lnTo>
                <a:lnTo>
                  <a:pt x="114300" y="9525"/>
                </a:lnTo>
                <a:lnTo>
                  <a:pt x="123825" y="9525"/>
                </a:lnTo>
                <a:lnTo>
                  <a:pt x="123825" y="0"/>
                </a:lnTo>
                <a:close/>
              </a:path>
              <a:path w="180975" h="9525">
                <a:moveTo>
                  <a:pt x="180975" y="0"/>
                </a:moveTo>
                <a:lnTo>
                  <a:pt x="171450" y="0"/>
                </a:lnTo>
                <a:lnTo>
                  <a:pt x="171450" y="9525"/>
                </a:lnTo>
                <a:lnTo>
                  <a:pt x="180975" y="9525"/>
                </a:lnTo>
                <a:lnTo>
                  <a:pt x="180975" y="0"/>
                </a:lnTo>
                <a:close/>
              </a:path>
            </a:pathLst>
          </a:custGeom>
          <a:solidFill>
            <a:srgbClr val="C7C6C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31" name="object 231"/>
          <p:cNvSpPr/>
          <p:nvPr/>
        </p:nvSpPr>
        <p:spPr>
          <a:xfrm>
            <a:off x="6515100" y="4768850"/>
            <a:ext cx="9525" cy="9525"/>
          </a:xfrm>
          <a:custGeom>
            <a:avLst/>
            <a:gdLst/>
            <a:ahLst/>
            <a:cxnLst/>
            <a:rect l="l" t="t" r="r" b="b"/>
            <a:pathLst>
              <a:path w="9525" h="9525">
                <a:moveTo>
                  <a:pt x="9525" y="9525"/>
                </a:moveTo>
                <a:lnTo>
                  <a:pt x="0" y="9525"/>
                </a:lnTo>
                <a:lnTo>
                  <a:pt x="0" y="0"/>
                </a:lnTo>
                <a:lnTo>
                  <a:pt x="9525" y="0"/>
                </a:lnTo>
                <a:lnTo>
                  <a:pt x="9525" y="9525"/>
                </a:lnTo>
                <a:close/>
              </a:path>
            </a:pathLst>
          </a:custGeom>
          <a:solidFill>
            <a:srgbClr val="C7C6C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32" name="object 232"/>
          <p:cNvSpPr/>
          <p:nvPr/>
        </p:nvSpPr>
        <p:spPr>
          <a:xfrm>
            <a:off x="4229100" y="4080281"/>
            <a:ext cx="180975" cy="698500"/>
          </a:xfrm>
          <a:custGeom>
            <a:avLst/>
            <a:gdLst/>
            <a:ahLst/>
            <a:cxnLst/>
            <a:rect l="l" t="t" r="r" b="b"/>
            <a:pathLst>
              <a:path w="180975" h="698500">
                <a:moveTo>
                  <a:pt x="9525" y="688581"/>
                </a:moveTo>
                <a:lnTo>
                  <a:pt x="0" y="688581"/>
                </a:lnTo>
                <a:lnTo>
                  <a:pt x="0" y="698106"/>
                </a:lnTo>
                <a:lnTo>
                  <a:pt x="9525" y="698106"/>
                </a:lnTo>
                <a:lnTo>
                  <a:pt x="9525" y="688581"/>
                </a:lnTo>
                <a:close/>
              </a:path>
              <a:path w="180975" h="698500">
                <a:moveTo>
                  <a:pt x="9525" y="0"/>
                </a:moveTo>
                <a:lnTo>
                  <a:pt x="0" y="0"/>
                </a:lnTo>
                <a:lnTo>
                  <a:pt x="0" y="9525"/>
                </a:lnTo>
                <a:lnTo>
                  <a:pt x="9525" y="9525"/>
                </a:lnTo>
                <a:lnTo>
                  <a:pt x="9525" y="0"/>
                </a:lnTo>
                <a:close/>
              </a:path>
              <a:path w="180975" h="698500">
                <a:moveTo>
                  <a:pt x="66675" y="688581"/>
                </a:moveTo>
                <a:lnTo>
                  <a:pt x="57150" y="688581"/>
                </a:lnTo>
                <a:lnTo>
                  <a:pt x="57150" y="698106"/>
                </a:lnTo>
                <a:lnTo>
                  <a:pt x="66675" y="698106"/>
                </a:lnTo>
                <a:lnTo>
                  <a:pt x="66675" y="688581"/>
                </a:lnTo>
                <a:close/>
              </a:path>
              <a:path w="180975" h="698500">
                <a:moveTo>
                  <a:pt x="123825" y="688581"/>
                </a:moveTo>
                <a:lnTo>
                  <a:pt x="114300" y="688581"/>
                </a:lnTo>
                <a:lnTo>
                  <a:pt x="114300" y="698106"/>
                </a:lnTo>
                <a:lnTo>
                  <a:pt x="123825" y="698106"/>
                </a:lnTo>
                <a:lnTo>
                  <a:pt x="123825" y="688581"/>
                </a:lnTo>
                <a:close/>
              </a:path>
              <a:path w="180975" h="698500">
                <a:moveTo>
                  <a:pt x="180975" y="688581"/>
                </a:moveTo>
                <a:lnTo>
                  <a:pt x="171450" y="688581"/>
                </a:lnTo>
                <a:lnTo>
                  <a:pt x="171450" y="698106"/>
                </a:lnTo>
                <a:lnTo>
                  <a:pt x="180975" y="698106"/>
                </a:lnTo>
                <a:lnTo>
                  <a:pt x="180975" y="688581"/>
                </a:lnTo>
                <a:close/>
              </a:path>
              <a:path w="180975" h="698500">
                <a:moveTo>
                  <a:pt x="180975" y="0"/>
                </a:moveTo>
                <a:lnTo>
                  <a:pt x="176695" y="0"/>
                </a:lnTo>
                <a:lnTo>
                  <a:pt x="176695" y="9525"/>
                </a:lnTo>
                <a:lnTo>
                  <a:pt x="180975" y="9525"/>
                </a:lnTo>
                <a:lnTo>
                  <a:pt x="180975" y="0"/>
                </a:lnTo>
                <a:close/>
              </a:path>
            </a:pathLst>
          </a:custGeom>
          <a:solidFill>
            <a:srgbClr val="C7C6C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33" name="object 233"/>
          <p:cNvSpPr txBox="1"/>
          <p:nvPr/>
        </p:nvSpPr>
        <p:spPr>
          <a:xfrm>
            <a:off x="3899693" y="4683224"/>
            <a:ext cx="189865" cy="1625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900" spc="-25" dirty="0">
                <a:solidFill>
                  <a:srgbClr val="605D5C"/>
                </a:solidFill>
                <a:latin typeface="Segoe UI"/>
                <a:cs typeface="Segoe UI"/>
              </a:rPr>
              <a:t>0M</a:t>
            </a:r>
            <a:endParaRPr sz="900">
              <a:latin typeface="Segoe UI"/>
              <a:cs typeface="Segoe UI"/>
            </a:endParaRPr>
          </a:p>
        </p:txBody>
      </p:sp>
      <p:sp>
        <p:nvSpPr>
          <p:cNvPr id="234" name="object 234"/>
          <p:cNvSpPr/>
          <p:nvPr/>
        </p:nvSpPr>
        <p:spPr>
          <a:xfrm>
            <a:off x="4171950" y="4080272"/>
            <a:ext cx="9525" cy="9525"/>
          </a:xfrm>
          <a:custGeom>
            <a:avLst/>
            <a:gdLst/>
            <a:ahLst/>
            <a:cxnLst/>
            <a:rect l="l" t="t" r="r" b="b"/>
            <a:pathLst>
              <a:path w="9525" h="9525">
                <a:moveTo>
                  <a:pt x="9525" y="9525"/>
                </a:moveTo>
                <a:lnTo>
                  <a:pt x="0" y="9525"/>
                </a:lnTo>
                <a:lnTo>
                  <a:pt x="0" y="0"/>
                </a:lnTo>
                <a:lnTo>
                  <a:pt x="9525" y="0"/>
                </a:lnTo>
                <a:lnTo>
                  <a:pt x="9525" y="9525"/>
                </a:lnTo>
                <a:close/>
              </a:path>
            </a:pathLst>
          </a:custGeom>
          <a:solidFill>
            <a:srgbClr val="C7C6C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35" name="object 235"/>
          <p:cNvSpPr/>
          <p:nvPr/>
        </p:nvSpPr>
        <p:spPr>
          <a:xfrm>
            <a:off x="4457700" y="4080272"/>
            <a:ext cx="9525" cy="9525"/>
          </a:xfrm>
          <a:custGeom>
            <a:avLst/>
            <a:gdLst/>
            <a:ahLst/>
            <a:cxnLst/>
            <a:rect l="l" t="t" r="r" b="b"/>
            <a:pathLst>
              <a:path w="9525" h="9525">
                <a:moveTo>
                  <a:pt x="9525" y="9525"/>
                </a:moveTo>
                <a:lnTo>
                  <a:pt x="0" y="9525"/>
                </a:lnTo>
                <a:lnTo>
                  <a:pt x="0" y="0"/>
                </a:lnTo>
                <a:lnTo>
                  <a:pt x="9525" y="0"/>
                </a:lnTo>
                <a:lnTo>
                  <a:pt x="9525" y="9525"/>
                </a:lnTo>
                <a:close/>
              </a:path>
            </a:pathLst>
          </a:custGeom>
          <a:solidFill>
            <a:srgbClr val="C7C6C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36" name="object 236"/>
          <p:cNvSpPr/>
          <p:nvPr/>
        </p:nvSpPr>
        <p:spPr>
          <a:xfrm>
            <a:off x="4514850" y="4080272"/>
            <a:ext cx="9525" cy="9525"/>
          </a:xfrm>
          <a:custGeom>
            <a:avLst/>
            <a:gdLst/>
            <a:ahLst/>
            <a:cxnLst/>
            <a:rect l="l" t="t" r="r" b="b"/>
            <a:pathLst>
              <a:path w="9525" h="9525">
                <a:moveTo>
                  <a:pt x="9525" y="9525"/>
                </a:moveTo>
                <a:lnTo>
                  <a:pt x="0" y="9525"/>
                </a:lnTo>
                <a:lnTo>
                  <a:pt x="0" y="0"/>
                </a:lnTo>
                <a:lnTo>
                  <a:pt x="9525" y="0"/>
                </a:lnTo>
                <a:lnTo>
                  <a:pt x="9525" y="9525"/>
                </a:lnTo>
                <a:close/>
              </a:path>
            </a:pathLst>
          </a:custGeom>
          <a:solidFill>
            <a:srgbClr val="C7C6C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37" name="object 237"/>
          <p:cNvSpPr/>
          <p:nvPr/>
        </p:nvSpPr>
        <p:spPr>
          <a:xfrm>
            <a:off x="4572000" y="4080272"/>
            <a:ext cx="9525" cy="9525"/>
          </a:xfrm>
          <a:custGeom>
            <a:avLst/>
            <a:gdLst/>
            <a:ahLst/>
            <a:cxnLst/>
            <a:rect l="l" t="t" r="r" b="b"/>
            <a:pathLst>
              <a:path w="9525" h="9525">
                <a:moveTo>
                  <a:pt x="9525" y="9525"/>
                </a:moveTo>
                <a:lnTo>
                  <a:pt x="0" y="9525"/>
                </a:lnTo>
                <a:lnTo>
                  <a:pt x="0" y="0"/>
                </a:lnTo>
                <a:lnTo>
                  <a:pt x="9525" y="0"/>
                </a:lnTo>
                <a:lnTo>
                  <a:pt x="9525" y="9525"/>
                </a:lnTo>
                <a:close/>
              </a:path>
            </a:pathLst>
          </a:custGeom>
          <a:solidFill>
            <a:srgbClr val="C7C6C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38" name="object 238"/>
          <p:cNvSpPr/>
          <p:nvPr/>
        </p:nvSpPr>
        <p:spPr>
          <a:xfrm>
            <a:off x="4629150" y="4080272"/>
            <a:ext cx="9525" cy="9525"/>
          </a:xfrm>
          <a:custGeom>
            <a:avLst/>
            <a:gdLst/>
            <a:ahLst/>
            <a:cxnLst/>
            <a:rect l="l" t="t" r="r" b="b"/>
            <a:pathLst>
              <a:path w="9525" h="9525">
                <a:moveTo>
                  <a:pt x="9525" y="9525"/>
                </a:moveTo>
                <a:lnTo>
                  <a:pt x="0" y="9525"/>
                </a:lnTo>
                <a:lnTo>
                  <a:pt x="0" y="0"/>
                </a:lnTo>
                <a:lnTo>
                  <a:pt x="9525" y="0"/>
                </a:lnTo>
                <a:lnTo>
                  <a:pt x="9525" y="9525"/>
                </a:lnTo>
                <a:close/>
              </a:path>
            </a:pathLst>
          </a:custGeom>
          <a:solidFill>
            <a:srgbClr val="C7C6C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39" name="object 239"/>
          <p:cNvSpPr/>
          <p:nvPr/>
        </p:nvSpPr>
        <p:spPr>
          <a:xfrm>
            <a:off x="4686300" y="4080272"/>
            <a:ext cx="9525" cy="9525"/>
          </a:xfrm>
          <a:custGeom>
            <a:avLst/>
            <a:gdLst/>
            <a:ahLst/>
            <a:cxnLst/>
            <a:rect l="l" t="t" r="r" b="b"/>
            <a:pathLst>
              <a:path w="9525" h="9525">
                <a:moveTo>
                  <a:pt x="9525" y="9525"/>
                </a:moveTo>
                <a:lnTo>
                  <a:pt x="0" y="9525"/>
                </a:lnTo>
                <a:lnTo>
                  <a:pt x="0" y="0"/>
                </a:lnTo>
                <a:lnTo>
                  <a:pt x="9525" y="0"/>
                </a:lnTo>
                <a:lnTo>
                  <a:pt x="9525" y="9525"/>
                </a:lnTo>
                <a:close/>
              </a:path>
            </a:pathLst>
          </a:custGeom>
          <a:solidFill>
            <a:srgbClr val="C7C6C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40" name="object 240"/>
          <p:cNvSpPr/>
          <p:nvPr/>
        </p:nvSpPr>
        <p:spPr>
          <a:xfrm>
            <a:off x="4743450" y="4080272"/>
            <a:ext cx="9525" cy="9525"/>
          </a:xfrm>
          <a:custGeom>
            <a:avLst/>
            <a:gdLst/>
            <a:ahLst/>
            <a:cxnLst/>
            <a:rect l="l" t="t" r="r" b="b"/>
            <a:pathLst>
              <a:path w="9525" h="9525">
                <a:moveTo>
                  <a:pt x="9525" y="9525"/>
                </a:moveTo>
                <a:lnTo>
                  <a:pt x="0" y="9525"/>
                </a:lnTo>
                <a:lnTo>
                  <a:pt x="0" y="0"/>
                </a:lnTo>
                <a:lnTo>
                  <a:pt x="9525" y="0"/>
                </a:lnTo>
                <a:lnTo>
                  <a:pt x="9525" y="9525"/>
                </a:lnTo>
                <a:close/>
              </a:path>
            </a:pathLst>
          </a:custGeom>
          <a:solidFill>
            <a:srgbClr val="C7C6C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41" name="object 241"/>
          <p:cNvSpPr/>
          <p:nvPr/>
        </p:nvSpPr>
        <p:spPr>
          <a:xfrm>
            <a:off x="4800600" y="4080272"/>
            <a:ext cx="9525" cy="9525"/>
          </a:xfrm>
          <a:custGeom>
            <a:avLst/>
            <a:gdLst/>
            <a:ahLst/>
            <a:cxnLst/>
            <a:rect l="l" t="t" r="r" b="b"/>
            <a:pathLst>
              <a:path w="9525" h="9525">
                <a:moveTo>
                  <a:pt x="9525" y="9525"/>
                </a:moveTo>
                <a:lnTo>
                  <a:pt x="0" y="9525"/>
                </a:lnTo>
                <a:lnTo>
                  <a:pt x="0" y="0"/>
                </a:lnTo>
                <a:lnTo>
                  <a:pt x="9525" y="0"/>
                </a:lnTo>
                <a:lnTo>
                  <a:pt x="9525" y="9525"/>
                </a:lnTo>
                <a:close/>
              </a:path>
            </a:pathLst>
          </a:custGeom>
          <a:solidFill>
            <a:srgbClr val="C7C6C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42" name="object 242"/>
          <p:cNvSpPr/>
          <p:nvPr/>
        </p:nvSpPr>
        <p:spPr>
          <a:xfrm>
            <a:off x="4857750" y="4080272"/>
            <a:ext cx="9525" cy="9525"/>
          </a:xfrm>
          <a:custGeom>
            <a:avLst/>
            <a:gdLst/>
            <a:ahLst/>
            <a:cxnLst/>
            <a:rect l="l" t="t" r="r" b="b"/>
            <a:pathLst>
              <a:path w="9525" h="9525">
                <a:moveTo>
                  <a:pt x="9525" y="9525"/>
                </a:moveTo>
                <a:lnTo>
                  <a:pt x="0" y="9525"/>
                </a:lnTo>
                <a:lnTo>
                  <a:pt x="0" y="0"/>
                </a:lnTo>
                <a:lnTo>
                  <a:pt x="9525" y="0"/>
                </a:lnTo>
                <a:lnTo>
                  <a:pt x="9525" y="9525"/>
                </a:lnTo>
                <a:close/>
              </a:path>
            </a:pathLst>
          </a:custGeom>
          <a:solidFill>
            <a:srgbClr val="C7C6C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43" name="object 243"/>
          <p:cNvSpPr/>
          <p:nvPr/>
        </p:nvSpPr>
        <p:spPr>
          <a:xfrm>
            <a:off x="4914900" y="4080272"/>
            <a:ext cx="9525" cy="9525"/>
          </a:xfrm>
          <a:custGeom>
            <a:avLst/>
            <a:gdLst/>
            <a:ahLst/>
            <a:cxnLst/>
            <a:rect l="l" t="t" r="r" b="b"/>
            <a:pathLst>
              <a:path w="9525" h="9525">
                <a:moveTo>
                  <a:pt x="9525" y="9525"/>
                </a:moveTo>
                <a:lnTo>
                  <a:pt x="0" y="9525"/>
                </a:lnTo>
                <a:lnTo>
                  <a:pt x="0" y="0"/>
                </a:lnTo>
                <a:lnTo>
                  <a:pt x="9525" y="0"/>
                </a:lnTo>
                <a:lnTo>
                  <a:pt x="9525" y="9525"/>
                </a:lnTo>
                <a:close/>
              </a:path>
            </a:pathLst>
          </a:custGeom>
          <a:solidFill>
            <a:srgbClr val="C7C6C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44" name="object 244"/>
          <p:cNvSpPr/>
          <p:nvPr/>
        </p:nvSpPr>
        <p:spPr>
          <a:xfrm>
            <a:off x="4972050" y="4080272"/>
            <a:ext cx="9525" cy="9525"/>
          </a:xfrm>
          <a:custGeom>
            <a:avLst/>
            <a:gdLst/>
            <a:ahLst/>
            <a:cxnLst/>
            <a:rect l="l" t="t" r="r" b="b"/>
            <a:pathLst>
              <a:path w="9525" h="9525">
                <a:moveTo>
                  <a:pt x="9525" y="9525"/>
                </a:moveTo>
                <a:lnTo>
                  <a:pt x="0" y="9525"/>
                </a:lnTo>
                <a:lnTo>
                  <a:pt x="0" y="0"/>
                </a:lnTo>
                <a:lnTo>
                  <a:pt x="9525" y="0"/>
                </a:lnTo>
                <a:lnTo>
                  <a:pt x="9525" y="9525"/>
                </a:lnTo>
                <a:close/>
              </a:path>
            </a:pathLst>
          </a:custGeom>
          <a:solidFill>
            <a:srgbClr val="C7C6C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45" name="object 245"/>
          <p:cNvSpPr/>
          <p:nvPr/>
        </p:nvSpPr>
        <p:spPr>
          <a:xfrm>
            <a:off x="5029200" y="4080272"/>
            <a:ext cx="9525" cy="9525"/>
          </a:xfrm>
          <a:custGeom>
            <a:avLst/>
            <a:gdLst/>
            <a:ahLst/>
            <a:cxnLst/>
            <a:rect l="l" t="t" r="r" b="b"/>
            <a:pathLst>
              <a:path w="9525" h="9525">
                <a:moveTo>
                  <a:pt x="9525" y="9525"/>
                </a:moveTo>
                <a:lnTo>
                  <a:pt x="0" y="9525"/>
                </a:lnTo>
                <a:lnTo>
                  <a:pt x="0" y="0"/>
                </a:lnTo>
                <a:lnTo>
                  <a:pt x="9525" y="0"/>
                </a:lnTo>
                <a:lnTo>
                  <a:pt x="9525" y="9525"/>
                </a:lnTo>
                <a:close/>
              </a:path>
            </a:pathLst>
          </a:custGeom>
          <a:solidFill>
            <a:srgbClr val="C7C6C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46" name="object 246"/>
          <p:cNvSpPr/>
          <p:nvPr/>
        </p:nvSpPr>
        <p:spPr>
          <a:xfrm>
            <a:off x="5086350" y="4080272"/>
            <a:ext cx="9525" cy="9525"/>
          </a:xfrm>
          <a:custGeom>
            <a:avLst/>
            <a:gdLst/>
            <a:ahLst/>
            <a:cxnLst/>
            <a:rect l="l" t="t" r="r" b="b"/>
            <a:pathLst>
              <a:path w="9525" h="9525">
                <a:moveTo>
                  <a:pt x="9525" y="9525"/>
                </a:moveTo>
                <a:lnTo>
                  <a:pt x="0" y="9525"/>
                </a:lnTo>
                <a:lnTo>
                  <a:pt x="0" y="0"/>
                </a:lnTo>
                <a:lnTo>
                  <a:pt x="9525" y="0"/>
                </a:lnTo>
                <a:lnTo>
                  <a:pt x="9525" y="9525"/>
                </a:lnTo>
                <a:close/>
              </a:path>
            </a:pathLst>
          </a:custGeom>
          <a:solidFill>
            <a:srgbClr val="C7C6C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47" name="object 247"/>
          <p:cNvSpPr/>
          <p:nvPr/>
        </p:nvSpPr>
        <p:spPr>
          <a:xfrm>
            <a:off x="5143500" y="4080272"/>
            <a:ext cx="9525" cy="9525"/>
          </a:xfrm>
          <a:custGeom>
            <a:avLst/>
            <a:gdLst/>
            <a:ahLst/>
            <a:cxnLst/>
            <a:rect l="l" t="t" r="r" b="b"/>
            <a:pathLst>
              <a:path w="9525" h="9525">
                <a:moveTo>
                  <a:pt x="9525" y="9525"/>
                </a:moveTo>
                <a:lnTo>
                  <a:pt x="0" y="9525"/>
                </a:lnTo>
                <a:lnTo>
                  <a:pt x="0" y="0"/>
                </a:lnTo>
                <a:lnTo>
                  <a:pt x="9525" y="0"/>
                </a:lnTo>
                <a:lnTo>
                  <a:pt x="9525" y="9525"/>
                </a:lnTo>
                <a:close/>
              </a:path>
            </a:pathLst>
          </a:custGeom>
          <a:solidFill>
            <a:srgbClr val="C7C6C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48" name="object 248"/>
          <p:cNvSpPr/>
          <p:nvPr/>
        </p:nvSpPr>
        <p:spPr>
          <a:xfrm>
            <a:off x="5200650" y="4080272"/>
            <a:ext cx="9525" cy="9525"/>
          </a:xfrm>
          <a:custGeom>
            <a:avLst/>
            <a:gdLst/>
            <a:ahLst/>
            <a:cxnLst/>
            <a:rect l="l" t="t" r="r" b="b"/>
            <a:pathLst>
              <a:path w="9525" h="9525">
                <a:moveTo>
                  <a:pt x="9525" y="9525"/>
                </a:moveTo>
                <a:lnTo>
                  <a:pt x="0" y="9525"/>
                </a:lnTo>
                <a:lnTo>
                  <a:pt x="0" y="0"/>
                </a:lnTo>
                <a:lnTo>
                  <a:pt x="9525" y="0"/>
                </a:lnTo>
                <a:lnTo>
                  <a:pt x="9525" y="9525"/>
                </a:lnTo>
                <a:close/>
              </a:path>
            </a:pathLst>
          </a:custGeom>
          <a:solidFill>
            <a:srgbClr val="C7C6C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49" name="object 249"/>
          <p:cNvSpPr/>
          <p:nvPr/>
        </p:nvSpPr>
        <p:spPr>
          <a:xfrm>
            <a:off x="5257800" y="4080272"/>
            <a:ext cx="9525" cy="9525"/>
          </a:xfrm>
          <a:custGeom>
            <a:avLst/>
            <a:gdLst/>
            <a:ahLst/>
            <a:cxnLst/>
            <a:rect l="l" t="t" r="r" b="b"/>
            <a:pathLst>
              <a:path w="9525" h="9525">
                <a:moveTo>
                  <a:pt x="9525" y="9525"/>
                </a:moveTo>
                <a:lnTo>
                  <a:pt x="0" y="9525"/>
                </a:lnTo>
                <a:lnTo>
                  <a:pt x="0" y="0"/>
                </a:lnTo>
                <a:lnTo>
                  <a:pt x="9525" y="0"/>
                </a:lnTo>
                <a:lnTo>
                  <a:pt x="9525" y="9525"/>
                </a:lnTo>
                <a:close/>
              </a:path>
            </a:pathLst>
          </a:custGeom>
          <a:solidFill>
            <a:srgbClr val="C7C6C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50" name="object 250"/>
          <p:cNvSpPr/>
          <p:nvPr/>
        </p:nvSpPr>
        <p:spPr>
          <a:xfrm>
            <a:off x="5314950" y="4080272"/>
            <a:ext cx="9525" cy="9525"/>
          </a:xfrm>
          <a:custGeom>
            <a:avLst/>
            <a:gdLst/>
            <a:ahLst/>
            <a:cxnLst/>
            <a:rect l="l" t="t" r="r" b="b"/>
            <a:pathLst>
              <a:path w="9525" h="9525">
                <a:moveTo>
                  <a:pt x="9525" y="9525"/>
                </a:moveTo>
                <a:lnTo>
                  <a:pt x="0" y="9525"/>
                </a:lnTo>
                <a:lnTo>
                  <a:pt x="0" y="0"/>
                </a:lnTo>
                <a:lnTo>
                  <a:pt x="9525" y="0"/>
                </a:lnTo>
                <a:lnTo>
                  <a:pt x="9525" y="9525"/>
                </a:lnTo>
                <a:close/>
              </a:path>
            </a:pathLst>
          </a:custGeom>
          <a:solidFill>
            <a:srgbClr val="C7C6C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51" name="object 251"/>
          <p:cNvSpPr/>
          <p:nvPr/>
        </p:nvSpPr>
        <p:spPr>
          <a:xfrm>
            <a:off x="5372100" y="4080272"/>
            <a:ext cx="9525" cy="9525"/>
          </a:xfrm>
          <a:custGeom>
            <a:avLst/>
            <a:gdLst/>
            <a:ahLst/>
            <a:cxnLst/>
            <a:rect l="l" t="t" r="r" b="b"/>
            <a:pathLst>
              <a:path w="9525" h="9525">
                <a:moveTo>
                  <a:pt x="9525" y="9525"/>
                </a:moveTo>
                <a:lnTo>
                  <a:pt x="0" y="9525"/>
                </a:lnTo>
                <a:lnTo>
                  <a:pt x="0" y="0"/>
                </a:lnTo>
                <a:lnTo>
                  <a:pt x="9525" y="0"/>
                </a:lnTo>
                <a:lnTo>
                  <a:pt x="9525" y="9525"/>
                </a:lnTo>
                <a:close/>
              </a:path>
            </a:pathLst>
          </a:custGeom>
          <a:solidFill>
            <a:srgbClr val="C7C6C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52" name="object 252"/>
          <p:cNvSpPr/>
          <p:nvPr/>
        </p:nvSpPr>
        <p:spPr>
          <a:xfrm>
            <a:off x="5429250" y="4080272"/>
            <a:ext cx="9525" cy="9525"/>
          </a:xfrm>
          <a:custGeom>
            <a:avLst/>
            <a:gdLst/>
            <a:ahLst/>
            <a:cxnLst/>
            <a:rect l="l" t="t" r="r" b="b"/>
            <a:pathLst>
              <a:path w="9525" h="9525">
                <a:moveTo>
                  <a:pt x="9525" y="9525"/>
                </a:moveTo>
                <a:lnTo>
                  <a:pt x="0" y="9525"/>
                </a:lnTo>
                <a:lnTo>
                  <a:pt x="0" y="0"/>
                </a:lnTo>
                <a:lnTo>
                  <a:pt x="9525" y="0"/>
                </a:lnTo>
                <a:lnTo>
                  <a:pt x="9525" y="9525"/>
                </a:lnTo>
                <a:close/>
              </a:path>
            </a:pathLst>
          </a:custGeom>
          <a:solidFill>
            <a:srgbClr val="C7C6C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53" name="object 253"/>
          <p:cNvSpPr/>
          <p:nvPr/>
        </p:nvSpPr>
        <p:spPr>
          <a:xfrm>
            <a:off x="5486400" y="4080272"/>
            <a:ext cx="9525" cy="9525"/>
          </a:xfrm>
          <a:custGeom>
            <a:avLst/>
            <a:gdLst/>
            <a:ahLst/>
            <a:cxnLst/>
            <a:rect l="l" t="t" r="r" b="b"/>
            <a:pathLst>
              <a:path w="9525" h="9525">
                <a:moveTo>
                  <a:pt x="9525" y="9525"/>
                </a:moveTo>
                <a:lnTo>
                  <a:pt x="0" y="9525"/>
                </a:lnTo>
                <a:lnTo>
                  <a:pt x="0" y="0"/>
                </a:lnTo>
                <a:lnTo>
                  <a:pt x="9525" y="0"/>
                </a:lnTo>
                <a:lnTo>
                  <a:pt x="9525" y="9525"/>
                </a:lnTo>
                <a:close/>
              </a:path>
            </a:pathLst>
          </a:custGeom>
          <a:solidFill>
            <a:srgbClr val="C7C6C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54" name="object 254"/>
          <p:cNvSpPr/>
          <p:nvPr/>
        </p:nvSpPr>
        <p:spPr>
          <a:xfrm>
            <a:off x="5543550" y="4080272"/>
            <a:ext cx="9525" cy="9525"/>
          </a:xfrm>
          <a:custGeom>
            <a:avLst/>
            <a:gdLst/>
            <a:ahLst/>
            <a:cxnLst/>
            <a:rect l="l" t="t" r="r" b="b"/>
            <a:pathLst>
              <a:path w="9525" h="9525">
                <a:moveTo>
                  <a:pt x="9525" y="9525"/>
                </a:moveTo>
                <a:lnTo>
                  <a:pt x="0" y="9525"/>
                </a:lnTo>
                <a:lnTo>
                  <a:pt x="0" y="0"/>
                </a:lnTo>
                <a:lnTo>
                  <a:pt x="9525" y="0"/>
                </a:lnTo>
                <a:lnTo>
                  <a:pt x="9525" y="9525"/>
                </a:lnTo>
                <a:close/>
              </a:path>
            </a:pathLst>
          </a:custGeom>
          <a:solidFill>
            <a:srgbClr val="C7C6C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55" name="object 255"/>
          <p:cNvSpPr/>
          <p:nvPr/>
        </p:nvSpPr>
        <p:spPr>
          <a:xfrm>
            <a:off x="5600700" y="4080272"/>
            <a:ext cx="9525" cy="9525"/>
          </a:xfrm>
          <a:custGeom>
            <a:avLst/>
            <a:gdLst/>
            <a:ahLst/>
            <a:cxnLst/>
            <a:rect l="l" t="t" r="r" b="b"/>
            <a:pathLst>
              <a:path w="9525" h="9525">
                <a:moveTo>
                  <a:pt x="9525" y="9525"/>
                </a:moveTo>
                <a:lnTo>
                  <a:pt x="0" y="9525"/>
                </a:lnTo>
                <a:lnTo>
                  <a:pt x="0" y="0"/>
                </a:lnTo>
                <a:lnTo>
                  <a:pt x="9525" y="0"/>
                </a:lnTo>
                <a:lnTo>
                  <a:pt x="9525" y="9525"/>
                </a:lnTo>
                <a:close/>
              </a:path>
            </a:pathLst>
          </a:custGeom>
          <a:solidFill>
            <a:srgbClr val="C7C6C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56" name="object 256"/>
          <p:cNvSpPr/>
          <p:nvPr/>
        </p:nvSpPr>
        <p:spPr>
          <a:xfrm>
            <a:off x="5657850" y="4080272"/>
            <a:ext cx="9525" cy="9525"/>
          </a:xfrm>
          <a:custGeom>
            <a:avLst/>
            <a:gdLst/>
            <a:ahLst/>
            <a:cxnLst/>
            <a:rect l="l" t="t" r="r" b="b"/>
            <a:pathLst>
              <a:path w="9525" h="9525">
                <a:moveTo>
                  <a:pt x="9525" y="9525"/>
                </a:moveTo>
                <a:lnTo>
                  <a:pt x="0" y="9525"/>
                </a:lnTo>
                <a:lnTo>
                  <a:pt x="0" y="0"/>
                </a:lnTo>
                <a:lnTo>
                  <a:pt x="9525" y="0"/>
                </a:lnTo>
                <a:lnTo>
                  <a:pt x="9525" y="9525"/>
                </a:lnTo>
                <a:close/>
              </a:path>
            </a:pathLst>
          </a:custGeom>
          <a:solidFill>
            <a:srgbClr val="C7C6C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57" name="object 257"/>
          <p:cNvSpPr/>
          <p:nvPr/>
        </p:nvSpPr>
        <p:spPr>
          <a:xfrm>
            <a:off x="5715000" y="4080272"/>
            <a:ext cx="9525" cy="9525"/>
          </a:xfrm>
          <a:custGeom>
            <a:avLst/>
            <a:gdLst/>
            <a:ahLst/>
            <a:cxnLst/>
            <a:rect l="l" t="t" r="r" b="b"/>
            <a:pathLst>
              <a:path w="9525" h="9525">
                <a:moveTo>
                  <a:pt x="9525" y="9525"/>
                </a:moveTo>
                <a:lnTo>
                  <a:pt x="0" y="9525"/>
                </a:lnTo>
                <a:lnTo>
                  <a:pt x="0" y="0"/>
                </a:lnTo>
                <a:lnTo>
                  <a:pt x="9525" y="0"/>
                </a:lnTo>
                <a:lnTo>
                  <a:pt x="9525" y="9525"/>
                </a:lnTo>
                <a:close/>
              </a:path>
            </a:pathLst>
          </a:custGeom>
          <a:solidFill>
            <a:srgbClr val="C7C6C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58" name="object 258"/>
          <p:cNvSpPr/>
          <p:nvPr/>
        </p:nvSpPr>
        <p:spPr>
          <a:xfrm>
            <a:off x="5772150" y="4080272"/>
            <a:ext cx="9525" cy="9525"/>
          </a:xfrm>
          <a:custGeom>
            <a:avLst/>
            <a:gdLst/>
            <a:ahLst/>
            <a:cxnLst/>
            <a:rect l="l" t="t" r="r" b="b"/>
            <a:pathLst>
              <a:path w="9525" h="9525">
                <a:moveTo>
                  <a:pt x="9525" y="9525"/>
                </a:moveTo>
                <a:lnTo>
                  <a:pt x="0" y="9525"/>
                </a:lnTo>
                <a:lnTo>
                  <a:pt x="0" y="0"/>
                </a:lnTo>
                <a:lnTo>
                  <a:pt x="9525" y="0"/>
                </a:lnTo>
                <a:lnTo>
                  <a:pt x="9525" y="9525"/>
                </a:lnTo>
                <a:close/>
              </a:path>
            </a:pathLst>
          </a:custGeom>
          <a:solidFill>
            <a:srgbClr val="C7C6C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59" name="object 259"/>
          <p:cNvSpPr/>
          <p:nvPr/>
        </p:nvSpPr>
        <p:spPr>
          <a:xfrm>
            <a:off x="5829300" y="4080272"/>
            <a:ext cx="9525" cy="9525"/>
          </a:xfrm>
          <a:custGeom>
            <a:avLst/>
            <a:gdLst/>
            <a:ahLst/>
            <a:cxnLst/>
            <a:rect l="l" t="t" r="r" b="b"/>
            <a:pathLst>
              <a:path w="9525" h="9525">
                <a:moveTo>
                  <a:pt x="9525" y="9525"/>
                </a:moveTo>
                <a:lnTo>
                  <a:pt x="0" y="9525"/>
                </a:lnTo>
                <a:lnTo>
                  <a:pt x="0" y="0"/>
                </a:lnTo>
                <a:lnTo>
                  <a:pt x="9525" y="0"/>
                </a:lnTo>
                <a:lnTo>
                  <a:pt x="9525" y="9525"/>
                </a:lnTo>
                <a:close/>
              </a:path>
            </a:pathLst>
          </a:custGeom>
          <a:solidFill>
            <a:srgbClr val="C7C6C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60" name="object 260"/>
          <p:cNvSpPr/>
          <p:nvPr/>
        </p:nvSpPr>
        <p:spPr>
          <a:xfrm>
            <a:off x="5886450" y="4080272"/>
            <a:ext cx="9525" cy="9525"/>
          </a:xfrm>
          <a:custGeom>
            <a:avLst/>
            <a:gdLst/>
            <a:ahLst/>
            <a:cxnLst/>
            <a:rect l="l" t="t" r="r" b="b"/>
            <a:pathLst>
              <a:path w="9525" h="9525">
                <a:moveTo>
                  <a:pt x="9525" y="9525"/>
                </a:moveTo>
                <a:lnTo>
                  <a:pt x="0" y="9525"/>
                </a:lnTo>
                <a:lnTo>
                  <a:pt x="0" y="0"/>
                </a:lnTo>
                <a:lnTo>
                  <a:pt x="9525" y="0"/>
                </a:lnTo>
                <a:lnTo>
                  <a:pt x="9525" y="9525"/>
                </a:lnTo>
                <a:close/>
              </a:path>
            </a:pathLst>
          </a:custGeom>
          <a:solidFill>
            <a:srgbClr val="C7C6C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61" name="object 261"/>
          <p:cNvSpPr/>
          <p:nvPr/>
        </p:nvSpPr>
        <p:spPr>
          <a:xfrm>
            <a:off x="5943600" y="4080272"/>
            <a:ext cx="9525" cy="9525"/>
          </a:xfrm>
          <a:custGeom>
            <a:avLst/>
            <a:gdLst/>
            <a:ahLst/>
            <a:cxnLst/>
            <a:rect l="l" t="t" r="r" b="b"/>
            <a:pathLst>
              <a:path w="9525" h="9525">
                <a:moveTo>
                  <a:pt x="9525" y="9525"/>
                </a:moveTo>
                <a:lnTo>
                  <a:pt x="0" y="9525"/>
                </a:lnTo>
                <a:lnTo>
                  <a:pt x="0" y="0"/>
                </a:lnTo>
                <a:lnTo>
                  <a:pt x="9525" y="0"/>
                </a:lnTo>
                <a:lnTo>
                  <a:pt x="9525" y="9525"/>
                </a:lnTo>
                <a:close/>
              </a:path>
            </a:pathLst>
          </a:custGeom>
          <a:solidFill>
            <a:srgbClr val="C7C6C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62" name="object 262"/>
          <p:cNvSpPr/>
          <p:nvPr/>
        </p:nvSpPr>
        <p:spPr>
          <a:xfrm>
            <a:off x="6000750" y="4080272"/>
            <a:ext cx="9525" cy="9525"/>
          </a:xfrm>
          <a:custGeom>
            <a:avLst/>
            <a:gdLst/>
            <a:ahLst/>
            <a:cxnLst/>
            <a:rect l="l" t="t" r="r" b="b"/>
            <a:pathLst>
              <a:path w="9525" h="9525">
                <a:moveTo>
                  <a:pt x="9525" y="9525"/>
                </a:moveTo>
                <a:lnTo>
                  <a:pt x="0" y="9525"/>
                </a:lnTo>
                <a:lnTo>
                  <a:pt x="0" y="0"/>
                </a:lnTo>
                <a:lnTo>
                  <a:pt x="9525" y="0"/>
                </a:lnTo>
                <a:lnTo>
                  <a:pt x="9525" y="9525"/>
                </a:lnTo>
                <a:close/>
              </a:path>
            </a:pathLst>
          </a:custGeom>
          <a:solidFill>
            <a:srgbClr val="C7C6C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63" name="object 263"/>
          <p:cNvSpPr/>
          <p:nvPr/>
        </p:nvSpPr>
        <p:spPr>
          <a:xfrm>
            <a:off x="6057900" y="4080272"/>
            <a:ext cx="9525" cy="9525"/>
          </a:xfrm>
          <a:custGeom>
            <a:avLst/>
            <a:gdLst/>
            <a:ahLst/>
            <a:cxnLst/>
            <a:rect l="l" t="t" r="r" b="b"/>
            <a:pathLst>
              <a:path w="9525" h="9525">
                <a:moveTo>
                  <a:pt x="9525" y="9525"/>
                </a:moveTo>
                <a:lnTo>
                  <a:pt x="0" y="9525"/>
                </a:lnTo>
                <a:lnTo>
                  <a:pt x="0" y="0"/>
                </a:lnTo>
                <a:lnTo>
                  <a:pt x="9525" y="0"/>
                </a:lnTo>
                <a:lnTo>
                  <a:pt x="9525" y="9525"/>
                </a:lnTo>
                <a:close/>
              </a:path>
            </a:pathLst>
          </a:custGeom>
          <a:solidFill>
            <a:srgbClr val="C7C6C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64" name="object 264"/>
          <p:cNvSpPr/>
          <p:nvPr/>
        </p:nvSpPr>
        <p:spPr>
          <a:xfrm>
            <a:off x="6115050" y="4080272"/>
            <a:ext cx="9525" cy="9525"/>
          </a:xfrm>
          <a:custGeom>
            <a:avLst/>
            <a:gdLst/>
            <a:ahLst/>
            <a:cxnLst/>
            <a:rect l="l" t="t" r="r" b="b"/>
            <a:pathLst>
              <a:path w="9525" h="9525">
                <a:moveTo>
                  <a:pt x="9525" y="9525"/>
                </a:moveTo>
                <a:lnTo>
                  <a:pt x="0" y="9525"/>
                </a:lnTo>
                <a:lnTo>
                  <a:pt x="0" y="0"/>
                </a:lnTo>
                <a:lnTo>
                  <a:pt x="9525" y="0"/>
                </a:lnTo>
                <a:lnTo>
                  <a:pt x="9525" y="9525"/>
                </a:lnTo>
                <a:close/>
              </a:path>
            </a:pathLst>
          </a:custGeom>
          <a:solidFill>
            <a:srgbClr val="C7C6C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65" name="object 265"/>
          <p:cNvSpPr/>
          <p:nvPr/>
        </p:nvSpPr>
        <p:spPr>
          <a:xfrm>
            <a:off x="6172200" y="4080272"/>
            <a:ext cx="9525" cy="9525"/>
          </a:xfrm>
          <a:custGeom>
            <a:avLst/>
            <a:gdLst/>
            <a:ahLst/>
            <a:cxnLst/>
            <a:rect l="l" t="t" r="r" b="b"/>
            <a:pathLst>
              <a:path w="9525" h="9525">
                <a:moveTo>
                  <a:pt x="9525" y="9525"/>
                </a:moveTo>
                <a:lnTo>
                  <a:pt x="0" y="9525"/>
                </a:lnTo>
                <a:lnTo>
                  <a:pt x="0" y="0"/>
                </a:lnTo>
                <a:lnTo>
                  <a:pt x="9525" y="0"/>
                </a:lnTo>
                <a:lnTo>
                  <a:pt x="9525" y="9525"/>
                </a:lnTo>
                <a:close/>
              </a:path>
            </a:pathLst>
          </a:custGeom>
          <a:solidFill>
            <a:srgbClr val="C7C6C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66" name="object 266"/>
          <p:cNvSpPr/>
          <p:nvPr/>
        </p:nvSpPr>
        <p:spPr>
          <a:xfrm>
            <a:off x="6229350" y="4080272"/>
            <a:ext cx="9525" cy="9525"/>
          </a:xfrm>
          <a:custGeom>
            <a:avLst/>
            <a:gdLst/>
            <a:ahLst/>
            <a:cxnLst/>
            <a:rect l="l" t="t" r="r" b="b"/>
            <a:pathLst>
              <a:path w="9525" h="9525">
                <a:moveTo>
                  <a:pt x="9525" y="9525"/>
                </a:moveTo>
                <a:lnTo>
                  <a:pt x="0" y="9525"/>
                </a:lnTo>
                <a:lnTo>
                  <a:pt x="0" y="0"/>
                </a:lnTo>
                <a:lnTo>
                  <a:pt x="9525" y="0"/>
                </a:lnTo>
                <a:lnTo>
                  <a:pt x="9525" y="9525"/>
                </a:lnTo>
                <a:close/>
              </a:path>
            </a:pathLst>
          </a:custGeom>
          <a:solidFill>
            <a:srgbClr val="C7C6C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67" name="object 267"/>
          <p:cNvSpPr/>
          <p:nvPr/>
        </p:nvSpPr>
        <p:spPr>
          <a:xfrm>
            <a:off x="6286500" y="4080272"/>
            <a:ext cx="9525" cy="9525"/>
          </a:xfrm>
          <a:custGeom>
            <a:avLst/>
            <a:gdLst/>
            <a:ahLst/>
            <a:cxnLst/>
            <a:rect l="l" t="t" r="r" b="b"/>
            <a:pathLst>
              <a:path w="9525" h="9525">
                <a:moveTo>
                  <a:pt x="9525" y="9525"/>
                </a:moveTo>
                <a:lnTo>
                  <a:pt x="0" y="9525"/>
                </a:lnTo>
                <a:lnTo>
                  <a:pt x="0" y="0"/>
                </a:lnTo>
                <a:lnTo>
                  <a:pt x="9525" y="0"/>
                </a:lnTo>
                <a:lnTo>
                  <a:pt x="9525" y="9525"/>
                </a:lnTo>
                <a:close/>
              </a:path>
            </a:pathLst>
          </a:custGeom>
          <a:solidFill>
            <a:srgbClr val="C7C6C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68" name="object 268"/>
          <p:cNvSpPr/>
          <p:nvPr/>
        </p:nvSpPr>
        <p:spPr>
          <a:xfrm>
            <a:off x="6343650" y="4080272"/>
            <a:ext cx="9525" cy="9525"/>
          </a:xfrm>
          <a:custGeom>
            <a:avLst/>
            <a:gdLst/>
            <a:ahLst/>
            <a:cxnLst/>
            <a:rect l="l" t="t" r="r" b="b"/>
            <a:pathLst>
              <a:path w="9525" h="9525">
                <a:moveTo>
                  <a:pt x="9525" y="9525"/>
                </a:moveTo>
                <a:lnTo>
                  <a:pt x="0" y="9525"/>
                </a:lnTo>
                <a:lnTo>
                  <a:pt x="0" y="0"/>
                </a:lnTo>
                <a:lnTo>
                  <a:pt x="9525" y="0"/>
                </a:lnTo>
                <a:lnTo>
                  <a:pt x="9525" y="9525"/>
                </a:lnTo>
                <a:close/>
              </a:path>
            </a:pathLst>
          </a:custGeom>
          <a:solidFill>
            <a:srgbClr val="C7C6C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69" name="object 269"/>
          <p:cNvSpPr/>
          <p:nvPr/>
        </p:nvSpPr>
        <p:spPr>
          <a:xfrm>
            <a:off x="6400800" y="4080272"/>
            <a:ext cx="9525" cy="9525"/>
          </a:xfrm>
          <a:custGeom>
            <a:avLst/>
            <a:gdLst/>
            <a:ahLst/>
            <a:cxnLst/>
            <a:rect l="l" t="t" r="r" b="b"/>
            <a:pathLst>
              <a:path w="9525" h="9525">
                <a:moveTo>
                  <a:pt x="9525" y="9525"/>
                </a:moveTo>
                <a:lnTo>
                  <a:pt x="0" y="9525"/>
                </a:lnTo>
                <a:lnTo>
                  <a:pt x="0" y="0"/>
                </a:lnTo>
                <a:lnTo>
                  <a:pt x="9525" y="0"/>
                </a:lnTo>
                <a:lnTo>
                  <a:pt x="9525" y="9525"/>
                </a:lnTo>
                <a:close/>
              </a:path>
            </a:pathLst>
          </a:custGeom>
          <a:solidFill>
            <a:srgbClr val="C7C6C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70" name="object 270"/>
          <p:cNvSpPr/>
          <p:nvPr/>
        </p:nvSpPr>
        <p:spPr>
          <a:xfrm>
            <a:off x="6457950" y="4080272"/>
            <a:ext cx="9525" cy="9525"/>
          </a:xfrm>
          <a:custGeom>
            <a:avLst/>
            <a:gdLst/>
            <a:ahLst/>
            <a:cxnLst/>
            <a:rect l="l" t="t" r="r" b="b"/>
            <a:pathLst>
              <a:path w="9525" h="9525">
                <a:moveTo>
                  <a:pt x="9525" y="9525"/>
                </a:moveTo>
                <a:lnTo>
                  <a:pt x="0" y="9525"/>
                </a:lnTo>
                <a:lnTo>
                  <a:pt x="0" y="0"/>
                </a:lnTo>
                <a:lnTo>
                  <a:pt x="9525" y="0"/>
                </a:lnTo>
                <a:lnTo>
                  <a:pt x="9525" y="9525"/>
                </a:lnTo>
                <a:close/>
              </a:path>
            </a:pathLst>
          </a:custGeom>
          <a:solidFill>
            <a:srgbClr val="C7C6C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71" name="object 271"/>
          <p:cNvSpPr/>
          <p:nvPr/>
        </p:nvSpPr>
        <p:spPr>
          <a:xfrm>
            <a:off x="6515100" y="4080272"/>
            <a:ext cx="9525" cy="9525"/>
          </a:xfrm>
          <a:custGeom>
            <a:avLst/>
            <a:gdLst/>
            <a:ahLst/>
            <a:cxnLst/>
            <a:rect l="l" t="t" r="r" b="b"/>
            <a:pathLst>
              <a:path w="9525" h="9525">
                <a:moveTo>
                  <a:pt x="9525" y="9525"/>
                </a:moveTo>
                <a:lnTo>
                  <a:pt x="0" y="9525"/>
                </a:lnTo>
                <a:lnTo>
                  <a:pt x="0" y="0"/>
                </a:lnTo>
                <a:lnTo>
                  <a:pt x="9525" y="0"/>
                </a:lnTo>
                <a:lnTo>
                  <a:pt x="9525" y="9525"/>
                </a:lnTo>
                <a:close/>
              </a:path>
            </a:pathLst>
          </a:custGeom>
          <a:solidFill>
            <a:srgbClr val="C7C6C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72" name="object 272"/>
          <p:cNvSpPr txBox="1"/>
          <p:nvPr/>
        </p:nvSpPr>
        <p:spPr>
          <a:xfrm>
            <a:off x="3899693" y="3994646"/>
            <a:ext cx="189865" cy="1625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900" spc="-25" dirty="0">
                <a:solidFill>
                  <a:srgbClr val="605D5C"/>
                </a:solidFill>
                <a:latin typeface="Segoe UI"/>
                <a:cs typeface="Segoe UI"/>
              </a:rPr>
              <a:t>5M</a:t>
            </a:r>
            <a:endParaRPr sz="900">
              <a:latin typeface="Segoe UI"/>
              <a:cs typeface="Segoe UI"/>
            </a:endParaRPr>
          </a:p>
        </p:txBody>
      </p:sp>
      <p:sp>
        <p:nvSpPr>
          <p:cNvPr id="273" name="object 273"/>
          <p:cNvSpPr txBox="1"/>
          <p:nvPr/>
        </p:nvSpPr>
        <p:spPr>
          <a:xfrm>
            <a:off x="4995664" y="5346700"/>
            <a:ext cx="715010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spc="-80" dirty="0">
                <a:solidFill>
                  <a:srgbClr val="252423"/>
                </a:solidFill>
                <a:latin typeface="Tahoma"/>
                <a:cs typeface="Tahoma"/>
              </a:rPr>
              <a:t>cand_name</a:t>
            </a:r>
            <a:endParaRPr sz="1200">
              <a:latin typeface="Tahoma"/>
              <a:cs typeface="Tahoma"/>
            </a:endParaRPr>
          </a:p>
        </p:txBody>
      </p:sp>
      <p:sp>
        <p:nvSpPr>
          <p:cNvPr id="274" name="object 274"/>
          <p:cNvSpPr txBox="1"/>
          <p:nvPr/>
        </p:nvSpPr>
        <p:spPr>
          <a:xfrm>
            <a:off x="3697595" y="3682479"/>
            <a:ext cx="177800" cy="1071245"/>
          </a:xfrm>
          <a:prstGeom prst="rect">
            <a:avLst/>
          </a:prstGeom>
        </p:spPr>
        <p:txBody>
          <a:bodyPr vert="vert270" wrap="square" lIns="0" tIns="0" rIns="0" bIns="0" rtlCol="0">
            <a:spAutoFit/>
          </a:bodyPr>
          <a:lstStyle/>
          <a:p>
            <a:pPr marL="12700">
              <a:lnSpc>
                <a:spcPts val="1275"/>
              </a:lnSpc>
            </a:pPr>
            <a:r>
              <a:rPr sz="1200" spc="-80" dirty="0">
                <a:solidFill>
                  <a:srgbClr val="252423"/>
                </a:solidFill>
                <a:latin typeface="Tahoma"/>
                <a:cs typeface="Tahoma"/>
              </a:rPr>
              <a:t>Sum </a:t>
            </a:r>
            <a:r>
              <a:rPr sz="1200" spc="-75" dirty="0">
                <a:solidFill>
                  <a:srgbClr val="252423"/>
                </a:solidFill>
                <a:latin typeface="Tahoma"/>
                <a:cs typeface="Tahoma"/>
              </a:rPr>
              <a:t>of</a:t>
            </a:r>
            <a:r>
              <a:rPr sz="1200" spc="-80" dirty="0">
                <a:solidFill>
                  <a:srgbClr val="252423"/>
                </a:solidFill>
                <a:latin typeface="Tahoma"/>
                <a:cs typeface="Tahoma"/>
              </a:rPr>
              <a:t> </a:t>
            </a:r>
            <a:r>
              <a:rPr sz="1200" spc="-35" dirty="0">
                <a:solidFill>
                  <a:srgbClr val="252423"/>
                </a:solidFill>
                <a:latin typeface="Tahoma"/>
                <a:cs typeface="Tahoma"/>
              </a:rPr>
              <a:t>totvotpoll</a:t>
            </a:r>
            <a:endParaRPr sz="1200">
              <a:latin typeface="Tahoma"/>
              <a:cs typeface="Tahoma"/>
            </a:endParaRPr>
          </a:p>
        </p:txBody>
      </p:sp>
      <p:sp>
        <p:nvSpPr>
          <p:cNvPr id="275" name="object 275"/>
          <p:cNvSpPr txBox="1"/>
          <p:nvPr/>
        </p:nvSpPr>
        <p:spPr>
          <a:xfrm>
            <a:off x="4238854" y="4816425"/>
            <a:ext cx="2214245" cy="504190"/>
          </a:xfrm>
          <a:prstGeom prst="rect">
            <a:avLst/>
          </a:prstGeom>
        </p:spPr>
        <p:txBody>
          <a:bodyPr vert="vert270" wrap="square" lIns="0" tIns="21590" rIns="0" bIns="0" rtlCol="0">
            <a:spAutoFit/>
          </a:bodyPr>
          <a:lstStyle/>
          <a:p>
            <a:pPr marL="12700" algn="just">
              <a:lnSpc>
                <a:spcPct val="100000"/>
              </a:lnSpc>
              <a:spcBef>
                <a:spcPts val="170"/>
              </a:spcBef>
            </a:pPr>
            <a:r>
              <a:rPr sz="900" dirty="0">
                <a:solidFill>
                  <a:srgbClr val="605D5C"/>
                </a:solidFill>
                <a:latin typeface="Segoe UI"/>
                <a:cs typeface="Segoe UI"/>
              </a:rPr>
              <a:t>None</a:t>
            </a:r>
            <a:r>
              <a:rPr sz="900" spc="-25" dirty="0">
                <a:solidFill>
                  <a:srgbClr val="605D5C"/>
                </a:solidFill>
                <a:latin typeface="Segoe UI"/>
                <a:cs typeface="Segoe UI"/>
              </a:rPr>
              <a:t> O…</a:t>
            </a:r>
            <a:endParaRPr sz="900">
              <a:latin typeface="Segoe UI"/>
              <a:cs typeface="Segoe UI"/>
            </a:endParaRPr>
          </a:p>
          <a:p>
            <a:pPr marL="15240" marR="5080" indent="13335" algn="just">
              <a:lnSpc>
                <a:spcPct val="148500"/>
              </a:lnSpc>
            </a:pPr>
            <a:r>
              <a:rPr sz="900" dirty="0">
                <a:solidFill>
                  <a:srgbClr val="605D5C"/>
                </a:solidFill>
                <a:latin typeface="Segoe UI"/>
                <a:cs typeface="Segoe UI"/>
              </a:rPr>
              <a:t>Anil </a:t>
            </a:r>
            <a:r>
              <a:rPr sz="900" spc="-20" dirty="0">
                <a:solidFill>
                  <a:srgbClr val="605D5C"/>
                </a:solidFill>
                <a:latin typeface="Segoe UI"/>
                <a:cs typeface="Segoe UI"/>
              </a:rPr>
              <a:t>Basu </a:t>
            </a:r>
            <a:r>
              <a:rPr sz="900" spc="-10" dirty="0">
                <a:solidFill>
                  <a:srgbClr val="605D5C"/>
                </a:solidFill>
                <a:latin typeface="Segoe UI"/>
                <a:cs typeface="Segoe UI"/>
              </a:rPr>
              <a:t>Mullap… </a:t>
            </a:r>
            <a:r>
              <a:rPr sz="900" dirty="0">
                <a:solidFill>
                  <a:srgbClr val="605D5C"/>
                </a:solidFill>
                <a:latin typeface="Segoe UI"/>
                <a:cs typeface="Segoe UI"/>
              </a:rPr>
              <a:t>Ram</a:t>
            </a:r>
            <a:r>
              <a:rPr sz="900" spc="-20" dirty="0">
                <a:solidFill>
                  <a:srgbClr val="605D5C"/>
                </a:solidFill>
                <a:latin typeface="Segoe UI"/>
                <a:cs typeface="Segoe UI"/>
              </a:rPr>
              <a:t> Vil… </a:t>
            </a:r>
            <a:r>
              <a:rPr sz="900" spc="-10" dirty="0">
                <a:solidFill>
                  <a:srgbClr val="605D5C"/>
                </a:solidFill>
                <a:latin typeface="Segoe UI"/>
                <a:cs typeface="Segoe UI"/>
              </a:rPr>
              <a:t>Mamat… Rupcha… </a:t>
            </a:r>
            <a:r>
              <a:rPr sz="900" dirty="0">
                <a:solidFill>
                  <a:srgbClr val="605D5C"/>
                </a:solidFill>
                <a:latin typeface="Segoe UI"/>
                <a:cs typeface="Segoe UI"/>
              </a:rPr>
              <a:t>Sharad</a:t>
            </a:r>
            <a:r>
              <a:rPr sz="900" spc="-30" dirty="0">
                <a:solidFill>
                  <a:srgbClr val="605D5C"/>
                </a:solidFill>
                <a:latin typeface="Segoe UI"/>
                <a:cs typeface="Segoe UI"/>
              </a:rPr>
              <a:t> </a:t>
            </a:r>
            <a:r>
              <a:rPr sz="900" spc="-50" dirty="0">
                <a:solidFill>
                  <a:srgbClr val="605D5C"/>
                </a:solidFill>
                <a:latin typeface="Segoe UI"/>
                <a:cs typeface="Segoe UI"/>
              </a:rPr>
              <a:t>…</a:t>
            </a:r>
            <a:r>
              <a:rPr sz="900" spc="-10" dirty="0">
                <a:solidFill>
                  <a:srgbClr val="605D5C"/>
                </a:solidFill>
                <a:latin typeface="Segoe UI"/>
                <a:cs typeface="Segoe UI"/>
              </a:rPr>
              <a:t> Hannan… </a:t>
            </a:r>
            <a:r>
              <a:rPr sz="900" dirty="0">
                <a:solidFill>
                  <a:srgbClr val="605D5C"/>
                </a:solidFill>
                <a:latin typeface="Segoe UI"/>
                <a:cs typeface="Segoe UI"/>
              </a:rPr>
              <a:t>Indrajit </a:t>
            </a:r>
            <a:r>
              <a:rPr sz="900" spc="-50" dirty="0">
                <a:solidFill>
                  <a:srgbClr val="605D5C"/>
                </a:solidFill>
                <a:latin typeface="Segoe UI"/>
                <a:cs typeface="Segoe UI"/>
              </a:rPr>
              <a:t>…</a:t>
            </a:r>
            <a:r>
              <a:rPr sz="900" dirty="0">
                <a:solidFill>
                  <a:srgbClr val="605D5C"/>
                </a:solidFill>
                <a:latin typeface="Segoe UI"/>
                <a:cs typeface="Segoe UI"/>
              </a:rPr>
              <a:t> Pawar</a:t>
            </a:r>
            <a:r>
              <a:rPr sz="900" spc="-55" dirty="0">
                <a:solidFill>
                  <a:srgbClr val="605D5C"/>
                </a:solidFill>
                <a:latin typeface="Segoe UI"/>
                <a:cs typeface="Segoe UI"/>
              </a:rPr>
              <a:t> </a:t>
            </a:r>
            <a:r>
              <a:rPr sz="900" spc="-25" dirty="0">
                <a:solidFill>
                  <a:srgbClr val="605D5C"/>
                </a:solidFill>
                <a:latin typeface="Segoe UI"/>
                <a:cs typeface="Segoe UI"/>
              </a:rPr>
              <a:t>S… </a:t>
            </a:r>
            <a:r>
              <a:rPr sz="900" spc="-10" dirty="0">
                <a:solidFill>
                  <a:srgbClr val="605D5C"/>
                </a:solidFill>
                <a:latin typeface="Segoe UI"/>
                <a:cs typeface="Segoe UI"/>
              </a:rPr>
              <a:t>Mulaya…</a:t>
            </a:r>
            <a:endParaRPr sz="900">
              <a:latin typeface="Segoe UI"/>
              <a:cs typeface="Segoe UI"/>
            </a:endParaRPr>
          </a:p>
        </p:txBody>
      </p:sp>
      <p:sp>
        <p:nvSpPr>
          <p:cNvPr id="276" name="object 276"/>
          <p:cNvSpPr/>
          <p:nvPr/>
        </p:nvSpPr>
        <p:spPr>
          <a:xfrm>
            <a:off x="6289784" y="4357055"/>
            <a:ext cx="152400" cy="412115"/>
          </a:xfrm>
          <a:custGeom>
            <a:avLst/>
            <a:gdLst/>
            <a:ahLst/>
            <a:cxnLst/>
            <a:rect l="l" t="t" r="r" b="b"/>
            <a:pathLst>
              <a:path w="152400" h="412114">
                <a:moveTo>
                  <a:pt x="152400" y="411794"/>
                </a:moveTo>
                <a:lnTo>
                  <a:pt x="0" y="411794"/>
                </a:lnTo>
                <a:lnTo>
                  <a:pt x="0" y="0"/>
                </a:lnTo>
                <a:lnTo>
                  <a:pt x="152400" y="0"/>
                </a:lnTo>
                <a:lnTo>
                  <a:pt x="152400" y="411794"/>
                </a:lnTo>
                <a:close/>
              </a:path>
            </a:pathLst>
          </a:custGeom>
          <a:solidFill>
            <a:srgbClr val="0C3C37"/>
          </a:solidFill>
        </p:spPr>
        <p:txBody>
          <a:bodyPr wrap="square" lIns="0" tIns="0" rIns="0" bIns="0" rtlCol="0"/>
          <a:lstStyle/>
          <a:p>
            <a:endParaRPr/>
          </a:p>
        </p:txBody>
      </p:sp>
      <p:grpSp>
        <p:nvGrpSpPr>
          <p:cNvPr id="277" name="object 277"/>
          <p:cNvGrpSpPr/>
          <p:nvPr/>
        </p:nvGrpSpPr>
        <p:grpSpPr>
          <a:xfrm>
            <a:off x="4253405" y="3942151"/>
            <a:ext cx="152400" cy="826769"/>
            <a:chOff x="4253405" y="3942151"/>
            <a:chExt cx="152400" cy="826769"/>
          </a:xfrm>
        </p:grpSpPr>
        <p:sp>
          <p:nvSpPr>
            <p:cNvPr id="278" name="object 278"/>
            <p:cNvSpPr/>
            <p:nvPr/>
          </p:nvSpPr>
          <p:spPr>
            <a:xfrm>
              <a:off x="4253405" y="4768634"/>
              <a:ext cx="152400" cy="635"/>
            </a:xfrm>
            <a:custGeom>
              <a:avLst/>
              <a:gdLst/>
              <a:ahLst/>
              <a:cxnLst/>
              <a:rect l="l" t="t" r="r" b="b"/>
              <a:pathLst>
                <a:path w="152400" h="635">
                  <a:moveTo>
                    <a:pt x="152399" y="215"/>
                  </a:moveTo>
                  <a:lnTo>
                    <a:pt x="0" y="215"/>
                  </a:lnTo>
                  <a:lnTo>
                    <a:pt x="0" y="0"/>
                  </a:lnTo>
                  <a:lnTo>
                    <a:pt x="152399" y="0"/>
                  </a:lnTo>
                  <a:lnTo>
                    <a:pt x="152399" y="215"/>
                  </a:lnTo>
                  <a:close/>
                </a:path>
              </a:pathLst>
            </a:custGeom>
            <a:solidFill>
              <a:srgbClr val="118C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79" name="object 279"/>
            <p:cNvSpPr/>
            <p:nvPr/>
          </p:nvSpPr>
          <p:spPr>
            <a:xfrm>
              <a:off x="4253405" y="4721735"/>
              <a:ext cx="152400" cy="46990"/>
            </a:xfrm>
            <a:custGeom>
              <a:avLst/>
              <a:gdLst/>
              <a:ahLst/>
              <a:cxnLst/>
              <a:rect l="l" t="t" r="r" b="b"/>
              <a:pathLst>
                <a:path w="152400" h="46989">
                  <a:moveTo>
                    <a:pt x="152399" y="46899"/>
                  </a:moveTo>
                  <a:lnTo>
                    <a:pt x="0" y="46899"/>
                  </a:lnTo>
                  <a:lnTo>
                    <a:pt x="0" y="0"/>
                  </a:lnTo>
                  <a:lnTo>
                    <a:pt x="152399" y="0"/>
                  </a:lnTo>
                  <a:lnTo>
                    <a:pt x="152399" y="46899"/>
                  </a:lnTo>
                  <a:close/>
                </a:path>
              </a:pathLst>
            </a:custGeom>
            <a:solidFill>
              <a:srgbClr val="12239D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80" name="object 280"/>
            <p:cNvSpPr/>
            <p:nvPr/>
          </p:nvSpPr>
          <p:spPr>
            <a:xfrm>
              <a:off x="4253405" y="4720864"/>
              <a:ext cx="152400" cy="1270"/>
            </a:xfrm>
            <a:custGeom>
              <a:avLst/>
              <a:gdLst/>
              <a:ahLst/>
              <a:cxnLst/>
              <a:rect l="l" t="t" r="r" b="b"/>
              <a:pathLst>
                <a:path w="152400" h="1270">
                  <a:moveTo>
                    <a:pt x="152399" y="870"/>
                  </a:moveTo>
                  <a:lnTo>
                    <a:pt x="0" y="870"/>
                  </a:lnTo>
                  <a:lnTo>
                    <a:pt x="0" y="0"/>
                  </a:lnTo>
                  <a:lnTo>
                    <a:pt x="152399" y="0"/>
                  </a:lnTo>
                  <a:lnTo>
                    <a:pt x="152399" y="870"/>
                  </a:lnTo>
                  <a:close/>
                </a:path>
              </a:pathLst>
            </a:custGeom>
            <a:solidFill>
              <a:srgbClr val="E66B37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81" name="object 281"/>
            <p:cNvSpPr/>
            <p:nvPr/>
          </p:nvSpPr>
          <p:spPr>
            <a:xfrm>
              <a:off x="4253405" y="4700612"/>
              <a:ext cx="152400" cy="20320"/>
            </a:xfrm>
            <a:custGeom>
              <a:avLst/>
              <a:gdLst/>
              <a:ahLst/>
              <a:cxnLst/>
              <a:rect l="l" t="t" r="r" b="b"/>
              <a:pathLst>
                <a:path w="152400" h="20320">
                  <a:moveTo>
                    <a:pt x="152399" y="20252"/>
                  </a:moveTo>
                  <a:lnTo>
                    <a:pt x="0" y="20252"/>
                  </a:lnTo>
                  <a:lnTo>
                    <a:pt x="0" y="0"/>
                  </a:lnTo>
                  <a:lnTo>
                    <a:pt x="152399" y="0"/>
                  </a:lnTo>
                  <a:lnTo>
                    <a:pt x="152399" y="20252"/>
                  </a:lnTo>
                  <a:close/>
                </a:path>
              </a:pathLst>
            </a:custGeom>
            <a:solidFill>
              <a:srgbClr val="6A007B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82" name="object 282"/>
            <p:cNvSpPr/>
            <p:nvPr/>
          </p:nvSpPr>
          <p:spPr>
            <a:xfrm>
              <a:off x="4253405" y="4620604"/>
              <a:ext cx="152400" cy="80010"/>
            </a:xfrm>
            <a:custGeom>
              <a:avLst/>
              <a:gdLst/>
              <a:ahLst/>
              <a:cxnLst/>
              <a:rect l="l" t="t" r="r" b="b"/>
              <a:pathLst>
                <a:path w="152400" h="80010">
                  <a:moveTo>
                    <a:pt x="152399" y="80007"/>
                  </a:moveTo>
                  <a:lnTo>
                    <a:pt x="0" y="80007"/>
                  </a:lnTo>
                  <a:lnTo>
                    <a:pt x="0" y="0"/>
                  </a:lnTo>
                  <a:lnTo>
                    <a:pt x="152399" y="0"/>
                  </a:lnTo>
                  <a:lnTo>
                    <a:pt x="152399" y="80007"/>
                  </a:lnTo>
                  <a:close/>
                </a:path>
              </a:pathLst>
            </a:custGeom>
            <a:solidFill>
              <a:srgbClr val="DF44A6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283" name="object 283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4253405" y="4420702"/>
              <a:ext cx="152399" cy="199902"/>
            </a:xfrm>
            <a:prstGeom prst="rect">
              <a:avLst/>
            </a:prstGeom>
          </p:spPr>
        </p:pic>
        <p:sp>
          <p:nvSpPr>
            <p:cNvPr id="284" name="object 284"/>
            <p:cNvSpPr/>
            <p:nvPr/>
          </p:nvSpPr>
          <p:spPr>
            <a:xfrm>
              <a:off x="4253405" y="4366723"/>
              <a:ext cx="152400" cy="53975"/>
            </a:xfrm>
            <a:custGeom>
              <a:avLst/>
              <a:gdLst/>
              <a:ahLst/>
              <a:cxnLst/>
              <a:rect l="l" t="t" r="r" b="b"/>
              <a:pathLst>
                <a:path w="152400" h="53975">
                  <a:moveTo>
                    <a:pt x="152399" y="53962"/>
                  </a:moveTo>
                  <a:lnTo>
                    <a:pt x="0" y="53962"/>
                  </a:lnTo>
                  <a:lnTo>
                    <a:pt x="0" y="0"/>
                  </a:lnTo>
                  <a:lnTo>
                    <a:pt x="152399" y="0"/>
                  </a:lnTo>
                  <a:lnTo>
                    <a:pt x="152399" y="53962"/>
                  </a:lnTo>
                  <a:close/>
                </a:path>
              </a:pathLst>
            </a:custGeom>
            <a:solidFill>
              <a:srgbClr val="FF62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85" name="object 285"/>
            <p:cNvSpPr/>
            <p:nvPr/>
          </p:nvSpPr>
          <p:spPr>
            <a:xfrm>
              <a:off x="4253405" y="4307069"/>
              <a:ext cx="152400" cy="59690"/>
            </a:xfrm>
            <a:custGeom>
              <a:avLst/>
              <a:gdLst/>
              <a:ahLst/>
              <a:cxnLst/>
              <a:rect l="l" t="t" r="r" b="b"/>
              <a:pathLst>
                <a:path w="152400" h="59689">
                  <a:moveTo>
                    <a:pt x="152399" y="59654"/>
                  </a:moveTo>
                  <a:lnTo>
                    <a:pt x="0" y="59654"/>
                  </a:lnTo>
                  <a:lnTo>
                    <a:pt x="0" y="0"/>
                  </a:lnTo>
                  <a:lnTo>
                    <a:pt x="152399" y="0"/>
                  </a:lnTo>
                  <a:lnTo>
                    <a:pt x="152399" y="59654"/>
                  </a:lnTo>
                  <a:close/>
                </a:path>
              </a:pathLst>
            </a:custGeom>
            <a:solidFill>
              <a:srgbClr val="99008A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286" name="object 286"/>
            <p:cNvPicPr/>
            <p:nvPr/>
          </p:nvPicPr>
          <p:blipFill>
            <a:blip r:embed="rId8" cstate="print"/>
            <a:stretch>
              <a:fillRect/>
            </a:stretch>
          </p:blipFill>
          <p:spPr>
            <a:xfrm>
              <a:off x="4253405" y="4027443"/>
              <a:ext cx="152399" cy="279625"/>
            </a:xfrm>
            <a:prstGeom prst="rect">
              <a:avLst/>
            </a:prstGeom>
          </p:spPr>
        </p:pic>
        <p:sp>
          <p:nvSpPr>
            <p:cNvPr id="287" name="object 287"/>
            <p:cNvSpPr/>
            <p:nvPr/>
          </p:nvSpPr>
          <p:spPr>
            <a:xfrm>
              <a:off x="4253405" y="4020827"/>
              <a:ext cx="152400" cy="6985"/>
            </a:xfrm>
            <a:custGeom>
              <a:avLst/>
              <a:gdLst/>
              <a:ahLst/>
              <a:cxnLst/>
              <a:rect l="l" t="t" r="r" b="b"/>
              <a:pathLst>
                <a:path w="152400" h="6985">
                  <a:moveTo>
                    <a:pt x="152399" y="6616"/>
                  </a:moveTo>
                  <a:lnTo>
                    <a:pt x="0" y="6616"/>
                  </a:lnTo>
                  <a:lnTo>
                    <a:pt x="0" y="0"/>
                  </a:lnTo>
                  <a:lnTo>
                    <a:pt x="152399" y="0"/>
                  </a:lnTo>
                  <a:lnTo>
                    <a:pt x="152399" y="6616"/>
                  </a:lnTo>
                  <a:close/>
                </a:path>
              </a:pathLst>
            </a:custGeom>
            <a:solidFill>
              <a:srgbClr val="0A501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88" name="object 288"/>
            <p:cNvSpPr/>
            <p:nvPr/>
          </p:nvSpPr>
          <p:spPr>
            <a:xfrm>
              <a:off x="4253405" y="3942151"/>
              <a:ext cx="152400" cy="78740"/>
            </a:xfrm>
            <a:custGeom>
              <a:avLst/>
              <a:gdLst/>
              <a:ahLst/>
              <a:cxnLst/>
              <a:rect l="l" t="t" r="r" b="b"/>
              <a:pathLst>
                <a:path w="152400" h="78739">
                  <a:moveTo>
                    <a:pt x="152399" y="78676"/>
                  </a:moveTo>
                  <a:lnTo>
                    <a:pt x="0" y="78676"/>
                  </a:lnTo>
                  <a:lnTo>
                    <a:pt x="0" y="0"/>
                  </a:lnTo>
                  <a:lnTo>
                    <a:pt x="152399" y="0"/>
                  </a:lnTo>
                  <a:lnTo>
                    <a:pt x="152399" y="78676"/>
                  </a:lnTo>
                  <a:close/>
                </a:path>
              </a:pathLst>
            </a:custGeom>
            <a:solidFill>
              <a:srgbClr val="FDB05C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289" name="object 289"/>
          <p:cNvGrpSpPr/>
          <p:nvPr/>
        </p:nvGrpSpPr>
        <p:grpSpPr>
          <a:xfrm>
            <a:off x="4457043" y="4285007"/>
            <a:ext cx="356235" cy="483870"/>
            <a:chOff x="4457043" y="4285007"/>
            <a:chExt cx="356235" cy="483870"/>
          </a:xfrm>
        </p:grpSpPr>
        <p:sp>
          <p:nvSpPr>
            <p:cNvPr id="290" name="object 290"/>
            <p:cNvSpPr/>
            <p:nvPr/>
          </p:nvSpPr>
          <p:spPr>
            <a:xfrm>
              <a:off x="4660681" y="4306493"/>
              <a:ext cx="152400" cy="462915"/>
            </a:xfrm>
            <a:custGeom>
              <a:avLst/>
              <a:gdLst/>
              <a:ahLst/>
              <a:cxnLst/>
              <a:rect l="l" t="t" r="r" b="b"/>
              <a:pathLst>
                <a:path w="152400" h="462914">
                  <a:moveTo>
                    <a:pt x="152400" y="462356"/>
                  </a:moveTo>
                  <a:lnTo>
                    <a:pt x="0" y="462356"/>
                  </a:lnTo>
                  <a:lnTo>
                    <a:pt x="0" y="0"/>
                  </a:lnTo>
                  <a:lnTo>
                    <a:pt x="152400" y="0"/>
                  </a:lnTo>
                  <a:lnTo>
                    <a:pt x="152400" y="462356"/>
                  </a:lnTo>
                  <a:close/>
                </a:path>
              </a:pathLst>
            </a:custGeom>
            <a:solidFill>
              <a:srgbClr val="0090D5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91" name="object 291"/>
            <p:cNvSpPr/>
            <p:nvPr/>
          </p:nvSpPr>
          <p:spPr>
            <a:xfrm>
              <a:off x="4457043" y="4285007"/>
              <a:ext cx="152400" cy="483870"/>
            </a:xfrm>
            <a:custGeom>
              <a:avLst/>
              <a:gdLst/>
              <a:ahLst/>
              <a:cxnLst/>
              <a:rect l="l" t="t" r="r" b="b"/>
              <a:pathLst>
                <a:path w="152400" h="483870">
                  <a:moveTo>
                    <a:pt x="152399" y="483842"/>
                  </a:moveTo>
                  <a:lnTo>
                    <a:pt x="0" y="483842"/>
                  </a:lnTo>
                  <a:lnTo>
                    <a:pt x="0" y="0"/>
                  </a:lnTo>
                  <a:lnTo>
                    <a:pt x="152399" y="0"/>
                  </a:lnTo>
                  <a:lnTo>
                    <a:pt x="152399" y="483842"/>
                  </a:lnTo>
                  <a:close/>
                </a:path>
              </a:pathLst>
            </a:custGeom>
            <a:solidFill>
              <a:srgbClr val="FDB05C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292" name="object 292"/>
          <p:cNvGrpSpPr/>
          <p:nvPr/>
        </p:nvGrpSpPr>
        <p:grpSpPr>
          <a:xfrm>
            <a:off x="4864318" y="4310052"/>
            <a:ext cx="1374775" cy="459105"/>
            <a:chOff x="4864318" y="4310052"/>
            <a:chExt cx="1374775" cy="459105"/>
          </a:xfrm>
        </p:grpSpPr>
        <p:sp>
          <p:nvSpPr>
            <p:cNvPr id="293" name="object 293"/>
            <p:cNvSpPr/>
            <p:nvPr/>
          </p:nvSpPr>
          <p:spPr>
            <a:xfrm>
              <a:off x="4864315" y="4310062"/>
              <a:ext cx="763905" cy="459105"/>
            </a:xfrm>
            <a:custGeom>
              <a:avLst/>
              <a:gdLst/>
              <a:ahLst/>
              <a:cxnLst/>
              <a:rect l="l" t="t" r="r" b="b"/>
              <a:pathLst>
                <a:path w="763904" h="459104">
                  <a:moveTo>
                    <a:pt x="152400" y="0"/>
                  </a:moveTo>
                  <a:lnTo>
                    <a:pt x="0" y="0"/>
                  </a:lnTo>
                  <a:lnTo>
                    <a:pt x="0" y="458800"/>
                  </a:lnTo>
                  <a:lnTo>
                    <a:pt x="152400" y="458800"/>
                  </a:lnTo>
                  <a:lnTo>
                    <a:pt x="152400" y="0"/>
                  </a:lnTo>
                  <a:close/>
                </a:path>
                <a:path w="763904" h="459104">
                  <a:moveTo>
                    <a:pt x="763308" y="135051"/>
                  </a:moveTo>
                  <a:lnTo>
                    <a:pt x="610908" y="135051"/>
                  </a:lnTo>
                  <a:lnTo>
                    <a:pt x="610908" y="458800"/>
                  </a:lnTo>
                  <a:lnTo>
                    <a:pt x="763308" y="458800"/>
                  </a:lnTo>
                  <a:lnTo>
                    <a:pt x="763308" y="135051"/>
                  </a:lnTo>
                  <a:close/>
                </a:path>
              </a:pathLst>
            </a:custGeom>
            <a:solidFill>
              <a:srgbClr val="DF44A6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94" name="object 294"/>
            <p:cNvSpPr/>
            <p:nvPr/>
          </p:nvSpPr>
          <p:spPr>
            <a:xfrm>
              <a:off x="5475232" y="4418325"/>
              <a:ext cx="152400" cy="27305"/>
            </a:xfrm>
            <a:custGeom>
              <a:avLst/>
              <a:gdLst/>
              <a:ahLst/>
              <a:cxnLst/>
              <a:rect l="l" t="t" r="r" b="b"/>
              <a:pathLst>
                <a:path w="152400" h="27304">
                  <a:moveTo>
                    <a:pt x="152399" y="26787"/>
                  </a:moveTo>
                  <a:lnTo>
                    <a:pt x="0" y="26787"/>
                  </a:lnTo>
                  <a:lnTo>
                    <a:pt x="0" y="0"/>
                  </a:lnTo>
                  <a:lnTo>
                    <a:pt x="152399" y="0"/>
                  </a:lnTo>
                  <a:lnTo>
                    <a:pt x="152399" y="26787"/>
                  </a:lnTo>
                  <a:close/>
                </a:path>
              </a:pathLst>
            </a:custGeom>
            <a:solidFill>
              <a:srgbClr val="FF62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95" name="object 295"/>
            <p:cNvSpPr/>
            <p:nvPr/>
          </p:nvSpPr>
          <p:spPr>
            <a:xfrm>
              <a:off x="6086146" y="4356482"/>
              <a:ext cx="152400" cy="412750"/>
            </a:xfrm>
            <a:custGeom>
              <a:avLst/>
              <a:gdLst/>
              <a:ahLst/>
              <a:cxnLst/>
              <a:rect l="l" t="t" r="r" b="b"/>
              <a:pathLst>
                <a:path w="152400" h="412750">
                  <a:moveTo>
                    <a:pt x="152399" y="412368"/>
                  </a:moveTo>
                  <a:lnTo>
                    <a:pt x="0" y="412368"/>
                  </a:lnTo>
                  <a:lnTo>
                    <a:pt x="0" y="0"/>
                  </a:lnTo>
                  <a:lnTo>
                    <a:pt x="152399" y="0"/>
                  </a:lnTo>
                  <a:lnTo>
                    <a:pt x="152399" y="412368"/>
                  </a:lnTo>
                  <a:close/>
                </a:path>
              </a:pathLst>
            </a:custGeom>
            <a:solidFill>
              <a:srgbClr val="99008A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96" name="object 296"/>
            <p:cNvSpPr/>
            <p:nvPr/>
          </p:nvSpPr>
          <p:spPr>
            <a:xfrm>
              <a:off x="5475232" y="4348658"/>
              <a:ext cx="152400" cy="69850"/>
            </a:xfrm>
            <a:custGeom>
              <a:avLst/>
              <a:gdLst/>
              <a:ahLst/>
              <a:cxnLst/>
              <a:rect l="l" t="t" r="r" b="b"/>
              <a:pathLst>
                <a:path w="152400" h="69850">
                  <a:moveTo>
                    <a:pt x="152399" y="69666"/>
                  </a:moveTo>
                  <a:lnTo>
                    <a:pt x="0" y="69666"/>
                  </a:lnTo>
                  <a:lnTo>
                    <a:pt x="0" y="0"/>
                  </a:lnTo>
                  <a:lnTo>
                    <a:pt x="152399" y="0"/>
                  </a:lnTo>
                  <a:lnTo>
                    <a:pt x="152399" y="69666"/>
                  </a:lnTo>
                  <a:close/>
                </a:path>
              </a:pathLst>
            </a:custGeom>
            <a:solidFill>
              <a:srgbClr val="0C3C37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97" name="object 297"/>
            <p:cNvSpPr/>
            <p:nvPr/>
          </p:nvSpPr>
          <p:spPr>
            <a:xfrm>
              <a:off x="5067947" y="4338853"/>
              <a:ext cx="967105" cy="430530"/>
            </a:xfrm>
            <a:custGeom>
              <a:avLst/>
              <a:gdLst/>
              <a:ahLst/>
              <a:cxnLst/>
              <a:rect l="l" t="t" r="r" b="b"/>
              <a:pathLst>
                <a:path w="967104" h="430529">
                  <a:moveTo>
                    <a:pt x="152400" y="0"/>
                  </a:moveTo>
                  <a:lnTo>
                    <a:pt x="0" y="0"/>
                  </a:lnTo>
                  <a:lnTo>
                    <a:pt x="0" y="430009"/>
                  </a:lnTo>
                  <a:lnTo>
                    <a:pt x="152400" y="430009"/>
                  </a:lnTo>
                  <a:lnTo>
                    <a:pt x="152400" y="0"/>
                  </a:lnTo>
                  <a:close/>
                </a:path>
                <a:path w="967104" h="430529">
                  <a:moveTo>
                    <a:pt x="356044" y="254"/>
                  </a:moveTo>
                  <a:lnTo>
                    <a:pt x="203644" y="254"/>
                  </a:lnTo>
                  <a:lnTo>
                    <a:pt x="203644" y="430009"/>
                  </a:lnTo>
                  <a:lnTo>
                    <a:pt x="356044" y="430009"/>
                  </a:lnTo>
                  <a:lnTo>
                    <a:pt x="356044" y="254"/>
                  </a:lnTo>
                  <a:close/>
                </a:path>
                <a:path w="967104" h="430529">
                  <a:moveTo>
                    <a:pt x="763320" y="10337"/>
                  </a:moveTo>
                  <a:lnTo>
                    <a:pt x="610920" y="10337"/>
                  </a:lnTo>
                  <a:lnTo>
                    <a:pt x="610920" y="430009"/>
                  </a:lnTo>
                  <a:lnTo>
                    <a:pt x="763320" y="430009"/>
                  </a:lnTo>
                  <a:lnTo>
                    <a:pt x="763320" y="10337"/>
                  </a:lnTo>
                  <a:close/>
                </a:path>
                <a:path w="967104" h="430529">
                  <a:moveTo>
                    <a:pt x="966952" y="16738"/>
                  </a:moveTo>
                  <a:lnTo>
                    <a:pt x="814552" y="16738"/>
                  </a:lnTo>
                  <a:lnTo>
                    <a:pt x="814552" y="430009"/>
                  </a:lnTo>
                  <a:lnTo>
                    <a:pt x="966952" y="430009"/>
                  </a:lnTo>
                  <a:lnTo>
                    <a:pt x="966952" y="16738"/>
                  </a:lnTo>
                  <a:close/>
                </a:path>
              </a:pathLst>
            </a:custGeom>
            <a:solidFill>
              <a:srgbClr val="FDB05C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298" name="object 298"/>
          <p:cNvGrpSpPr/>
          <p:nvPr/>
        </p:nvGrpSpPr>
        <p:grpSpPr>
          <a:xfrm>
            <a:off x="4167187" y="5535612"/>
            <a:ext cx="2367280" cy="85725"/>
            <a:chOff x="4167187" y="5535612"/>
            <a:chExt cx="2367280" cy="85725"/>
          </a:xfrm>
        </p:grpSpPr>
        <p:sp>
          <p:nvSpPr>
            <p:cNvPr id="299" name="object 299"/>
            <p:cNvSpPr/>
            <p:nvPr/>
          </p:nvSpPr>
          <p:spPr>
            <a:xfrm>
              <a:off x="4171950" y="5540375"/>
              <a:ext cx="2362200" cy="76200"/>
            </a:xfrm>
            <a:custGeom>
              <a:avLst/>
              <a:gdLst/>
              <a:ahLst/>
              <a:cxnLst/>
              <a:rect l="l" t="t" r="r" b="b"/>
              <a:pathLst>
                <a:path w="2362200" h="76200">
                  <a:moveTo>
                    <a:pt x="2329152" y="76199"/>
                  </a:moveTo>
                  <a:lnTo>
                    <a:pt x="33047" y="76199"/>
                  </a:lnTo>
                  <a:lnTo>
                    <a:pt x="28187" y="75233"/>
                  </a:lnTo>
                  <a:lnTo>
                    <a:pt x="966" y="48012"/>
                  </a:lnTo>
                  <a:lnTo>
                    <a:pt x="0" y="43152"/>
                  </a:lnTo>
                  <a:lnTo>
                    <a:pt x="0" y="33047"/>
                  </a:lnTo>
                  <a:lnTo>
                    <a:pt x="28187" y="966"/>
                  </a:lnTo>
                  <a:lnTo>
                    <a:pt x="33047" y="0"/>
                  </a:lnTo>
                  <a:lnTo>
                    <a:pt x="38100" y="0"/>
                  </a:lnTo>
                  <a:lnTo>
                    <a:pt x="2329152" y="0"/>
                  </a:lnTo>
                  <a:lnTo>
                    <a:pt x="2361233" y="28187"/>
                  </a:lnTo>
                  <a:lnTo>
                    <a:pt x="2362199" y="33047"/>
                  </a:lnTo>
                  <a:lnTo>
                    <a:pt x="2362199" y="43152"/>
                  </a:lnTo>
                  <a:lnTo>
                    <a:pt x="2334012" y="75233"/>
                  </a:lnTo>
                  <a:lnTo>
                    <a:pt x="2329152" y="76199"/>
                  </a:lnTo>
                  <a:close/>
                </a:path>
              </a:pathLst>
            </a:custGeom>
            <a:solidFill>
              <a:srgbClr val="E1E1E1">
                <a:alpha val="50000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300" name="object 300"/>
            <p:cNvPicPr/>
            <p:nvPr/>
          </p:nvPicPr>
          <p:blipFill>
            <a:blip r:embed="rId9" cstate="print"/>
            <a:stretch>
              <a:fillRect/>
            </a:stretch>
          </p:blipFill>
          <p:spPr>
            <a:xfrm>
              <a:off x="4167187" y="5535612"/>
              <a:ext cx="138329" cy="85725"/>
            </a:xfrm>
            <a:prstGeom prst="rect">
              <a:avLst/>
            </a:prstGeom>
          </p:spPr>
        </p:pic>
      </p:grpSp>
      <p:pic>
        <p:nvPicPr>
          <p:cNvPr id="301" name="object 301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4277360" y="3402838"/>
            <a:ext cx="95249" cy="95249"/>
          </a:xfrm>
          <a:prstGeom prst="rect">
            <a:avLst/>
          </a:prstGeom>
        </p:spPr>
      </p:pic>
      <p:pic>
        <p:nvPicPr>
          <p:cNvPr id="302" name="object 302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5372735" y="3402838"/>
            <a:ext cx="95249" cy="95249"/>
          </a:xfrm>
          <a:prstGeom prst="rect">
            <a:avLst/>
          </a:prstGeom>
        </p:spPr>
      </p:pic>
      <p:sp>
        <p:nvSpPr>
          <p:cNvPr id="303" name="object 303"/>
          <p:cNvSpPr txBox="1"/>
          <p:nvPr/>
        </p:nvSpPr>
        <p:spPr>
          <a:xfrm>
            <a:off x="3692525" y="2857563"/>
            <a:ext cx="2600325" cy="676275"/>
          </a:xfrm>
          <a:prstGeom prst="rect">
            <a:avLst/>
          </a:prstGeom>
        </p:spPr>
        <p:txBody>
          <a:bodyPr vert="horz" wrap="square" lIns="0" tIns="45085" rIns="0" bIns="0" rtlCol="0">
            <a:spAutoFit/>
          </a:bodyPr>
          <a:lstStyle/>
          <a:p>
            <a:pPr marL="12700" marR="5080">
              <a:lnSpc>
                <a:spcPts val="1430"/>
              </a:lnSpc>
              <a:spcBef>
                <a:spcPts val="355"/>
              </a:spcBef>
            </a:pPr>
            <a:r>
              <a:rPr sz="1400" spc="-80" dirty="0">
                <a:solidFill>
                  <a:srgbClr val="252423"/>
                </a:solidFill>
                <a:latin typeface="Tahoma"/>
                <a:cs typeface="Tahoma"/>
              </a:rPr>
              <a:t>Sum </a:t>
            </a:r>
            <a:r>
              <a:rPr sz="1400" spc="-85" dirty="0">
                <a:solidFill>
                  <a:srgbClr val="252423"/>
                </a:solidFill>
                <a:latin typeface="Tahoma"/>
                <a:cs typeface="Tahoma"/>
              </a:rPr>
              <a:t>of</a:t>
            </a:r>
            <a:r>
              <a:rPr sz="1400" spc="-80" dirty="0">
                <a:solidFill>
                  <a:srgbClr val="252423"/>
                </a:solidFill>
                <a:latin typeface="Tahoma"/>
                <a:cs typeface="Tahoma"/>
              </a:rPr>
              <a:t> </a:t>
            </a:r>
            <a:r>
              <a:rPr sz="1400" spc="-55" dirty="0">
                <a:solidFill>
                  <a:srgbClr val="252423"/>
                </a:solidFill>
                <a:latin typeface="Tahoma"/>
                <a:cs typeface="Tahoma"/>
              </a:rPr>
              <a:t>totvotpoll</a:t>
            </a:r>
            <a:r>
              <a:rPr sz="1400" spc="-80" dirty="0">
                <a:solidFill>
                  <a:srgbClr val="252423"/>
                </a:solidFill>
                <a:latin typeface="Tahoma"/>
                <a:cs typeface="Tahoma"/>
              </a:rPr>
              <a:t> by</a:t>
            </a:r>
            <a:r>
              <a:rPr sz="1400" spc="-75" dirty="0">
                <a:solidFill>
                  <a:srgbClr val="252423"/>
                </a:solidFill>
                <a:latin typeface="Tahoma"/>
                <a:cs typeface="Tahoma"/>
              </a:rPr>
              <a:t> </a:t>
            </a:r>
            <a:r>
              <a:rPr sz="1400" spc="-95" dirty="0">
                <a:solidFill>
                  <a:srgbClr val="252423"/>
                </a:solidFill>
                <a:latin typeface="Tahoma"/>
                <a:cs typeface="Tahoma"/>
              </a:rPr>
              <a:t>cand_name</a:t>
            </a:r>
            <a:r>
              <a:rPr sz="1400" spc="-80" dirty="0">
                <a:solidFill>
                  <a:srgbClr val="252423"/>
                </a:solidFill>
                <a:latin typeface="Tahoma"/>
                <a:cs typeface="Tahoma"/>
              </a:rPr>
              <a:t> and </a:t>
            </a:r>
            <a:r>
              <a:rPr sz="1400" spc="-10" dirty="0">
                <a:solidFill>
                  <a:srgbClr val="252423"/>
                </a:solidFill>
                <a:latin typeface="Tahoma"/>
                <a:cs typeface="Tahoma"/>
              </a:rPr>
              <a:t>st_name</a:t>
            </a:r>
            <a:endParaRPr sz="1400">
              <a:latin typeface="Tahoma"/>
              <a:cs typeface="Tahoma"/>
            </a:endParaRPr>
          </a:p>
          <a:p>
            <a:pPr marL="12700">
              <a:lnSpc>
                <a:spcPct val="100000"/>
              </a:lnSpc>
              <a:spcBef>
                <a:spcPts val="810"/>
              </a:spcBef>
              <a:tabLst>
                <a:tab pos="697230" algn="l"/>
                <a:tab pos="1798955" algn="l"/>
              </a:tabLst>
            </a:pPr>
            <a:r>
              <a:rPr sz="1000" b="1" spc="-10" dirty="0">
                <a:solidFill>
                  <a:srgbClr val="605D5C"/>
                </a:solidFill>
                <a:latin typeface="Segoe UI"/>
                <a:cs typeface="Segoe UI"/>
              </a:rPr>
              <a:t>st_name</a:t>
            </a:r>
            <a:r>
              <a:rPr sz="1000" b="1" dirty="0">
                <a:solidFill>
                  <a:srgbClr val="605D5C"/>
                </a:solidFill>
                <a:latin typeface="Segoe UI"/>
                <a:cs typeface="Segoe UI"/>
              </a:rPr>
              <a:t>	</a:t>
            </a:r>
            <a:r>
              <a:rPr sz="1000" dirty="0">
                <a:solidFill>
                  <a:srgbClr val="605D5C"/>
                </a:solidFill>
                <a:latin typeface="Segoe UI"/>
                <a:cs typeface="Segoe UI"/>
              </a:rPr>
              <a:t>Andaman</a:t>
            </a:r>
            <a:r>
              <a:rPr sz="1000" spc="-20" dirty="0">
                <a:solidFill>
                  <a:srgbClr val="605D5C"/>
                </a:solidFill>
                <a:latin typeface="Segoe UI"/>
                <a:cs typeface="Segoe UI"/>
              </a:rPr>
              <a:t> </a:t>
            </a:r>
            <a:r>
              <a:rPr sz="1000" dirty="0">
                <a:solidFill>
                  <a:srgbClr val="605D5C"/>
                </a:solidFill>
                <a:latin typeface="Segoe UI"/>
                <a:cs typeface="Segoe UI"/>
              </a:rPr>
              <a:t>&amp;</a:t>
            </a:r>
            <a:r>
              <a:rPr sz="1000" spc="-20" dirty="0">
                <a:solidFill>
                  <a:srgbClr val="605D5C"/>
                </a:solidFill>
                <a:latin typeface="Segoe UI"/>
                <a:cs typeface="Segoe UI"/>
              </a:rPr>
              <a:t> </a:t>
            </a:r>
            <a:r>
              <a:rPr sz="1000" spc="-25" dirty="0">
                <a:solidFill>
                  <a:srgbClr val="605D5C"/>
                </a:solidFill>
                <a:latin typeface="Segoe UI"/>
                <a:cs typeface="Segoe UI"/>
              </a:rPr>
              <a:t>Ni…</a:t>
            </a:r>
            <a:r>
              <a:rPr sz="1000" dirty="0">
                <a:solidFill>
                  <a:srgbClr val="605D5C"/>
                </a:solidFill>
                <a:latin typeface="Segoe UI"/>
                <a:cs typeface="Segoe UI"/>
              </a:rPr>
              <a:t>	Andhra</a:t>
            </a:r>
            <a:r>
              <a:rPr sz="1000" spc="-25" dirty="0">
                <a:solidFill>
                  <a:srgbClr val="605D5C"/>
                </a:solidFill>
                <a:latin typeface="Segoe UI"/>
                <a:cs typeface="Segoe UI"/>
              </a:rPr>
              <a:t> </a:t>
            </a:r>
            <a:r>
              <a:rPr sz="1000" spc="-20" dirty="0">
                <a:solidFill>
                  <a:srgbClr val="605D5C"/>
                </a:solidFill>
                <a:latin typeface="Segoe UI"/>
                <a:cs typeface="Segoe UI"/>
              </a:rPr>
              <a:t>Pra…</a:t>
            </a:r>
            <a:endParaRPr sz="1000">
              <a:latin typeface="Segoe UI"/>
              <a:cs typeface="Segoe UI"/>
            </a:endParaRPr>
          </a:p>
        </p:txBody>
      </p:sp>
      <p:pic>
        <p:nvPicPr>
          <p:cNvPr id="304" name="object 304"/>
          <p:cNvPicPr/>
          <p:nvPr/>
        </p:nvPicPr>
        <p:blipFill>
          <a:blip r:embed="rId10" cstate="print"/>
          <a:stretch>
            <a:fillRect/>
          </a:stretch>
        </p:blipFill>
        <p:spPr>
          <a:xfrm>
            <a:off x="6355556" y="3362325"/>
            <a:ext cx="90487" cy="161925"/>
          </a:xfrm>
          <a:prstGeom prst="rect">
            <a:avLst/>
          </a:prstGeom>
        </p:spPr>
      </p:pic>
      <p:sp>
        <p:nvSpPr>
          <p:cNvPr id="305" name="object 305"/>
          <p:cNvSpPr/>
          <p:nvPr/>
        </p:nvSpPr>
        <p:spPr>
          <a:xfrm>
            <a:off x="7429500" y="5254625"/>
            <a:ext cx="9525" cy="9525"/>
          </a:xfrm>
          <a:custGeom>
            <a:avLst/>
            <a:gdLst/>
            <a:ahLst/>
            <a:cxnLst/>
            <a:rect l="l" t="t" r="r" b="b"/>
            <a:pathLst>
              <a:path w="9525" h="9525">
                <a:moveTo>
                  <a:pt x="9525" y="9525"/>
                </a:moveTo>
                <a:lnTo>
                  <a:pt x="0" y="9525"/>
                </a:lnTo>
                <a:lnTo>
                  <a:pt x="0" y="0"/>
                </a:lnTo>
                <a:lnTo>
                  <a:pt x="9525" y="0"/>
                </a:lnTo>
                <a:lnTo>
                  <a:pt x="9525" y="9525"/>
                </a:lnTo>
                <a:close/>
              </a:path>
            </a:pathLst>
          </a:custGeom>
          <a:solidFill>
            <a:srgbClr val="C7C6C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06" name="object 306"/>
          <p:cNvSpPr/>
          <p:nvPr/>
        </p:nvSpPr>
        <p:spPr>
          <a:xfrm>
            <a:off x="7486650" y="5254625"/>
            <a:ext cx="9525" cy="9525"/>
          </a:xfrm>
          <a:custGeom>
            <a:avLst/>
            <a:gdLst/>
            <a:ahLst/>
            <a:cxnLst/>
            <a:rect l="l" t="t" r="r" b="b"/>
            <a:pathLst>
              <a:path w="9525" h="9525">
                <a:moveTo>
                  <a:pt x="9525" y="9525"/>
                </a:moveTo>
                <a:lnTo>
                  <a:pt x="0" y="9525"/>
                </a:lnTo>
                <a:lnTo>
                  <a:pt x="0" y="0"/>
                </a:lnTo>
                <a:lnTo>
                  <a:pt x="9525" y="0"/>
                </a:lnTo>
                <a:lnTo>
                  <a:pt x="9525" y="9525"/>
                </a:lnTo>
                <a:close/>
              </a:path>
            </a:pathLst>
          </a:custGeom>
          <a:solidFill>
            <a:srgbClr val="C7C6C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07" name="object 307"/>
          <p:cNvSpPr/>
          <p:nvPr/>
        </p:nvSpPr>
        <p:spPr>
          <a:xfrm>
            <a:off x="7543800" y="5254625"/>
            <a:ext cx="9525" cy="9525"/>
          </a:xfrm>
          <a:custGeom>
            <a:avLst/>
            <a:gdLst/>
            <a:ahLst/>
            <a:cxnLst/>
            <a:rect l="l" t="t" r="r" b="b"/>
            <a:pathLst>
              <a:path w="9525" h="9525">
                <a:moveTo>
                  <a:pt x="9525" y="9525"/>
                </a:moveTo>
                <a:lnTo>
                  <a:pt x="0" y="9525"/>
                </a:lnTo>
                <a:lnTo>
                  <a:pt x="0" y="0"/>
                </a:lnTo>
                <a:lnTo>
                  <a:pt x="9525" y="0"/>
                </a:lnTo>
                <a:lnTo>
                  <a:pt x="9525" y="9525"/>
                </a:lnTo>
                <a:close/>
              </a:path>
            </a:pathLst>
          </a:custGeom>
          <a:solidFill>
            <a:srgbClr val="C7C6C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08" name="object 308"/>
          <p:cNvSpPr/>
          <p:nvPr/>
        </p:nvSpPr>
        <p:spPr>
          <a:xfrm>
            <a:off x="8115300" y="5254625"/>
            <a:ext cx="9525" cy="9525"/>
          </a:xfrm>
          <a:custGeom>
            <a:avLst/>
            <a:gdLst/>
            <a:ahLst/>
            <a:cxnLst/>
            <a:rect l="l" t="t" r="r" b="b"/>
            <a:pathLst>
              <a:path w="9525" h="9525">
                <a:moveTo>
                  <a:pt x="9525" y="9525"/>
                </a:moveTo>
                <a:lnTo>
                  <a:pt x="0" y="9525"/>
                </a:lnTo>
                <a:lnTo>
                  <a:pt x="0" y="0"/>
                </a:lnTo>
                <a:lnTo>
                  <a:pt x="9525" y="0"/>
                </a:lnTo>
                <a:lnTo>
                  <a:pt x="9525" y="9525"/>
                </a:lnTo>
                <a:close/>
              </a:path>
            </a:pathLst>
          </a:custGeom>
          <a:solidFill>
            <a:srgbClr val="C7C6C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09" name="object 309"/>
          <p:cNvSpPr/>
          <p:nvPr/>
        </p:nvSpPr>
        <p:spPr>
          <a:xfrm>
            <a:off x="8172450" y="5254637"/>
            <a:ext cx="180975" cy="9525"/>
          </a:xfrm>
          <a:custGeom>
            <a:avLst/>
            <a:gdLst/>
            <a:ahLst/>
            <a:cxnLst/>
            <a:rect l="l" t="t" r="r" b="b"/>
            <a:pathLst>
              <a:path w="180975" h="9525">
                <a:moveTo>
                  <a:pt x="9525" y="0"/>
                </a:moveTo>
                <a:lnTo>
                  <a:pt x="0" y="0"/>
                </a:lnTo>
                <a:lnTo>
                  <a:pt x="0" y="9525"/>
                </a:lnTo>
                <a:lnTo>
                  <a:pt x="9525" y="9525"/>
                </a:lnTo>
                <a:lnTo>
                  <a:pt x="9525" y="0"/>
                </a:lnTo>
                <a:close/>
              </a:path>
              <a:path w="180975" h="9525">
                <a:moveTo>
                  <a:pt x="66675" y="0"/>
                </a:moveTo>
                <a:lnTo>
                  <a:pt x="57150" y="0"/>
                </a:lnTo>
                <a:lnTo>
                  <a:pt x="57150" y="9525"/>
                </a:lnTo>
                <a:lnTo>
                  <a:pt x="66675" y="9525"/>
                </a:lnTo>
                <a:lnTo>
                  <a:pt x="66675" y="0"/>
                </a:lnTo>
                <a:close/>
              </a:path>
              <a:path w="180975" h="9525">
                <a:moveTo>
                  <a:pt x="123825" y="0"/>
                </a:moveTo>
                <a:lnTo>
                  <a:pt x="114300" y="0"/>
                </a:lnTo>
                <a:lnTo>
                  <a:pt x="114300" y="9525"/>
                </a:lnTo>
                <a:lnTo>
                  <a:pt x="123825" y="9525"/>
                </a:lnTo>
                <a:lnTo>
                  <a:pt x="123825" y="0"/>
                </a:lnTo>
                <a:close/>
              </a:path>
              <a:path w="180975" h="9525">
                <a:moveTo>
                  <a:pt x="180975" y="0"/>
                </a:moveTo>
                <a:lnTo>
                  <a:pt x="171450" y="0"/>
                </a:lnTo>
                <a:lnTo>
                  <a:pt x="171450" y="9525"/>
                </a:lnTo>
                <a:lnTo>
                  <a:pt x="180975" y="9525"/>
                </a:lnTo>
                <a:lnTo>
                  <a:pt x="180975" y="0"/>
                </a:lnTo>
                <a:close/>
              </a:path>
            </a:pathLst>
          </a:custGeom>
          <a:solidFill>
            <a:srgbClr val="C7C6C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10" name="object 310"/>
          <p:cNvSpPr/>
          <p:nvPr/>
        </p:nvSpPr>
        <p:spPr>
          <a:xfrm>
            <a:off x="8401050" y="5254637"/>
            <a:ext cx="180975" cy="9525"/>
          </a:xfrm>
          <a:custGeom>
            <a:avLst/>
            <a:gdLst/>
            <a:ahLst/>
            <a:cxnLst/>
            <a:rect l="l" t="t" r="r" b="b"/>
            <a:pathLst>
              <a:path w="180975" h="9525">
                <a:moveTo>
                  <a:pt x="9525" y="0"/>
                </a:moveTo>
                <a:lnTo>
                  <a:pt x="0" y="0"/>
                </a:lnTo>
                <a:lnTo>
                  <a:pt x="0" y="9525"/>
                </a:lnTo>
                <a:lnTo>
                  <a:pt x="9525" y="9525"/>
                </a:lnTo>
                <a:lnTo>
                  <a:pt x="9525" y="0"/>
                </a:lnTo>
                <a:close/>
              </a:path>
              <a:path w="180975" h="9525">
                <a:moveTo>
                  <a:pt x="66675" y="0"/>
                </a:moveTo>
                <a:lnTo>
                  <a:pt x="57150" y="0"/>
                </a:lnTo>
                <a:lnTo>
                  <a:pt x="57150" y="9525"/>
                </a:lnTo>
                <a:lnTo>
                  <a:pt x="66675" y="9525"/>
                </a:lnTo>
                <a:lnTo>
                  <a:pt x="66675" y="0"/>
                </a:lnTo>
                <a:close/>
              </a:path>
              <a:path w="180975" h="9525">
                <a:moveTo>
                  <a:pt x="123825" y="0"/>
                </a:moveTo>
                <a:lnTo>
                  <a:pt x="114300" y="0"/>
                </a:lnTo>
                <a:lnTo>
                  <a:pt x="114300" y="9525"/>
                </a:lnTo>
                <a:lnTo>
                  <a:pt x="123825" y="9525"/>
                </a:lnTo>
                <a:lnTo>
                  <a:pt x="123825" y="0"/>
                </a:lnTo>
                <a:close/>
              </a:path>
              <a:path w="180975" h="9525">
                <a:moveTo>
                  <a:pt x="180975" y="0"/>
                </a:moveTo>
                <a:lnTo>
                  <a:pt x="171450" y="0"/>
                </a:lnTo>
                <a:lnTo>
                  <a:pt x="171450" y="9525"/>
                </a:lnTo>
                <a:lnTo>
                  <a:pt x="180975" y="9525"/>
                </a:lnTo>
                <a:lnTo>
                  <a:pt x="180975" y="0"/>
                </a:lnTo>
                <a:close/>
              </a:path>
            </a:pathLst>
          </a:custGeom>
          <a:solidFill>
            <a:srgbClr val="C7C6C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11" name="object 311"/>
          <p:cNvSpPr/>
          <p:nvPr/>
        </p:nvSpPr>
        <p:spPr>
          <a:xfrm>
            <a:off x="8629650" y="5254625"/>
            <a:ext cx="9525" cy="9525"/>
          </a:xfrm>
          <a:custGeom>
            <a:avLst/>
            <a:gdLst/>
            <a:ahLst/>
            <a:cxnLst/>
            <a:rect l="l" t="t" r="r" b="b"/>
            <a:pathLst>
              <a:path w="9525" h="9525">
                <a:moveTo>
                  <a:pt x="9525" y="9525"/>
                </a:moveTo>
                <a:lnTo>
                  <a:pt x="0" y="9525"/>
                </a:lnTo>
                <a:lnTo>
                  <a:pt x="0" y="0"/>
                </a:lnTo>
                <a:lnTo>
                  <a:pt x="9525" y="0"/>
                </a:lnTo>
                <a:lnTo>
                  <a:pt x="9525" y="9525"/>
                </a:lnTo>
                <a:close/>
              </a:path>
            </a:pathLst>
          </a:custGeom>
          <a:solidFill>
            <a:srgbClr val="C7C6C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12" name="object 312"/>
          <p:cNvSpPr/>
          <p:nvPr/>
        </p:nvSpPr>
        <p:spPr>
          <a:xfrm>
            <a:off x="8686800" y="5254637"/>
            <a:ext cx="466725" cy="9525"/>
          </a:xfrm>
          <a:custGeom>
            <a:avLst/>
            <a:gdLst/>
            <a:ahLst/>
            <a:cxnLst/>
            <a:rect l="l" t="t" r="r" b="b"/>
            <a:pathLst>
              <a:path w="466725" h="9525">
                <a:moveTo>
                  <a:pt x="9525" y="0"/>
                </a:moveTo>
                <a:lnTo>
                  <a:pt x="0" y="0"/>
                </a:lnTo>
                <a:lnTo>
                  <a:pt x="0" y="9525"/>
                </a:lnTo>
                <a:lnTo>
                  <a:pt x="9525" y="9525"/>
                </a:lnTo>
                <a:lnTo>
                  <a:pt x="9525" y="0"/>
                </a:lnTo>
                <a:close/>
              </a:path>
              <a:path w="466725" h="9525">
                <a:moveTo>
                  <a:pt x="66675" y="0"/>
                </a:moveTo>
                <a:lnTo>
                  <a:pt x="57150" y="0"/>
                </a:lnTo>
                <a:lnTo>
                  <a:pt x="57150" y="9525"/>
                </a:lnTo>
                <a:lnTo>
                  <a:pt x="66675" y="9525"/>
                </a:lnTo>
                <a:lnTo>
                  <a:pt x="66675" y="0"/>
                </a:lnTo>
                <a:close/>
              </a:path>
              <a:path w="466725" h="9525">
                <a:moveTo>
                  <a:pt x="123825" y="0"/>
                </a:moveTo>
                <a:lnTo>
                  <a:pt x="114300" y="0"/>
                </a:lnTo>
                <a:lnTo>
                  <a:pt x="114300" y="9525"/>
                </a:lnTo>
                <a:lnTo>
                  <a:pt x="123825" y="9525"/>
                </a:lnTo>
                <a:lnTo>
                  <a:pt x="123825" y="0"/>
                </a:lnTo>
                <a:close/>
              </a:path>
              <a:path w="466725" h="9525">
                <a:moveTo>
                  <a:pt x="180975" y="0"/>
                </a:moveTo>
                <a:lnTo>
                  <a:pt x="171450" y="0"/>
                </a:lnTo>
                <a:lnTo>
                  <a:pt x="171450" y="9525"/>
                </a:lnTo>
                <a:lnTo>
                  <a:pt x="180975" y="9525"/>
                </a:lnTo>
                <a:lnTo>
                  <a:pt x="180975" y="0"/>
                </a:lnTo>
                <a:close/>
              </a:path>
              <a:path w="466725" h="9525">
                <a:moveTo>
                  <a:pt x="238125" y="0"/>
                </a:moveTo>
                <a:lnTo>
                  <a:pt x="228600" y="0"/>
                </a:lnTo>
                <a:lnTo>
                  <a:pt x="228600" y="9525"/>
                </a:lnTo>
                <a:lnTo>
                  <a:pt x="238125" y="9525"/>
                </a:lnTo>
                <a:lnTo>
                  <a:pt x="238125" y="0"/>
                </a:lnTo>
                <a:close/>
              </a:path>
              <a:path w="466725" h="9525">
                <a:moveTo>
                  <a:pt x="295275" y="0"/>
                </a:moveTo>
                <a:lnTo>
                  <a:pt x="285750" y="0"/>
                </a:lnTo>
                <a:lnTo>
                  <a:pt x="285750" y="9525"/>
                </a:lnTo>
                <a:lnTo>
                  <a:pt x="295275" y="9525"/>
                </a:lnTo>
                <a:lnTo>
                  <a:pt x="295275" y="0"/>
                </a:lnTo>
                <a:close/>
              </a:path>
              <a:path w="466725" h="9525">
                <a:moveTo>
                  <a:pt x="352425" y="0"/>
                </a:moveTo>
                <a:lnTo>
                  <a:pt x="342900" y="0"/>
                </a:lnTo>
                <a:lnTo>
                  <a:pt x="342900" y="9525"/>
                </a:lnTo>
                <a:lnTo>
                  <a:pt x="352425" y="9525"/>
                </a:lnTo>
                <a:lnTo>
                  <a:pt x="352425" y="0"/>
                </a:lnTo>
                <a:close/>
              </a:path>
              <a:path w="466725" h="9525">
                <a:moveTo>
                  <a:pt x="409575" y="0"/>
                </a:moveTo>
                <a:lnTo>
                  <a:pt x="400050" y="0"/>
                </a:lnTo>
                <a:lnTo>
                  <a:pt x="400050" y="9525"/>
                </a:lnTo>
                <a:lnTo>
                  <a:pt x="409575" y="9525"/>
                </a:lnTo>
                <a:lnTo>
                  <a:pt x="409575" y="0"/>
                </a:lnTo>
                <a:close/>
              </a:path>
              <a:path w="466725" h="9525">
                <a:moveTo>
                  <a:pt x="466725" y="0"/>
                </a:moveTo>
                <a:lnTo>
                  <a:pt x="457200" y="0"/>
                </a:lnTo>
                <a:lnTo>
                  <a:pt x="457200" y="9525"/>
                </a:lnTo>
                <a:lnTo>
                  <a:pt x="466725" y="9525"/>
                </a:lnTo>
                <a:lnTo>
                  <a:pt x="466725" y="0"/>
                </a:lnTo>
                <a:close/>
              </a:path>
            </a:pathLst>
          </a:custGeom>
          <a:solidFill>
            <a:srgbClr val="C7C6C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13" name="object 313"/>
          <p:cNvSpPr/>
          <p:nvPr/>
        </p:nvSpPr>
        <p:spPr>
          <a:xfrm>
            <a:off x="9201150" y="5254637"/>
            <a:ext cx="466725" cy="9525"/>
          </a:xfrm>
          <a:custGeom>
            <a:avLst/>
            <a:gdLst/>
            <a:ahLst/>
            <a:cxnLst/>
            <a:rect l="l" t="t" r="r" b="b"/>
            <a:pathLst>
              <a:path w="466725" h="9525">
                <a:moveTo>
                  <a:pt x="9525" y="0"/>
                </a:moveTo>
                <a:lnTo>
                  <a:pt x="0" y="0"/>
                </a:lnTo>
                <a:lnTo>
                  <a:pt x="0" y="9525"/>
                </a:lnTo>
                <a:lnTo>
                  <a:pt x="9525" y="9525"/>
                </a:lnTo>
                <a:lnTo>
                  <a:pt x="9525" y="0"/>
                </a:lnTo>
                <a:close/>
              </a:path>
              <a:path w="466725" h="9525">
                <a:moveTo>
                  <a:pt x="66675" y="0"/>
                </a:moveTo>
                <a:lnTo>
                  <a:pt x="57150" y="0"/>
                </a:lnTo>
                <a:lnTo>
                  <a:pt x="57150" y="9525"/>
                </a:lnTo>
                <a:lnTo>
                  <a:pt x="66675" y="9525"/>
                </a:lnTo>
                <a:lnTo>
                  <a:pt x="66675" y="0"/>
                </a:lnTo>
                <a:close/>
              </a:path>
              <a:path w="466725" h="9525">
                <a:moveTo>
                  <a:pt x="123825" y="0"/>
                </a:moveTo>
                <a:lnTo>
                  <a:pt x="114300" y="0"/>
                </a:lnTo>
                <a:lnTo>
                  <a:pt x="114300" y="9525"/>
                </a:lnTo>
                <a:lnTo>
                  <a:pt x="123825" y="9525"/>
                </a:lnTo>
                <a:lnTo>
                  <a:pt x="123825" y="0"/>
                </a:lnTo>
                <a:close/>
              </a:path>
              <a:path w="466725" h="9525">
                <a:moveTo>
                  <a:pt x="180975" y="0"/>
                </a:moveTo>
                <a:lnTo>
                  <a:pt x="171450" y="0"/>
                </a:lnTo>
                <a:lnTo>
                  <a:pt x="171450" y="9525"/>
                </a:lnTo>
                <a:lnTo>
                  <a:pt x="180975" y="9525"/>
                </a:lnTo>
                <a:lnTo>
                  <a:pt x="180975" y="0"/>
                </a:lnTo>
                <a:close/>
              </a:path>
              <a:path w="466725" h="9525">
                <a:moveTo>
                  <a:pt x="238125" y="0"/>
                </a:moveTo>
                <a:lnTo>
                  <a:pt x="228600" y="0"/>
                </a:lnTo>
                <a:lnTo>
                  <a:pt x="228600" y="9525"/>
                </a:lnTo>
                <a:lnTo>
                  <a:pt x="238125" y="9525"/>
                </a:lnTo>
                <a:lnTo>
                  <a:pt x="238125" y="0"/>
                </a:lnTo>
                <a:close/>
              </a:path>
              <a:path w="466725" h="9525">
                <a:moveTo>
                  <a:pt x="295275" y="0"/>
                </a:moveTo>
                <a:lnTo>
                  <a:pt x="285750" y="0"/>
                </a:lnTo>
                <a:lnTo>
                  <a:pt x="285750" y="9525"/>
                </a:lnTo>
                <a:lnTo>
                  <a:pt x="295275" y="9525"/>
                </a:lnTo>
                <a:lnTo>
                  <a:pt x="295275" y="0"/>
                </a:lnTo>
                <a:close/>
              </a:path>
              <a:path w="466725" h="9525">
                <a:moveTo>
                  <a:pt x="352425" y="0"/>
                </a:moveTo>
                <a:lnTo>
                  <a:pt x="342900" y="0"/>
                </a:lnTo>
                <a:lnTo>
                  <a:pt x="342900" y="9525"/>
                </a:lnTo>
                <a:lnTo>
                  <a:pt x="352425" y="9525"/>
                </a:lnTo>
                <a:lnTo>
                  <a:pt x="352425" y="0"/>
                </a:lnTo>
                <a:close/>
              </a:path>
              <a:path w="466725" h="9525">
                <a:moveTo>
                  <a:pt x="409575" y="0"/>
                </a:moveTo>
                <a:lnTo>
                  <a:pt x="400050" y="0"/>
                </a:lnTo>
                <a:lnTo>
                  <a:pt x="400050" y="9525"/>
                </a:lnTo>
                <a:lnTo>
                  <a:pt x="409575" y="9525"/>
                </a:lnTo>
                <a:lnTo>
                  <a:pt x="409575" y="0"/>
                </a:lnTo>
                <a:close/>
              </a:path>
              <a:path w="466725" h="9525">
                <a:moveTo>
                  <a:pt x="466725" y="0"/>
                </a:moveTo>
                <a:lnTo>
                  <a:pt x="457200" y="0"/>
                </a:lnTo>
                <a:lnTo>
                  <a:pt x="457200" y="9525"/>
                </a:lnTo>
                <a:lnTo>
                  <a:pt x="466725" y="9525"/>
                </a:lnTo>
                <a:lnTo>
                  <a:pt x="466725" y="0"/>
                </a:lnTo>
                <a:close/>
              </a:path>
            </a:pathLst>
          </a:custGeom>
          <a:solidFill>
            <a:srgbClr val="C7C6C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14" name="object 314"/>
          <p:cNvSpPr/>
          <p:nvPr/>
        </p:nvSpPr>
        <p:spPr>
          <a:xfrm>
            <a:off x="9715500" y="5254625"/>
            <a:ext cx="9525" cy="9525"/>
          </a:xfrm>
          <a:custGeom>
            <a:avLst/>
            <a:gdLst/>
            <a:ahLst/>
            <a:cxnLst/>
            <a:rect l="l" t="t" r="r" b="b"/>
            <a:pathLst>
              <a:path w="9525" h="9525">
                <a:moveTo>
                  <a:pt x="9525" y="9525"/>
                </a:moveTo>
                <a:lnTo>
                  <a:pt x="0" y="9525"/>
                </a:lnTo>
                <a:lnTo>
                  <a:pt x="0" y="0"/>
                </a:lnTo>
                <a:lnTo>
                  <a:pt x="9525" y="0"/>
                </a:lnTo>
                <a:lnTo>
                  <a:pt x="9525" y="9525"/>
                </a:lnTo>
                <a:close/>
              </a:path>
            </a:pathLst>
          </a:custGeom>
          <a:solidFill>
            <a:srgbClr val="C7C6C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15" name="object 315"/>
          <p:cNvSpPr/>
          <p:nvPr/>
        </p:nvSpPr>
        <p:spPr>
          <a:xfrm>
            <a:off x="9772650" y="5254625"/>
            <a:ext cx="9525" cy="9525"/>
          </a:xfrm>
          <a:custGeom>
            <a:avLst/>
            <a:gdLst/>
            <a:ahLst/>
            <a:cxnLst/>
            <a:rect l="l" t="t" r="r" b="b"/>
            <a:pathLst>
              <a:path w="9525" h="9525">
                <a:moveTo>
                  <a:pt x="9525" y="9525"/>
                </a:moveTo>
                <a:lnTo>
                  <a:pt x="0" y="9525"/>
                </a:lnTo>
                <a:lnTo>
                  <a:pt x="0" y="0"/>
                </a:lnTo>
                <a:lnTo>
                  <a:pt x="9525" y="0"/>
                </a:lnTo>
                <a:lnTo>
                  <a:pt x="9525" y="9525"/>
                </a:lnTo>
                <a:close/>
              </a:path>
            </a:pathLst>
          </a:custGeom>
          <a:solidFill>
            <a:srgbClr val="C7C6C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16" name="object 316"/>
          <p:cNvSpPr/>
          <p:nvPr/>
        </p:nvSpPr>
        <p:spPr>
          <a:xfrm>
            <a:off x="9829800" y="5254625"/>
            <a:ext cx="9525" cy="9525"/>
          </a:xfrm>
          <a:custGeom>
            <a:avLst/>
            <a:gdLst/>
            <a:ahLst/>
            <a:cxnLst/>
            <a:rect l="l" t="t" r="r" b="b"/>
            <a:pathLst>
              <a:path w="9525" h="9525">
                <a:moveTo>
                  <a:pt x="9525" y="9525"/>
                </a:moveTo>
                <a:lnTo>
                  <a:pt x="0" y="9525"/>
                </a:lnTo>
                <a:lnTo>
                  <a:pt x="0" y="0"/>
                </a:lnTo>
                <a:lnTo>
                  <a:pt x="9525" y="0"/>
                </a:lnTo>
                <a:lnTo>
                  <a:pt x="9525" y="9525"/>
                </a:lnTo>
                <a:close/>
              </a:path>
            </a:pathLst>
          </a:custGeom>
          <a:solidFill>
            <a:srgbClr val="C7C6C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17" name="object 317"/>
          <p:cNvSpPr/>
          <p:nvPr/>
        </p:nvSpPr>
        <p:spPr>
          <a:xfrm>
            <a:off x="7600950" y="4196295"/>
            <a:ext cx="466725" cy="1068070"/>
          </a:xfrm>
          <a:custGeom>
            <a:avLst/>
            <a:gdLst/>
            <a:ahLst/>
            <a:cxnLst/>
            <a:rect l="l" t="t" r="r" b="b"/>
            <a:pathLst>
              <a:path w="466725" h="1068070">
                <a:moveTo>
                  <a:pt x="9525" y="1058341"/>
                </a:moveTo>
                <a:lnTo>
                  <a:pt x="0" y="1058341"/>
                </a:lnTo>
                <a:lnTo>
                  <a:pt x="0" y="1067866"/>
                </a:lnTo>
                <a:lnTo>
                  <a:pt x="9525" y="1067866"/>
                </a:lnTo>
                <a:lnTo>
                  <a:pt x="9525" y="1058341"/>
                </a:lnTo>
                <a:close/>
              </a:path>
              <a:path w="466725" h="1068070">
                <a:moveTo>
                  <a:pt x="9525" y="529170"/>
                </a:moveTo>
                <a:lnTo>
                  <a:pt x="0" y="529170"/>
                </a:lnTo>
                <a:lnTo>
                  <a:pt x="0" y="538695"/>
                </a:lnTo>
                <a:lnTo>
                  <a:pt x="9525" y="538695"/>
                </a:lnTo>
                <a:lnTo>
                  <a:pt x="9525" y="529170"/>
                </a:lnTo>
                <a:close/>
              </a:path>
              <a:path w="466725" h="1068070">
                <a:moveTo>
                  <a:pt x="9525" y="0"/>
                </a:moveTo>
                <a:lnTo>
                  <a:pt x="0" y="0"/>
                </a:lnTo>
                <a:lnTo>
                  <a:pt x="0" y="9525"/>
                </a:lnTo>
                <a:lnTo>
                  <a:pt x="9525" y="9525"/>
                </a:lnTo>
                <a:lnTo>
                  <a:pt x="9525" y="0"/>
                </a:lnTo>
                <a:close/>
              </a:path>
              <a:path w="466725" h="1068070">
                <a:moveTo>
                  <a:pt x="66675" y="1058341"/>
                </a:moveTo>
                <a:lnTo>
                  <a:pt x="57150" y="1058341"/>
                </a:lnTo>
                <a:lnTo>
                  <a:pt x="57150" y="1067866"/>
                </a:lnTo>
                <a:lnTo>
                  <a:pt x="66675" y="1067866"/>
                </a:lnTo>
                <a:lnTo>
                  <a:pt x="66675" y="1058341"/>
                </a:lnTo>
                <a:close/>
              </a:path>
              <a:path w="466725" h="1068070">
                <a:moveTo>
                  <a:pt x="123825" y="1058341"/>
                </a:moveTo>
                <a:lnTo>
                  <a:pt x="114300" y="1058341"/>
                </a:lnTo>
                <a:lnTo>
                  <a:pt x="114300" y="1067866"/>
                </a:lnTo>
                <a:lnTo>
                  <a:pt x="123825" y="1067866"/>
                </a:lnTo>
                <a:lnTo>
                  <a:pt x="123825" y="1058341"/>
                </a:lnTo>
                <a:close/>
              </a:path>
              <a:path w="466725" h="1068070">
                <a:moveTo>
                  <a:pt x="180975" y="1058341"/>
                </a:moveTo>
                <a:lnTo>
                  <a:pt x="171450" y="1058341"/>
                </a:lnTo>
                <a:lnTo>
                  <a:pt x="171450" y="1067866"/>
                </a:lnTo>
                <a:lnTo>
                  <a:pt x="180975" y="1067866"/>
                </a:lnTo>
                <a:lnTo>
                  <a:pt x="180975" y="1058341"/>
                </a:lnTo>
                <a:close/>
              </a:path>
              <a:path w="466725" h="1068070">
                <a:moveTo>
                  <a:pt x="238125" y="1058341"/>
                </a:moveTo>
                <a:lnTo>
                  <a:pt x="228600" y="1058341"/>
                </a:lnTo>
                <a:lnTo>
                  <a:pt x="228600" y="1067866"/>
                </a:lnTo>
                <a:lnTo>
                  <a:pt x="238125" y="1067866"/>
                </a:lnTo>
                <a:lnTo>
                  <a:pt x="238125" y="1058341"/>
                </a:lnTo>
                <a:close/>
              </a:path>
              <a:path w="466725" h="1068070">
                <a:moveTo>
                  <a:pt x="295275" y="1058341"/>
                </a:moveTo>
                <a:lnTo>
                  <a:pt x="285750" y="1058341"/>
                </a:lnTo>
                <a:lnTo>
                  <a:pt x="285750" y="1067866"/>
                </a:lnTo>
                <a:lnTo>
                  <a:pt x="295275" y="1067866"/>
                </a:lnTo>
                <a:lnTo>
                  <a:pt x="295275" y="1058341"/>
                </a:lnTo>
                <a:close/>
              </a:path>
              <a:path w="466725" h="1068070">
                <a:moveTo>
                  <a:pt x="295275" y="529170"/>
                </a:moveTo>
                <a:lnTo>
                  <a:pt x="285750" y="529170"/>
                </a:lnTo>
                <a:lnTo>
                  <a:pt x="285750" y="538695"/>
                </a:lnTo>
                <a:lnTo>
                  <a:pt x="295275" y="538695"/>
                </a:lnTo>
                <a:lnTo>
                  <a:pt x="295275" y="529170"/>
                </a:lnTo>
                <a:close/>
              </a:path>
              <a:path w="466725" h="1068070">
                <a:moveTo>
                  <a:pt x="295275" y="0"/>
                </a:moveTo>
                <a:lnTo>
                  <a:pt x="285750" y="0"/>
                </a:lnTo>
                <a:lnTo>
                  <a:pt x="285750" y="9525"/>
                </a:lnTo>
                <a:lnTo>
                  <a:pt x="295275" y="9525"/>
                </a:lnTo>
                <a:lnTo>
                  <a:pt x="295275" y="0"/>
                </a:lnTo>
                <a:close/>
              </a:path>
              <a:path w="466725" h="1068070">
                <a:moveTo>
                  <a:pt x="352425" y="1058341"/>
                </a:moveTo>
                <a:lnTo>
                  <a:pt x="342900" y="1058341"/>
                </a:lnTo>
                <a:lnTo>
                  <a:pt x="342900" y="1067866"/>
                </a:lnTo>
                <a:lnTo>
                  <a:pt x="352425" y="1067866"/>
                </a:lnTo>
                <a:lnTo>
                  <a:pt x="352425" y="1058341"/>
                </a:lnTo>
                <a:close/>
              </a:path>
              <a:path w="466725" h="1068070">
                <a:moveTo>
                  <a:pt x="409575" y="1058341"/>
                </a:moveTo>
                <a:lnTo>
                  <a:pt x="400050" y="1058341"/>
                </a:lnTo>
                <a:lnTo>
                  <a:pt x="400050" y="1067866"/>
                </a:lnTo>
                <a:lnTo>
                  <a:pt x="409575" y="1067866"/>
                </a:lnTo>
                <a:lnTo>
                  <a:pt x="409575" y="1058341"/>
                </a:lnTo>
                <a:close/>
              </a:path>
              <a:path w="466725" h="1068070">
                <a:moveTo>
                  <a:pt x="466725" y="1058341"/>
                </a:moveTo>
                <a:lnTo>
                  <a:pt x="457200" y="1058341"/>
                </a:lnTo>
                <a:lnTo>
                  <a:pt x="457200" y="1067866"/>
                </a:lnTo>
                <a:lnTo>
                  <a:pt x="466725" y="1067866"/>
                </a:lnTo>
                <a:lnTo>
                  <a:pt x="466725" y="1058341"/>
                </a:lnTo>
                <a:close/>
              </a:path>
            </a:pathLst>
          </a:custGeom>
          <a:solidFill>
            <a:srgbClr val="C7C6C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18" name="object 318"/>
          <p:cNvSpPr txBox="1"/>
          <p:nvPr/>
        </p:nvSpPr>
        <p:spPr>
          <a:xfrm>
            <a:off x="7127924" y="5168999"/>
            <a:ext cx="219075" cy="1625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900" spc="-25" dirty="0">
                <a:solidFill>
                  <a:srgbClr val="605D5C"/>
                </a:solidFill>
                <a:latin typeface="Segoe UI"/>
                <a:cs typeface="Segoe UI"/>
              </a:rPr>
              <a:t>0bn</a:t>
            </a:r>
            <a:endParaRPr sz="900">
              <a:latin typeface="Segoe UI"/>
              <a:cs typeface="Segoe UI"/>
            </a:endParaRPr>
          </a:p>
        </p:txBody>
      </p:sp>
      <p:sp>
        <p:nvSpPr>
          <p:cNvPr id="319" name="object 319"/>
          <p:cNvSpPr/>
          <p:nvPr/>
        </p:nvSpPr>
        <p:spPr>
          <a:xfrm>
            <a:off x="7429500" y="4725458"/>
            <a:ext cx="9525" cy="9525"/>
          </a:xfrm>
          <a:custGeom>
            <a:avLst/>
            <a:gdLst/>
            <a:ahLst/>
            <a:cxnLst/>
            <a:rect l="l" t="t" r="r" b="b"/>
            <a:pathLst>
              <a:path w="9525" h="9525">
                <a:moveTo>
                  <a:pt x="9525" y="9525"/>
                </a:moveTo>
                <a:lnTo>
                  <a:pt x="0" y="9525"/>
                </a:lnTo>
                <a:lnTo>
                  <a:pt x="0" y="0"/>
                </a:lnTo>
                <a:lnTo>
                  <a:pt x="9525" y="0"/>
                </a:lnTo>
                <a:lnTo>
                  <a:pt x="9525" y="9525"/>
                </a:lnTo>
                <a:close/>
              </a:path>
            </a:pathLst>
          </a:custGeom>
          <a:solidFill>
            <a:srgbClr val="C7C6C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20" name="object 320"/>
          <p:cNvSpPr/>
          <p:nvPr/>
        </p:nvSpPr>
        <p:spPr>
          <a:xfrm>
            <a:off x="7486650" y="4725458"/>
            <a:ext cx="9525" cy="9525"/>
          </a:xfrm>
          <a:custGeom>
            <a:avLst/>
            <a:gdLst/>
            <a:ahLst/>
            <a:cxnLst/>
            <a:rect l="l" t="t" r="r" b="b"/>
            <a:pathLst>
              <a:path w="9525" h="9525">
                <a:moveTo>
                  <a:pt x="9525" y="9525"/>
                </a:moveTo>
                <a:lnTo>
                  <a:pt x="0" y="9525"/>
                </a:lnTo>
                <a:lnTo>
                  <a:pt x="0" y="0"/>
                </a:lnTo>
                <a:lnTo>
                  <a:pt x="9525" y="0"/>
                </a:lnTo>
                <a:lnTo>
                  <a:pt x="9525" y="9525"/>
                </a:lnTo>
                <a:close/>
              </a:path>
            </a:pathLst>
          </a:custGeom>
          <a:solidFill>
            <a:srgbClr val="C7C6C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21" name="object 321"/>
          <p:cNvSpPr/>
          <p:nvPr/>
        </p:nvSpPr>
        <p:spPr>
          <a:xfrm>
            <a:off x="7543800" y="4725458"/>
            <a:ext cx="9525" cy="9525"/>
          </a:xfrm>
          <a:custGeom>
            <a:avLst/>
            <a:gdLst/>
            <a:ahLst/>
            <a:cxnLst/>
            <a:rect l="l" t="t" r="r" b="b"/>
            <a:pathLst>
              <a:path w="9525" h="9525">
                <a:moveTo>
                  <a:pt x="9525" y="9525"/>
                </a:moveTo>
                <a:lnTo>
                  <a:pt x="0" y="9525"/>
                </a:lnTo>
                <a:lnTo>
                  <a:pt x="0" y="0"/>
                </a:lnTo>
                <a:lnTo>
                  <a:pt x="9525" y="0"/>
                </a:lnTo>
                <a:lnTo>
                  <a:pt x="9525" y="9525"/>
                </a:lnTo>
                <a:close/>
              </a:path>
            </a:pathLst>
          </a:custGeom>
          <a:solidFill>
            <a:srgbClr val="C7C6C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22" name="object 322"/>
          <p:cNvSpPr/>
          <p:nvPr/>
        </p:nvSpPr>
        <p:spPr>
          <a:xfrm>
            <a:off x="7943850" y="4725458"/>
            <a:ext cx="9525" cy="9525"/>
          </a:xfrm>
          <a:custGeom>
            <a:avLst/>
            <a:gdLst/>
            <a:ahLst/>
            <a:cxnLst/>
            <a:rect l="l" t="t" r="r" b="b"/>
            <a:pathLst>
              <a:path w="9525" h="9525">
                <a:moveTo>
                  <a:pt x="9525" y="9525"/>
                </a:moveTo>
                <a:lnTo>
                  <a:pt x="0" y="9525"/>
                </a:lnTo>
                <a:lnTo>
                  <a:pt x="0" y="0"/>
                </a:lnTo>
                <a:lnTo>
                  <a:pt x="9525" y="0"/>
                </a:lnTo>
                <a:lnTo>
                  <a:pt x="9525" y="9525"/>
                </a:lnTo>
                <a:close/>
              </a:path>
            </a:pathLst>
          </a:custGeom>
          <a:solidFill>
            <a:srgbClr val="C7C6C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23" name="object 323"/>
          <p:cNvSpPr/>
          <p:nvPr/>
        </p:nvSpPr>
        <p:spPr>
          <a:xfrm>
            <a:off x="8001000" y="4725458"/>
            <a:ext cx="9525" cy="9525"/>
          </a:xfrm>
          <a:custGeom>
            <a:avLst/>
            <a:gdLst/>
            <a:ahLst/>
            <a:cxnLst/>
            <a:rect l="l" t="t" r="r" b="b"/>
            <a:pathLst>
              <a:path w="9525" h="9525">
                <a:moveTo>
                  <a:pt x="9525" y="9525"/>
                </a:moveTo>
                <a:lnTo>
                  <a:pt x="0" y="9525"/>
                </a:lnTo>
                <a:lnTo>
                  <a:pt x="0" y="0"/>
                </a:lnTo>
                <a:lnTo>
                  <a:pt x="9525" y="0"/>
                </a:lnTo>
                <a:lnTo>
                  <a:pt x="9525" y="9525"/>
                </a:lnTo>
                <a:close/>
              </a:path>
            </a:pathLst>
          </a:custGeom>
          <a:solidFill>
            <a:srgbClr val="C7C6C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24" name="object 324"/>
          <p:cNvSpPr/>
          <p:nvPr/>
        </p:nvSpPr>
        <p:spPr>
          <a:xfrm>
            <a:off x="8058150" y="4725458"/>
            <a:ext cx="9525" cy="9525"/>
          </a:xfrm>
          <a:custGeom>
            <a:avLst/>
            <a:gdLst/>
            <a:ahLst/>
            <a:cxnLst/>
            <a:rect l="l" t="t" r="r" b="b"/>
            <a:pathLst>
              <a:path w="9525" h="9525">
                <a:moveTo>
                  <a:pt x="9525" y="9525"/>
                </a:moveTo>
                <a:lnTo>
                  <a:pt x="0" y="9525"/>
                </a:lnTo>
                <a:lnTo>
                  <a:pt x="0" y="0"/>
                </a:lnTo>
                <a:lnTo>
                  <a:pt x="9525" y="0"/>
                </a:lnTo>
                <a:lnTo>
                  <a:pt x="9525" y="9525"/>
                </a:lnTo>
                <a:close/>
              </a:path>
            </a:pathLst>
          </a:custGeom>
          <a:solidFill>
            <a:srgbClr val="C7C6C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25" name="object 325"/>
          <p:cNvSpPr/>
          <p:nvPr/>
        </p:nvSpPr>
        <p:spPr>
          <a:xfrm>
            <a:off x="8115300" y="4725458"/>
            <a:ext cx="9525" cy="9525"/>
          </a:xfrm>
          <a:custGeom>
            <a:avLst/>
            <a:gdLst/>
            <a:ahLst/>
            <a:cxnLst/>
            <a:rect l="l" t="t" r="r" b="b"/>
            <a:pathLst>
              <a:path w="9525" h="9525">
                <a:moveTo>
                  <a:pt x="9525" y="9525"/>
                </a:moveTo>
                <a:lnTo>
                  <a:pt x="0" y="9525"/>
                </a:lnTo>
                <a:lnTo>
                  <a:pt x="0" y="0"/>
                </a:lnTo>
                <a:lnTo>
                  <a:pt x="9525" y="0"/>
                </a:lnTo>
                <a:lnTo>
                  <a:pt x="9525" y="9525"/>
                </a:lnTo>
                <a:close/>
              </a:path>
            </a:pathLst>
          </a:custGeom>
          <a:solidFill>
            <a:srgbClr val="C7C6C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26" name="object 326"/>
          <p:cNvSpPr/>
          <p:nvPr/>
        </p:nvSpPr>
        <p:spPr>
          <a:xfrm>
            <a:off x="8172450" y="4725458"/>
            <a:ext cx="9525" cy="9525"/>
          </a:xfrm>
          <a:custGeom>
            <a:avLst/>
            <a:gdLst/>
            <a:ahLst/>
            <a:cxnLst/>
            <a:rect l="l" t="t" r="r" b="b"/>
            <a:pathLst>
              <a:path w="9525" h="9525">
                <a:moveTo>
                  <a:pt x="9525" y="9525"/>
                </a:moveTo>
                <a:lnTo>
                  <a:pt x="0" y="9525"/>
                </a:lnTo>
                <a:lnTo>
                  <a:pt x="0" y="0"/>
                </a:lnTo>
                <a:lnTo>
                  <a:pt x="9525" y="0"/>
                </a:lnTo>
                <a:lnTo>
                  <a:pt x="9525" y="9525"/>
                </a:lnTo>
                <a:close/>
              </a:path>
            </a:pathLst>
          </a:custGeom>
          <a:solidFill>
            <a:srgbClr val="C7C6C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27" name="object 327"/>
          <p:cNvSpPr/>
          <p:nvPr/>
        </p:nvSpPr>
        <p:spPr>
          <a:xfrm>
            <a:off x="8229600" y="4725458"/>
            <a:ext cx="9525" cy="9525"/>
          </a:xfrm>
          <a:custGeom>
            <a:avLst/>
            <a:gdLst/>
            <a:ahLst/>
            <a:cxnLst/>
            <a:rect l="l" t="t" r="r" b="b"/>
            <a:pathLst>
              <a:path w="9525" h="9525">
                <a:moveTo>
                  <a:pt x="9525" y="9525"/>
                </a:moveTo>
                <a:lnTo>
                  <a:pt x="0" y="9525"/>
                </a:lnTo>
                <a:lnTo>
                  <a:pt x="0" y="0"/>
                </a:lnTo>
                <a:lnTo>
                  <a:pt x="9525" y="0"/>
                </a:lnTo>
                <a:lnTo>
                  <a:pt x="9525" y="9525"/>
                </a:lnTo>
                <a:close/>
              </a:path>
            </a:pathLst>
          </a:custGeom>
          <a:solidFill>
            <a:srgbClr val="C7C6C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28" name="object 328"/>
          <p:cNvSpPr/>
          <p:nvPr/>
        </p:nvSpPr>
        <p:spPr>
          <a:xfrm>
            <a:off x="8286750" y="4725458"/>
            <a:ext cx="9525" cy="9525"/>
          </a:xfrm>
          <a:custGeom>
            <a:avLst/>
            <a:gdLst/>
            <a:ahLst/>
            <a:cxnLst/>
            <a:rect l="l" t="t" r="r" b="b"/>
            <a:pathLst>
              <a:path w="9525" h="9525">
                <a:moveTo>
                  <a:pt x="9525" y="9525"/>
                </a:moveTo>
                <a:lnTo>
                  <a:pt x="0" y="9525"/>
                </a:lnTo>
                <a:lnTo>
                  <a:pt x="0" y="0"/>
                </a:lnTo>
                <a:lnTo>
                  <a:pt x="9525" y="0"/>
                </a:lnTo>
                <a:lnTo>
                  <a:pt x="9525" y="9525"/>
                </a:lnTo>
                <a:close/>
              </a:path>
            </a:pathLst>
          </a:custGeom>
          <a:solidFill>
            <a:srgbClr val="C7C6C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29" name="object 329"/>
          <p:cNvSpPr/>
          <p:nvPr/>
        </p:nvSpPr>
        <p:spPr>
          <a:xfrm>
            <a:off x="8343900" y="4725458"/>
            <a:ext cx="9525" cy="9525"/>
          </a:xfrm>
          <a:custGeom>
            <a:avLst/>
            <a:gdLst/>
            <a:ahLst/>
            <a:cxnLst/>
            <a:rect l="l" t="t" r="r" b="b"/>
            <a:pathLst>
              <a:path w="9525" h="9525">
                <a:moveTo>
                  <a:pt x="9525" y="9525"/>
                </a:moveTo>
                <a:lnTo>
                  <a:pt x="0" y="9525"/>
                </a:lnTo>
                <a:lnTo>
                  <a:pt x="0" y="0"/>
                </a:lnTo>
                <a:lnTo>
                  <a:pt x="9525" y="0"/>
                </a:lnTo>
                <a:lnTo>
                  <a:pt x="9525" y="9525"/>
                </a:lnTo>
                <a:close/>
              </a:path>
            </a:pathLst>
          </a:custGeom>
          <a:solidFill>
            <a:srgbClr val="C7C6C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30" name="object 330"/>
          <p:cNvSpPr/>
          <p:nvPr/>
        </p:nvSpPr>
        <p:spPr>
          <a:xfrm>
            <a:off x="8401050" y="4725458"/>
            <a:ext cx="9525" cy="9525"/>
          </a:xfrm>
          <a:custGeom>
            <a:avLst/>
            <a:gdLst/>
            <a:ahLst/>
            <a:cxnLst/>
            <a:rect l="l" t="t" r="r" b="b"/>
            <a:pathLst>
              <a:path w="9525" h="9525">
                <a:moveTo>
                  <a:pt x="9525" y="9525"/>
                </a:moveTo>
                <a:lnTo>
                  <a:pt x="0" y="9525"/>
                </a:lnTo>
                <a:lnTo>
                  <a:pt x="0" y="0"/>
                </a:lnTo>
                <a:lnTo>
                  <a:pt x="9525" y="0"/>
                </a:lnTo>
                <a:lnTo>
                  <a:pt x="9525" y="9525"/>
                </a:lnTo>
                <a:close/>
              </a:path>
            </a:pathLst>
          </a:custGeom>
          <a:solidFill>
            <a:srgbClr val="C7C6C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31" name="object 331"/>
          <p:cNvSpPr/>
          <p:nvPr/>
        </p:nvSpPr>
        <p:spPr>
          <a:xfrm>
            <a:off x="8458200" y="4725458"/>
            <a:ext cx="9525" cy="9525"/>
          </a:xfrm>
          <a:custGeom>
            <a:avLst/>
            <a:gdLst/>
            <a:ahLst/>
            <a:cxnLst/>
            <a:rect l="l" t="t" r="r" b="b"/>
            <a:pathLst>
              <a:path w="9525" h="9525">
                <a:moveTo>
                  <a:pt x="9525" y="9525"/>
                </a:moveTo>
                <a:lnTo>
                  <a:pt x="0" y="9525"/>
                </a:lnTo>
                <a:lnTo>
                  <a:pt x="0" y="0"/>
                </a:lnTo>
                <a:lnTo>
                  <a:pt x="9525" y="0"/>
                </a:lnTo>
                <a:lnTo>
                  <a:pt x="9525" y="9525"/>
                </a:lnTo>
                <a:close/>
              </a:path>
            </a:pathLst>
          </a:custGeom>
          <a:solidFill>
            <a:srgbClr val="C7C6C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32" name="object 332"/>
          <p:cNvSpPr/>
          <p:nvPr/>
        </p:nvSpPr>
        <p:spPr>
          <a:xfrm>
            <a:off x="8515350" y="4725458"/>
            <a:ext cx="9525" cy="9525"/>
          </a:xfrm>
          <a:custGeom>
            <a:avLst/>
            <a:gdLst/>
            <a:ahLst/>
            <a:cxnLst/>
            <a:rect l="l" t="t" r="r" b="b"/>
            <a:pathLst>
              <a:path w="9525" h="9525">
                <a:moveTo>
                  <a:pt x="9525" y="9525"/>
                </a:moveTo>
                <a:lnTo>
                  <a:pt x="0" y="9525"/>
                </a:lnTo>
                <a:lnTo>
                  <a:pt x="0" y="0"/>
                </a:lnTo>
                <a:lnTo>
                  <a:pt x="9525" y="0"/>
                </a:lnTo>
                <a:lnTo>
                  <a:pt x="9525" y="9525"/>
                </a:lnTo>
                <a:close/>
              </a:path>
            </a:pathLst>
          </a:custGeom>
          <a:solidFill>
            <a:srgbClr val="C7C6C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33" name="object 333"/>
          <p:cNvSpPr/>
          <p:nvPr/>
        </p:nvSpPr>
        <p:spPr>
          <a:xfrm>
            <a:off x="8572500" y="4725458"/>
            <a:ext cx="9525" cy="9525"/>
          </a:xfrm>
          <a:custGeom>
            <a:avLst/>
            <a:gdLst/>
            <a:ahLst/>
            <a:cxnLst/>
            <a:rect l="l" t="t" r="r" b="b"/>
            <a:pathLst>
              <a:path w="9525" h="9525">
                <a:moveTo>
                  <a:pt x="9525" y="9525"/>
                </a:moveTo>
                <a:lnTo>
                  <a:pt x="0" y="9525"/>
                </a:lnTo>
                <a:lnTo>
                  <a:pt x="0" y="0"/>
                </a:lnTo>
                <a:lnTo>
                  <a:pt x="9525" y="0"/>
                </a:lnTo>
                <a:lnTo>
                  <a:pt x="9525" y="9525"/>
                </a:lnTo>
                <a:close/>
              </a:path>
            </a:pathLst>
          </a:custGeom>
          <a:solidFill>
            <a:srgbClr val="C7C6C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34" name="object 334"/>
          <p:cNvSpPr/>
          <p:nvPr/>
        </p:nvSpPr>
        <p:spPr>
          <a:xfrm>
            <a:off x="8629650" y="4725458"/>
            <a:ext cx="9525" cy="9525"/>
          </a:xfrm>
          <a:custGeom>
            <a:avLst/>
            <a:gdLst/>
            <a:ahLst/>
            <a:cxnLst/>
            <a:rect l="l" t="t" r="r" b="b"/>
            <a:pathLst>
              <a:path w="9525" h="9525">
                <a:moveTo>
                  <a:pt x="9525" y="9525"/>
                </a:moveTo>
                <a:lnTo>
                  <a:pt x="0" y="9525"/>
                </a:lnTo>
                <a:lnTo>
                  <a:pt x="0" y="0"/>
                </a:lnTo>
                <a:lnTo>
                  <a:pt x="9525" y="0"/>
                </a:lnTo>
                <a:lnTo>
                  <a:pt x="9525" y="9525"/>
                </a:lnTo>
                <a:close/>
              </a:path>
            </a:pathLst>
          </a:custGeom>
          <a:solidFill>
            <a:srgbClr val="C7C6C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35" name="object 335"/>
          <p:cNvSpPr/>
          <p:nvPr/>
        </p:nvSpPr>
        <p:spPr>
          <a:xfrm>
            <a:off x="8686800" y="4725458"/>
            <a:ext cx="9525" cy="9525"/>
          </a:xfrm>
          <a:custGeom>
            <a:avLst/>
            <a:gdLst/>
            <a:ahLst/>
            <a:cxnLst/>
            <a:rect l="l" t="t" r="r" b="b"/>
            <a:pathLst>
              <a:path w="9525" h="9525">
                <a:moveTo>
                  <a:pt x="9525" y="9525"/>
                </a:moveTo>
                <a:lnTo>
                  <a:pt x="0" y="9525"/>
                </a:lnTo>
                <a:lnTo>
                  <a:pt x="0" y="0"/>
                </a:lnTo>
                <a:lnTo>
                  <a:pt x="9525" y="0"/>
                </a:lnTo>
                <a:lnTo>
                  <a:pt x="9525" y="9525"/>
                </a:lnTo>
                <a:close/>
              </a:path>
            </a:pathLst>
          </a:custGeom>
          <a:solidFill>
            <a:srgbClr val="C7C6C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36" name="object 336"/>
          <p:cNvSpPr/>
          <p:nvPr/>
        </p:nvSpPr>
        <p:spPr>
          <a:xfrm>
            <a:off x="8743950" y="4725458"/>
            <a:ext cx="9525" cy="9525"/>
          </a:xfrm>
          <a:custGeom>
            <a:avLst/>
            <a:gdLst/>
            <a:ahLst/>
            <a:cxnLst/>
            <a:rect l="l" t="t" r="r" b="b"/>
            <a:pathLst>
              <a:path w="9525" h="9525">
                <a:moveTo>
                  <a:pt x="9525" y="9525"/>
                </a:moveTo>
                <a:lnTo>
                  <a:pt x="0" y="9525"/>
                </a:lnTo>
                <a:lnTo>
                  <a:pt x="0" y="0"/>
                </a:lnTo>
                <a:lnTo>
                  <a:pt x="9525" y="0"/>
                </a:lnTo>
                <a:lnTo>
                  <a:pt x="9525" y="9525"/>
                </a:lnTo>
                <a:close/>
              </a:path>
            </a:pathLst>
          </a:custGeom>
          <a:solidFill>
            <a:srgbClr val="C7C6C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37" name="object 337"/>
          <p:cNvSpPr/>
          <p:nvPr/>
        </p:nvSpPr>
        <p:spPr>
          <a:xfrm>
            <a:off x="8801100" y="4725458"/>
            <a:ext cx="9525" cy="9525"/>
          </a:xfrm>
          <a:custGeom>
            <a:avLst/>
            <a:gdLst/>
            <a:ahLst/>
            <a:cxnLst/>
            <a:rect l="l" t="t" r="r" b="b"/>
            <a:pathLst>
              <a:path w="9525" h="9525">
                <a:moveTo>
                  <a:pt x="9525" y="9525"/>
                </a:moveTo>
                <a:lnTo>
                  <a:pt x="0" y="9525"/>
                </a:lnTo>
                <a:lnTo>
                  <a:pt x="0" y="0"/>
                </a:lnTo>
                <a:lnTo>
                  <a:pt x="9525" y="0"/>
                </a:lnTo>
                <a:lnTo>
                  <a:pt x="9525" y="9525"/>
                </a:lnTo>
                <a:close/>
              </a:path>
            </a:pathLst>
          </a:custGeom>
          <a:solidFill>
            <a:srgbClr val="C7C6C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38" name="object 338"/>
          <p:cNvSpPr/>
          <p:nvPr/>
        </p:nvSpPr>
        <p:spPr>
          <a:xfrm>
            <a:off x="8858250" y="4725458"/>
            <a:ext cx="9525" cy="9525"/>
          </a:xfrm>
          <a:custGeom>
            <a:avLst/>
            <a:gdLst/>
            <a:ahLst/>
            <a:cxnLst/>
            <a:rect l="l" t="t" r="r" b="b"/>
            <a:pathLst>
              <a:path w="9525" h="9525">
                <a:moveTo>
                  <a:pt x="9525" y="9525"/>
                </a:moveTo>
                <a:lnTo>
                  <a:pt x="0" y="9525"/>
                </a:lnTo>
                <a:lnTo>
                  <a:pt x="0" y="0"/>
                </a:lnTo>
                <a:lnTo>
                  <a:pt x="9525" y="0"/>
                </a:lnTo>
                <a:lnTo>
                  <a:pt x="9525" y="9525"/>
                </a:lnTo>
                <a:close/>
              </a:path>
            </a:pathLst>
          </a:custGeom>
          <a:solidFill>
            <a:srgbClr val="C7C6C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39" name="object 339"/>
          <p:cNvSpPr/>
          <p:nvPr/>
        </p:nvSpPr>
        <p:spPr>
          <a:xfrm>
            <a:off x="8915400" y="4725458"/>
            <a:ext cx="9525" cy="9525"/>
          </a:xfrm>
          <a:custGeom>
            <a:avLst/>
            <a:gdLst/>
            <a:ahLst/>
            <a:cxnLst/>
            <a:rect l="l" t="t" r="r" b="b"/>
            <a:pathLst>
              <a:path w="9525" h="9525">
                <a:moveTo>
                  <a:pt x="9525" y="9525"/>
                </a:moveTo>
                <a:lnTo>
                  <a:pt x="0" y="9525"/>
                </a:lnTo>
                <a:lnTo>
                  <a:pt x="0" y="0"/>
                </a:lnTo>
                <a:lnTo>
                  <a:pt x="9525" y="0"/>
                </a:lnTo>
                <a:lnTo>
                  <a:pt x="9525" y="9525"/>
                </a:lnTo>
                <a:close/>
              </a:path>
            </a:pathLst>
          </a:custGeom>
          <a:solidFill>
            <a:srgbClr val="C7C6C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40" name="object 340"/>
          <p:cNvSpPr/>
          <p:nvPr/>
        </p:nvSpPr>
        <p:spPr>
          <a:xfrm>
            <a:off x="8972550" y="4725458"/>
            <a:ext cx="9525" cy="9525"/>
          </a:xfrm>
          <a:custGeom>
            <a:avLst/>
            <a:gdLst/>
            <a:ahLst/>
            <a:cxnLst/>
            <a:rect l="l" t="t" r="r" b="b"/>
            <a:pathLst>
              <a:path w="9525" h="9525">
                <a:moveTo>
                  <a:pt x="9525" y="9525"/>
                </a:moveTo>
                <a:lnTo>
                  <a:pt x="0" y="9525"/>
                </a:lnTo>
                <a:lnTo>
                  <a:pt x="0" y="0"/>
                </a:lnTo>
                <a:lnTo>
                  <a:pt x="9525" y="0"/>
                </a:lnTo>
                <a:lnTo>
                  <a:pt x="9525" y="9525"/>
                </a:lnTo>
                <a:close/>
              </a:path>
            </a:pathLst>
          </a:custGeom>
          <a:solidFill>
            <a:srgbClr val="C7C6C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41" name="object 341"/>
          <p:cNvSpPr/>
          <p:nvPr/>
        </p:nvSpPr>
        <p:spPr>
          <a:xfrm>
            <a:off x="9029700" y="4725458"/>
            <a:ext cx="9525" cy="9525"/>
          </a:xfrm>
          <a:custGeom>
            <a:avLst/>
            <a:gdLst/>
            <a:ahLst/>
            <a:cxnLst/>
            <a:rect l="l" t="t" r="r" b="b"/>
            <a:pathLst>
              <a:path w="9525" h="9525">
                <a:moveTo>
                  <a:pt x="9525" y="9525"/>
                </a:moveTo>
                <a:lnTo>
                  <a:pt x="0" y="9525"/>
                </a:lnTo>
                <a:lnTo>
                  <a:pt x="0" y="0"/>
                </a:lnTo>
                <a:lnTo>
                  <a:pt x="9525" y="0"/>
                </a:lnTo>
                <a:lnTo>
                  <a:pt x="9525" y="9525"/>
                </a:lnTo>
                <a:close/>
              </a:path>
            </a:pathLst>
          </a:custGeom>
          <a:solidFill>
            <a:srgbClr val="C7C6C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42" name="object 342"/>
          <p:cNvSpPr/>
          <p:nvPr/>
        </p:nvSpPr>
        <p:spPr>
          <a:xfrm>
            <a:off x="9086850" y="4725458"/>
            <a:ext cx="9525" cy="9525"/>
          </a:xfrm>
          <a:custGeom>
            <a:avLst/>
            <a:gdLst/>
            <a:ahLst/>
            <a:cxnLst/>
            <a:rect l="l" t="t" r="r" b="b"/>
            <a:pathLst>
              <a:path w="9525" h="9525">
                <a:moveTo>
                  <a:pt x="9525" y="9525"/>
                </a:moveTo>
                <a:lnTo>
                  <a:pt x="0" y="9525"/>
                </a:lnTo>
                <a:lnTo>
                  <a:pt x="0" y="0"/>
                </a:lnTo>
                <a:lnTo>
                  <a:pt x="9525" y="0"/>
                </a:lnTo>
                <a:lnTo>
                  <a:pt x="9525" y="9525"/>
                </a:lnTo>
                <a:close/>
              </a:path>
            </a:pathLst>
          </a:custGeom>
          <a:solidFill>
            <a:srgbClr val="C7C6C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43" name="object 343"/>
          <p:cNvSpPr/>
          <p:nvPr/>
        </p:nvSpPr>
        <p:spPr>
          <a:xfrm>
            <a:off x="9144000" y="4725458"/>
            <a:ext cx="9525" cy="9525"/>
          </a:xfrm>
          <a:custGeom>
            <a:avLst/>
            <a:gdLst/>
            <a:ahLst/>
            <a:cxnLst/>
            <a:rect l="l" t="t" r="r" b="b"/>
            <a:pathLst>
              <a:path w="9525" h="9525">
                <a:moveTo>
                  <a:pt x="9525" y="9525"/>
                </a:moveTo>
                <a:lnTo>
                  <a:pt x="0" y="9525"/>
                </a:lnTo>
                <a:lnTo>
                  <a:pt x="0" y="0"/>
                </a:lnTo>
                <a:lnTo>
                  <a:pt x="9525" y="0"/>
                </a:lnTo>
                <a:lnTo>
                  <a:pt x="9525" y="9525"/>
                </a:lnTo>
                <a:close/>
              </a:path>
            </a:pathLst>
          </a:custGeom>
          <a:solidFill>
            <a:srgbClr val="C7C6C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44" name="object 344"/>
          <p:cNvSpPr/>
          <p:nvPr/>
        </p:nvSpPr>
        <p:spPr>
          <a:xfrm>
            <a:off x="9201150" y="4725458"/>
            <a:ext cx="9525" cy="9525"/>
          </a:xfrm>
          <a:custGeom>
            <a:avLst/>
            <a:gdLst/>
            <a:ahLst/>
            <a:cxnLst/>
            <a:rect l="l" t="t" r="r" b="b"/>
            <a:pathLst>
              <a:path w="9525" h="9525">
                <a:moveTo>
                  <a:pt x="9525" y="9525"/>
                </a:moveTo>
                <a:lnTo>
                  <a:pt x="0" y="9525"/>
                </a:lnTo>
                <a:lnTo>
                  <a:pt x="0" y="0"/>
                </a:lnTo>
                <a:lnTo>
                  <a:pt x="9525" y="0"/>
                </a:lnTo>
                <a:lnTo>
                  <a:pt x="9525" y="9525"/>
                </a:lnTo>
                <a:close/>
              </a:path>
            </a:pathLst>
          </a:custGeom>
          <a:solidFill>
            <a:srgbClr val="C7C6C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45" name="object 345"/>
          <p:cNvSpPr/>
          <p:nvPr/>
        </p:nvSpPr>
        <p:spPr>
          <a:xfrm>
            <a:off x="9258300" y="4725458"/>
            <a:ext cx="9525" cy="9525"/>
          </a:xfrm>
          <a:custGeom>
            <a:avLst/>
            <a:gdLst/>
            <a:ahLst/>
            <a:cxnLst/>
            <a:rect l="l" t="t" r="r" b="b"/>
            <a:pathLst>
              <a:path w="9525" h="9525">
                <a:moveTo>
                  <a:pt x="9525" y="9525"/>
                </a:moveTo>
                <a:lnTo>
                  <a:pt x="0" y="9525"/>
                </a:lnTo>
                <a:lnTo>
                  <a:pt x="0" y="0"/>
                </a:lnTo>
                <a:lnTo>
                  <a:pt x="9525" y="0"/>
                </a:lnTo>
                <a:lnTo>
                  <a:pt x="9525" y="9525"/>
                </a:lnTo>
                <a:close/>
              </a:path>
            </a:pathLst>
          </a:custGeom>
          <a:solidFill>
            <a:srgbClr val="C7C6C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46" name="object 346"/>
          <p:cNvSpPr/>
          <p:nvPr/>
        </p:nvSpPr>
        <p:spPr>
          <a:xfrm>
            <a:off x="9315450" y="4725458"/>
            <a:ext cx="9525" cy="9525"/>
          </a:xfrm>
          <a:custGeom>
            <a:avLst/>
            <a:gdLst/>
            <a:ahLst/>
            <a:cxnLst/>
            <a:rect l="l" t="t" r="r" b="b"/>
            <a:pathLst>
              <a:path w="9525" h="9525">
                <a:moveTo>
                  <a:pt x="9525" y="9525"/>
                </a:moveTo>
                <a:lnTo>
                  <a:pt x="0" y="9525"/>
                </a:lnTo>
                <a:lnTo>
                  <a:pt x="0" y="0"/>
                </a:lnTo>
                <a:lnTo>
                  <a:pt x="9525" y="0"/>
                </a:lnTo>
                <a:lnTo>
                  <a:pt x="9525" y="9525"/>
                </a:lnTo>
                <a:close/>
              </a:path>
            </a:pathLst>
          </a:custGeom>
          <a:solidFill>
            <a:srgbClr val="C7C6C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47" name="object 347"/>
          <p:cNvSpPr/>
          <p:nvPr/>
        </p:nvSpPr>
        <p:spPr>
          <a:xfrm>
            <a:off x="9372600" y="4725458"/>
            <a:ext cx="9525" cy="9525"/>
          </a:xfrm>
          <a:custGeom>
            <a:avLst/>
            <a:gdLst/>
            <a:ahLst/>
            <a:cxnLst/>
            <a:rect l="l" t="t" r="r" b="b"/>
            <a:pathLst>
              <a:path w="9525" h="9525">
                <a:moveTo>
                  <a:pt x="9525" y="9525"/>
                </a:moveTo>
                <a:lnTo>
                  <a:pt x="0" y="9525"/>
                </a:lnTo>
                <a:lnTo>
                  <a:pt x="0" y="0"/>
                </a:lnTo>
                <a:lnTo>
                  <a:pt x="9525" y="0"/>
                </a:lnTo>
                <a:lnTo>
                  <a:pt x="9525" y="9525"/>
                </a:lnTo>
                <a:close/>
              </a:path>
            </a:pathLst>
          </a:custGeom>
          <a:solidFill>
            <a:srgbClr val="C7C6C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48" name="object 348"/>
          <p:cNvSpPr/>
          <p:nvPr/>
        </p:nvSpPr>
        <p:spPr>
          <a:xfrm>
            <a:off x="9429750" y="4725458"/>
            <a:ext cx="9525" cy="9525"/>
          </a:xfrm>
          <a:custGeom>
            <a:avLst/>
            <a:gdLst/>
            <a:ahLst/>
            <a:cxnLst/>
            <a:rect l="l" t="t" r="r" b="b"/>
            <a:pathLst>
              <a:path w="9525" h="9525">
                <a:moveTo>
                  <a:pt x="9525" y="9525"/>
                </a:moveTo>
                <a:lnTo>
                  <a:pt x="0" y="9525"/>
                </a:lnTo>
                <a:lnTo>
                  <a:pt x="0" y="0"/>
                </a:lnTo>
                <a:lnTo>
                  <a:pt x="9525" y="0"/>
                </a:lnTo>
                <a:lnTo>
                  <a:pt x="9525" y="9525"/>
                </a:lnTo>
                <a:close/>
              </a:path>
            </a:pathLst>
          </a:custGeom>
          <a:solidFill>
            <a:srgbClr val="C7C6C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49" name="object 349"/>
          <p:cNvSpPr/>
          <p:nvPr/>
        </p:nvSpPr>
        <p:spPr>
          <a:xfrm>
            <a:off x="9486900" y="4725458"/>
            <a:ext cx="9525" cy="9525"/>
          </a:xfrm>
          <a:custGeom>
            <a:avLst/>
            <a:gdLst/>
            <a:ahLst/>
            <a:cxnLst/>
            <a:rect l="l" t="t" r="r" b="b"/>
            <a:pathLst>
              <a:path w="9525" h="9525">
                <a:moveTo>
                  <a:pt x="9525" y="9525"/>
                </a:moveTo>
                <a:lnTo>
                  <a:pt x="0" y="9525"/>
                </a:lnTo>
                <a:lnTo>
                  <a:pt x="0" y="0"/>
                </a:lnTo>
                <a:lnTo>
                  <a:pt x="9525" y="0"/>
                </a:lnTo>
                <a:lnTo>
                  <a:pt x="9525" y="9525"/>
                </a:lnTo>
                <a:close/>
              </a:path>
            </a:pathLst>
          </a:custGeom>
          <a:solidFill>
            <a:srgbClr val="C7C6C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50" name="object 350"/>
          <p:cNvSpPr/>
          <p:nvPr/>
        </p:nvSpPr>
        <p:spPr>
          <a:xfrm>
            <a:off x="9544050" y="4725458"/>
            <a:ext cx="9525" cy="9525"/>
          </a:xfrm>
          <a:custGeom>
            <a:avLst/>
            <a:gdLst/>
            <a:ahLst/>
            <a:cxnLst/>
            <a:rect l="l" t="t" r="r" b="b"/>
            <a:pathLst>
              <a:path w="9525" h="9525">
                <a:moveTo>
                  <a:pt x="9525" y="9525"/>
                </a:moveTo>
                <a:lnTo>
                  <a:pt x="0" y="9525"/>
                </a:lnTo>
                <a:lnTo>
                  <a:pt x="0" y="0"/>
                </a:lnTo>
                <a:lnTo>
                  <a:pt x="9525" y="0"/>
                </a:lnTo>
                <a:lnTo>
                  <a:pt x="9525" y="9525"/>
                </a:lnTo>
                <a:close/>
              </a:path>
            </a:pathLst>
          </a:custGeom>
          <a:solidFill>
            <a:srgbClr val="C7C6C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51" name="object 351"/>
          <p:cNvSpPr/>
          <p:nvPr/>
        </p:nvSpPr>
        <p:spPr>
          <a:xfrm>
            <a:off x="9601200" y="4725458"/>
            <a:ext cx="9525" cy="9525"/>
          </a:xfrm>
          <a:custGeom>
            <a:avLst/>
            <a:gdLst/>
            <a:ahLst/>
            <a:cxnLst/>
            <a:rect l="l" t="t" r="r" b="b"/>
            <a:pathLst>
              <a:path w="9525" h="9525">
                <a:moveTo>
                  <a:pt x="9525" y="9525"/>
                </a:moveTo>
                <a:lnTo>
                  <a:pt x="0" y="9525"/>
                </a:lnTo>
                <a:lnTo>
                  <a:pt x="0" y="0"/>
                </a:lnTo>
                <a:lnTo>
                  <a:pt x="9525" y="0"/>
                </a:lnTo>
                <a:lnTo>
                  <a:pt x="9525" y="9525"/>
                </a:lnTo>
                <a:close/>
              </a:path>
            </a:pathLst>
          </a:custGeom>
          <a:solidFill>
            <a:srgbClr val="C7C6C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52" name="object 352"/>
          <p:cNvSpPr/>
          <p:nvPr/>
        </p:nvSpPr>
        <p:spPr>
          <a:xfrm>
            <a:off x="9658350" y="4725458"/>
            <a:ext cx="9525" cy="9525"/>
          </a:xfrm>
          <a:custGeom>
            <a:avLst/>
            <a:gdLst/>
            <a:ahLst/>
            <a:cxnLst/>
            <a:rect l="l" t="t" r="r" b="b"/>
            <a:pathLst>
              <a:path w="9525" h="9525">
                <a:moveTo>
                  <a:pt x="9525" y="9525"/>
                </a:moveTo>
                <a:lnTo>
                  <a:pt x="0" y="9525"/>
                </a:lnTo>
                <a:lnTo>
                  <a:pt x="0" y="0"/>
                </a:lnTo>
                <a:lnTo>
                  <a:pt x="9525" y="0"/>
                </a:lnTo>
                <a:lnTo>
                  <a:pt x="9525" y="9525"/>
                </a:lnTo>
                <a:close/>
              </a:path>
            </a:pathLst>
          </a:custGeom>
          <a:solidFill>
            <a:srgbClr val="C7C6C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53" name="object 353"/>
          <p:cNvSpPr/>
          <p:nvPr/>
        </p:nvSpPr>
        <p:spPr>
          <a:xfrm>
            <a:off x="9715500" y="4725458"/>
            <a:ext cx="9525" cy="9525"/>
          </a:xfrm>
          <a:custGeom>
            <a:avLst/>
            <a:gdLst/>
            <a:ahLst/>
            <a:cxnLst/>
            <a:rect l="l" t="t" r="r" b="b"/>
            <a:pathLst>
              <a:path w="9525" h="9525">
                <a:moveTo>
                  <a:pt x="9525" y="9525"/>
                </a:moveTo>
                <a:lnTo>
                  <a:pt x="0" y="9525"/>
                </a:lnTo>
                <a:lnTo>
                  <a:pt x="0" y="0"/>
                </a:lnTo>
                <a:lnTo>
                  <a:pt x="9525" y="0"/>
                </a:lnTo>
                <a:lnTo>
                  <a:pt x="9525" y="9525"/>
                </a:lnTo>
                <a:close/>
              </a:path>
            </a:pathLst>
          </a:custGeom>
          <a:solidFill>
            <a:srgbClr val="C7C6C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54" name="object 354"/>
          <p:cNvSpPr/>
          <p:nvPr/>
        </p:nvSpPr>
        <p:spPr>
          <a:xfrm>
            <a:off x="9772650" y="4725458"/>
            <a:ext cx="9525" cy="9525"/>
          </a:xfrm>
          <a:custGeom>
            <a:avLst/>
            <a:gdLst/>
            <a:ahLst/>
            <a:cxnLst/>
            <a:rect l="l" t="t" r="r" b="b"/>
            <a:pathLst>
              <a:path w="9525" h="9525">
                <a:moveTo>
                  <a:pt x="9525" y="9525"/>
                </a:moveTo>
                <a:lnTo>
                  <a:pt x="0" y="9525"/>
                </a:lnTo>
                <a:lnTo>
                  <a:pt x="0" y="0"/>
                </a:lnTo>
                <a:lnTo>
                  <a:pt x="9525" y="0"/>
                </a:lnTo>
                <a:lnTo>
                  <a:pt x="9525" y="9525"/>
                </a:lnTo>
                <a:close/>
              </a:path>
            </a:pathLst>
          </a:custGeom>
          <a:solidFill>
            <a:srgbClr val="C7C6C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55" name="object 355"/>
          <p:cNvSpPr/>
          <p:nvPr/>
        </p:nvSpPr>
        <p:spPr>
          <a:xfrm>
            <a:off x="9829800" y="4725458"/>
            <a:ext cx="9525" cy="9525"/>
          </a:xfrm>
          <a:custGeom>
            <a:avLst/>
            <a:gdLst/>
            <a:ahLst/>
            <a:cxnLst/>
            <a:rect l="l" t="t" r="r" b="b"/>
            <a:pathLst>
              <a:path w="9525" h="9525">
                <a:moveTo>
                  <a:pt x="9525" y="9525"/>
                </a:moveTo>
                <a:lnTo>
                  <a:pt x="0" y="9525"/>
                </a:lnTo>
                <a:lnTo>
                  <a:pt x="0" y="0"/>
                </a:lnTo>
                <a:lnTo>
                  <a:pt x="9525" y="0"/>
                </a:lnTo>
                <a:lnTo>
                  <a:pt x="9525" y="9525"/>
                </a:lnTo>
                <a:close/>
              </a:path>
            </a:pathLst>
          </a:custGeom>
          <a:solidFill>
            <a:srgbClr val="C7C6C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56" name="object 356"/>
          <p:cNvSpPr txBox="1"/>
          <p:nvPr/>
        </p:nvSpPr>
        <p:spPr>
          <a:xfrm>
            <a:off x="7127924" y="4639832"/>
            <a:ext cx="219075" cy="1625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900" spc="-25" dirty="0">
                <a:solidFill>
                  <a:srgbClr val="605D5C"/>
                </a:solidFill>
                <a:latin typeface="Segoe UI"/>
                <a:cs typeface="Segoe UI"/>
              </a:rPr>
              <a:t>1bn</a:t>
            </a:r>
            <a:endParaRPr sz="900">
              <a:latin typeface="Segoe UI"/>
              <a:cs typeface="Segoe UI"/>
            </a:endParaRPr>
          </a:p>
        </p:txBody>
      </p:sp>
      <p:sp>
        <p:nvSpPr>
          <p:cNvPr id="357" name="object 357"/>
          <p:cNvSpPr/>
          <p:nvPr/>
        </p:nvSpPr>
        <p:spPr>
          <a:xfrm>
            <a:off x="7429500" y="4196291"/>
            <a:ext cx="9525" cy="9525"/>
          </a:xfrm>
          <a:custGeom>
            <a:avLst/>
            <a:gdLst/>
            <a:ahLst/>
            <a:cxnLst/>
            <a:rect l="l" t="t" r="r" b="b"/>
            <a:pathLst>
              <a:path w="9525" h="9525">
                <a:moveTo>
                  <a:pt x="9525" y="9525"/>
                </a:moveTo>
                <a:lnTo>
                  <a:pt x="0" y="9525"/>
                </a:lnTo>
                <a:lnTo>
                  <a:pt x="0" y="0"/>
                </a:lnTo>
                <a:lnTo>
                  <a:pt x="9525" y="0"/>
                </a:lnTo>
                <a:lnTo>
                  <a:pt x="9525" y="9525"/>
                </a:lnTo>
                <a:close/>
              </a:path>
            </a:pathLst>
          </a:custGeom>
          <a:solidFill>
            <a:srgbClr val="C7C6C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58" name="object 358"/>
          <p:cNvSpPr/>
          <p:nvPr/>
        </p:nvSpPr>
        <p:spPr>
          <a:xfrm>
            <a:off x="7486650" y="4196291"/>
            <a:ext cx="9525" cy="9525"/>
          </a:xfrm>
          <a:custGeom>
            <a:avLst/>
            <a:gdLst/>
            <a:ahLst/>
            <a:cxnLst/>
            <a:rect l="l" t="t" r="r" b="b"/>
            <a:pathLst>
              <a:path w="9525" h="9525">
                <a:moveTo>
                  <a:pt x="9525" y="9525"/>
                </a:moveTo>
                <a:lnTo>
                  <a:pt x="0" y="9525"/>
                </a:lnTo>
                <a:lnTo>
                  <a:pt x="0" y="0"/>
                </a:lnTo>
                <a:lnTo>
                  <a:pt x="9525" y="0"/>
                </a:lnTo>
                <a:lnTo>
                  <a:pt x="9525" y="9525"/>
                </a:lnTo>
                <a:close/>
              </a:path>
            </a:pathLst>
          </a:custGeom>
          <a:solidFill>
            <a:srgbClr val="C7C6C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59" name="object 359"/>
          <p:cNvSpPr/>
          <p:nvPr/>
        </p:nvSpPr>
        <p:spPr>
          <a:xfrm>
            <a:off x="7543800" y="4196291"/>
            <a:ext cx="9525" cy="9525"/>
          </a:xfrm>
          <a:custGeom>
            <a:avLst/>
            <a:gdLst/>
            <a:ahLst/>
            <a:cxnLst/>
            <a:rect l="l" t="t" r="r" b="b"/>
            <a:pathLst>
              <a:path w="9525" h="9525">
                <a:moveTo>
                  <a:pt x="9525" y="9525"/>
                </a:moveTo>
                <a:lnTo>
                  <a:pt x="0" y="9525"/>
                </a:lnTo>
                <a:lnTo>
                  <a:pt x="0" y="0"/>
                </a:lnTo>
                <a:lnTo>
                  <a:pt x="9525" y="0"/>
                </a:lnTo>
                <a:lnTo>
                  <a:pt x="9525" y="9525"/>
                </a:lnTo>
                <a:close/>
              </a:path>
            </a:pathLst>
          </a:custGeom>
          <a:solidFill>
            <a:srgbClr val="C7C6C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60" name="object 360"/>
          <p:cNvSpPr/>
          <p:nvPr/>
        </p:nvSpPr>
        <p:spPr>
          <a:xfrm>
            <a:off x="7943850" y="4196291"/>
            <a:ext cx="9525" cy="9525"/>
          </a:xfrm>
          <a:custGeom>
            <a:avLst/>
            <a:gdLst/>
            <a:ahLst/>
            <a:cxnLst/>
            <a:rect l="l" t="t" r="r" b="b"/>
            <a:pathLst>
              <a:path w="9525" h="9525">
                <a:moveTo>
                  <a:pt x="9525" y="9525"/>
                </a:moveTo>
                <a:lnTo>
                  <a:pt x="0" y="9525"/>
                </a:lnTo>
                <a:lnTo>
                  <a:pt x="0" y="0"/>
                </a:lnTo>
                <a:lnTo>
                  <a:pt x="9525" y="0"/>
                </a:lnTo>
                <a:lnTo>
                  <a:pt x="9525" y="9525"/>
                </a:lnTo>
                <a:close/>
              </a:path>
            </a:pathLst>
          </a:custGeom>
          <a:solidFill>
            <a:srgbClr val="C7C6C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61" name="object 361"/>
          <p:cNvSpPr/>
          <p:nvPr/>
        </p:nvSpPr>
        <p:spPr>
          <a:xfrm>
            <a:off x="8001000" y="4196291"/>
            <a:ext cx="9525" cy="9525"/>
          </a:xfrm>
          <a:custGeom>
            <a:avLst/>
            <a:gdLst/>
            <a:ahLst/>
            <a:cxnLst/>
            <a:rect l="l" t="t" r="r" b="b"/>
            <a:pathLst>
              <a:path w="9525" h="9525">
                <a:moveTo>
                  <a:pt x="9525" y="9525"/>
                </a:moveTo>
                <a:lnTo>
                  <a:pt x="0" y="9525"/>
                </a:lnTo>
                <a:lnTo>
                  <a:pt x="0" y="0"/>
                </a:lnTo>
                <a:lnTo>
                  <a:pt x="9525" y="0"/>
                </a:lnTo>
                <a:lnTo>
                  <a:pt x="9525" y="9525"/>
                </a:lnTo>
                <a:close/>
              </a:path>
            </a:pathLst>
          </a:custGeom>
          <a:solidFill>
            <a:srgbClr val="C7C6C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62" name="object 362"/>
          <p:cNvSpPr/>
          <p:nvPr/>
        </p:nvSpPr>
        <p:spPr>
          <a:xfrm>
            <a:off x="8058150" y="4196291"/>
            <a:ext cx="9525" cy="9525"/>
          </a:xfrm>
          <a:custGeom>
            <a:avLst/>
            <a:gdLst/>
            <a:ahLst/>
            <a:cxnLst/>
            <a:rect l="l" t="t" r="r" b="b"/>
            <a:pathLst>
              <a:path w="9525" h="9525">
                <a:moveTo>
                  <a:pt x="9525" y="9525"/>
                </a:moveTo>
                <a:lnTo>
                  <a:pt x="0" y="9525"/>
                </a:lnTo>
                <a:lnTo>
                  <a:pt x="0" y="0"/>
                </a:lnTo>
                <a:lnTo>
                  <a:pt x="9525" y="0"/>
                </a:lnTo>
                <a:lnTo>
                  <a:pt x="9525" y="9525"/>
                </a:lnTo>
                <a:close/>
              </a:path>
            </a:pathLst>
          </a:custGeom>
          <a:solidFill>
            <a:srgbClr val="C7C6C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63" name="object 363"/>
          <p:cNvSpPr/>
          <p:nvPr/>
        </p:nvSpPr>
        <p:spPr>
          <a:xfrm>
            <a:off x="8115300" y="4196291"/>
            <a:ext cx="9525" cy="9525"/>
          </a:xfrm>
          <a:custGeom>
            <a:avLst/>
            <a:gdLst/>
            <a:ahLst/>
            <a:cxnLst/>
            <a:rect l="l" t="t" r="r" b="b"/>
            <a:pathLst>
              <a:path w="9525" h="9525">
                <a:moveTo>
                  <a:pt x="9525" y="9525"/>
                </a:moveTo>
                <a:lnTo>
                  <a:pt x="0" y="9525"/>
                </a:lnTo>
                <a:lnTo>
                  <a:pt x="0" y="0"/>
                </a:lnTo>
                <a:lnTo>
                  <a:pt x="9525" y="0"/>
                </a:lnTo>
                <a:lnTo>
                  <a:pt x="9525" y="9525"/>
                </a:lnTo>
                <a:close/>
              </a:path>
            </a:pathLst>
          </a:custGeom>
          <a:solidFill>
            <a:srgbClr val="C7C6C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64" name="object 364"/>
          <p:cNvSpPr/>
          <p:nvPr/>
        </p:nvSpPr>
        <p:spPr>
          <a:xfrm>
            <a:off x="8172450" y="4196291"/>
            <a:ext cx="9525" cy="9525"/>
          </a:xfrm>
          <a:custGeom>
            <a:avLst/>
            <a:gdLst/>
            <a:ahLst/>
            <a:cxnLst/>
            <a:rect l="l" t="t" r="r" b="b"/>
            <a:pathLst>
              <a:path w="9525" h="9525">
                <a:moveTo>
                  <a:pt x="9525" y="9525"/>
                </a:moveTo>
                <a:lnTo>
                  <a:pt x="0" y="9525"/>
                </a:lnTo>
                <a:lnTo>
                  <a:pt x="0" y="0"/>
                </a:lnTo>
                <a:lnTo>
                  <a:pt x="9525" y="0"/>
                </a:lnTo>
                <a:lnTo>
                  <a:pt x="9525" y="9525"/>
                </a:lnTo>
                <a:close/>
              </a:path>
            </a:pathLst>
          </a:custGeom>
          <a:solidFill>
            <a:srgbClr val="C7C6C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65" name="object 365"/>
          <p:cNvSpPr/>
          <p:nvPr/>
        </p:nvSpPr>
        <p:spPr>
          <a:xfrm>
            <a:off x="8229600" y="4196291"/>
            <a:ext cx="9525" cy="9525"/>
          </a:xfrm>
          <a:custGeom>
            <a:avLst/>
            <a:gdLst/>
            <a:ahLst/>
            <a:cxnLst/>
            <a:rect l="l" t="t" r="r" b="b"/>
            <a:pathLst>
              <a:path w="9525" h="9525">
                <a:moveTo>
                  <a:pt x="9525" y="9525"/>
                </a:moveTo>
                <a:lnTo>
                  <a:pt x="0" y="9525"/>
                </a:lnTo>
                <a:lnTo>
                  <a:pt x="0" y="0"/>
                </a:lnTo>
                <a:lnTo>
                  <a:pt x="9525" y="0"/>
                </a:lnTo>
                <a:lnTo>
                  <a:pt x="9525" y="9525"/>
                </a:lnTo>
                <a:close/>
              </a:path>
            </a:pathLst>
          </a:custGeom>
          <a:solidFill>
            <a:srgbClr val="C7C6C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66" name="object 366"/>
          <p:cNvSpPr/>
          <p:nvPr/>
        </p:nvSpPr>
        <p:spPr>
          <a:xfrm>
            <a:off x="8286750" y="4196291"/>
            <a:ext cx="9525" cy="9525"/>
          </a:xfrm>
          <a:custGeom>
            <a:avLst/>
            <a:gdLst/>
            <a:ahLst/>
            <a:cxnLst/>
            <a:rect l="l" t="t" r="r" b="b"/>
            <a:pathLst>
              <a:path w="9525" h="9525">
                <a:moveTo>
                  <a:pt x="9525" y="9525"/>
                </a:moveTo>
                <a:lnTo>
                  <a:pt x="0" y="9525"/>
                </a:lnTo>
                <a:lnTo>
                  <a:pt x="0" y="0"/>
                </a:lnTo>
                <a:lnTo>
                  <a:pt x="9525" y="0"/>
                </a:lnTo>
                <a:lnTo>
                  <a:pt x="9525" y="9525"/>
                </a:lnTo>
                <a:close/>
              </a:path>
            </a:pathLst>
          </a:custGeom>
          <a:solidFill>
            <a:srgbClr val="C7C6C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67" name="object 367"/>
          <p:cNvSpPr/>
          <p:nvPr/>
        </p:nvSpPr>
        <p:spPr>
          <a:xfrm>
            <a:off x="8343900" y="4196291"/>
            <a:ext cx="9525" cy="9525"/>
          </a:xfrm>
          <a:custGeom>
            <a:avLst/>
            <a:gdLst/>
            <a:ahLst/>
            <a:cxnLst/>
            <a:rect l="l" t="t" r="r" b="b"/>
            <a:pathLst>
              <a:path w="9525" h="9525">
                <a:moveTo>
                  <a:pt x="9525" y="9525"/>
                </a:moveTo>
                <a:lnTo>
                  <a:pt x="0" y="9525"/>
                </a:lnTo>
                <a:lnTo>
                  <a:pt x="0" y="0"/>
                </a:lnTo>
                <a:lnTo>
                  <a:pt x="9525" y="0"/>
                </a:lnTo>
                <a:lnTo>
                  <a:pt x="9525" y="9525"/>
                </a:lnTo>
                <a:close/>
              </a:path>
            </a:pathLst>
          </a:custGeom>
          <a:solidFill>
            <a:srgbClr val="C7C6C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68" name="object 368"/>
          <p:cNvSpPr/>
          <p:nvPr/>
        </p:nvSpPr>
        <p:spPr>
          <a:xfrm>
            <a:off x="8401050" y="4196291"/>
            <a:ext cx="9525" cy="9525"/>
          </a:xfrm>
          <a:custGeom>
            <a:avLst/>
            <a:gdLst/>
            <a:ahLst/>
            <a:cxnLst/>
            <a:rect l="l" t="t" r="r" b="b"/>
            <a:pathLst>
              <a:path w="9525" h="9525">
                <a:moveTo>
                  <a:pt x="9525" y="9525"/>
                </a:moveTo>
                <a:lnTo>
                  <a:pt x="0" y="9525"/>
                </a:lnTo>
                <a:lnTo>
                  <a:pt x="0" y="0"/>
                </a:lnTo>
                <a:lnTo>
                  <a:pt x="9525" y="0"/>
                </a:lnTo>
                <a:lnTo>
                  <a:pt x="9525" y="9525"/>
                </a:lnTo>
                <a:close/>
              </a:path>
            </a:pathLst>
          </a:custGeom>
          <a:solidFill>
            <a:srgbClr val="C7C6C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69" name="object 369"/>
          <p:cNvSpPr/>
          <p:nvPr/>
        </p:nvSpPr>
        <p:spPr>
          <a:xfrm>
            <a:off x="8458200" y="4196291"/>
            <a:ext cx="9525" cy="9525"/>
          </a:xfrm>
          <a:custGeom>
            <a:avLst/>
            <a:gdLst/>
            <a:ahLst/>
            <a:cxnLst/>
            <a:rect l="l" t="t" r="r" b="b"/>
            <a:pathLst>
              <a:path w="9525" h="9525">
                <a:moveTo>
                  <a:pt x="9525" y="9525"/>
                </a:moveTo>
                <a:lnTo>
                  <a:pt x="0" y="9525"/>
                </a:lnTo>
                <a:lnTo>
                  <a:pt x="0" y="0"/>
                </a:lnTo>
                <a:lnTo>
                  <a:pt x="9525" y="0"/>
                </a:lnTo>
                <a:lnTo>
                  <a:pt x="9525" y="9525"/>
                </a:lnTo>
                <a:close/>
              </a:path>
            </a:pathLst>
          </a:custGeom>
          <a:solidFill>
            <a:srgbClr val="C7C6C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70" name="object 370"/>
          <p:cNvSpPr/>
          <p:nvPr/>
        </p:nvSpPr>
        <p:spPr>
          <a:xfrm>
            <a:off x="8515350" y="4196291"/>
            <a:ext cx="9525" cy="9525"/>
          </a:xfrm>
          <a:custGeom>
            <a:avLst/>
            <a:gdLst/>
            <a:ahLst/>
            <a:cxnLst/>
            <a:rect l="l" t="t" r="r" b="b"/>
            <a:pathLst>
              <a:path w="9525" h="9525">
                <a:moveTo>
                  <a:pt x="9525" y="9525"/>
                </a:moveTo>
                <a:lnTo>
                  <a:pt x="0" y="9525"/>
                </a:lnTo>
                <a:lnTo>
                  <a:pt x="0" y="0"/>
                </a:lnTo>
                <a:lnTo>
                  <a:pt x="9525" y="0"/>
                </a:lnTo>
                <a:lnTo>
                  <a:pt x="9525" y="9525"/>
                </a:lnTo>
                <a:close/>
              </a:path>
            </a:pathLst>
          </a:custGeom>
          <a:solidFill>
            <a:srgbClr val="C7C6C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71" name="object 371"/>
          <p:cNvSpPr/>
          <p:nvPr/>
        </p:nvSpPr>
        <p:spPr>
          <a:xfrm>
            <a:off x="8572500" y="4196291"/>
            <a:ext cx="9525" cy="9525"/>
          </a:xfrm>
          <a:custGeom>
            <a:avLst/>
            <a:gdLst/>
            <a:ahLst/>
            <a:cxnLst/>
            <a:rect l="l" t="t" r="r" b="b"/>
            <a:pathLst>
              <a:path w="9525" h="9525">
                <a:moveTo>
                  <a:pt x="9525" y="9525"/>
                </a:moveTo>
                <a:lnTo>
                  <a:pt x="0" y="9525"/>
                </a:lnTo>
                <a:lnTo>
                  <a:pt x="0" y="0"/>
                </a:lnTo>
                <a:lnTo>
                  <a:pt x="9525" y="0"/>
                </a:lnTo>
                <a:lnTo>
                  <a:pt x="9525" y="9525"/>
                </a:lnTo>
                <a:close/>
              </a:path>
            </a:pathLst>
          </a:custGeom>
          <a:solidFill>
            <a:srgbClr val="C7C6C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72" name="object 372"/>
          <p:cNvSpPr/>
          <p:nvPr/>
        </p:nvSpPr>
        <p:spPr>
          <a:xfrm>
            <a:off x="8629650" y="4196291"/>
            <a:ext cx="9525" cy="9525"/>
          </a:xfrm>
          <a:custGeom>
            <a:avLst/>
            <a:gdLst/>
            <a:ahLst/>
            <a:cxnLst/>
            <a:rect l="l" t="t" r="r" b="b"/>
            <a:pathLst>
              <a:path w="9525" h="9525">
                <a:moveTo>
                  <a:pt x="9525" y="9525"/>
                </a:moveTo>
                <a:lnTo>
                  <a:pt x="0" y="9525"/>
                </a:lnTo>
                <a:lnTo>
                  <a:pt x="0" y="0"/>
                </a:lnTo>
                <a:lnTo>
                  <a:pt x="9525" y="0"/>
                </a:lnTo>
                <a:lnTo>
                  <a:pt x="9525" y="9525"/>
                </a:lnTo>
                <a:close/>
              </a:path>
            </a:pathLst>
          </a:custGeom>
          <a:solidFill>
            <a:srgbClr val="C7C6C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73" name="object 373"/>
          <p:cNvSpPr/>
          <p:nvPr/>
        </p:nvSpPr>
        <p:spPr>
          <a:xfrm>
            <a:off x="8686800" y="4196291"/>
            <a:ext cx="9525" cy="9525"/>
          </a:xfrm>
          <a:custGeom>
            <a:avLst/>
            <a:gdLst/>
            <a:ahLst/>
            <a:cxnLst/>
            <a:rect l="l" t="t" r="r" b="b"/>
            <a:pathLst>
              <a:path w="9525" h="9525">
                <a:moveTo>
                  <a:pt x="9525" y="9525"/>
                </a:moveTo>
                <a:lnTo>
                  <a:pt x="0" y="9525"/>
                </a:lnTo>
                <a:lnTo>
                  <a:pt x="0" y="0"/>
                </a:lnTo>
                <a:lnTo>
                  <a:pt x="9525" y="0"/>
                </a:lnTo>
                <a:lnTo>
                  <a:pt x="9525" y="9525"/>
                </a:lnTo>
                <a:close/>
              </a:path>
            </a:pathLst>
          </a:custGeom>
          <a:solidFill>
            <a:srgbClr val="C7C6C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74" name="object 374"/>
          <p:cNvSpPr/>
          <p:nvPr/>
        </p:nvSpPr>
        <p:spPr>
          <a:xfrm>
            <a:off x="8743950" y="4196291"/>
            <a:ext cx="9525" cy="9525"/>
          </a:xfrm>
          <a:custGeom>
            <a:avLst/>
            <a:gdLst/>
            <a:ahLst/>
            <a:cxnLst/>
            <a:rect l="l" t="t" r="r" b="b"/>
            <a:pathLst>
              <a:path w="9525" h="9525">
                <a:moveTo>
                  <a:pt x="9525" y="9525"/>
                </a:moveTo>
                <a:lnTo>
                  <a:pt x="0" y="9525"/>
                </a:lnTo>
                <a:lnTo>
                  <a:pt x="0" y="0"/>
                </a:lnTo>
                <a:lnTo>
                  <a:pt x="9525" y="0"/>
                </a:lnTo>
                <a:lnTo>
                  <a:pt x="9525" y="9525"/>
                </a:lnTo>
                <a:close/>
              </a:path>
            </a:pathLst>
          </a:custGeom>
          <a:solidFill>
            <a:srgbClr val="C7C6C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75" name="object 375"/>
          <p:cNvSpPr/>
          <p:nvPr/>
        </p:nvSpPr>
        <p:spPr>
          <a:xfrm>
            <a:off x="8801100" y="4196291"/>
            <a:ext cx="9525" cy="9525"/>
          </a:xfrm>
          <a:custGeom>
            <a:avLst/>
            <a:gdLst/>
            <a:ahLst/>
            <a:cxnLst/>
            <a:rect l="l" t="t" r="r" b="b"/>
            <a:pathLst>
              <a:path w="9525" h="9525">
                <a:moveTo>
                  <a:pt x="9525" y="9525"/>
                </a:moveTo>
                <a:lnTo>
                  <a:pt x="0" y="9525"/>
                </a:lnTo>
                <a:lnTo>
                  <a:pt x="0" y="0"/>
                </a:lnTo>
                <a:lnTo>
                  <a:pt x="9525" y="0"/>
                </a:lnTo>
                <a:lnTo>
                  <a:pt x="9525" y="9525"/>
                </a:lnTo>
                <a:close/>
              </a:path>
            </a:pathLst>
          </a:custGeom>
          <a:solidFill>
            <a:srgbClr val="C7C6C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76" name="object 376"/>
          <p:cNvSpPr/>
          <p:nvPr/>
        </p:nvSpPr>
        <p:spPr>
          <a:xfrm>
            <a:off x="8858250" y="4196291"/>
            <a:ext cx="9525" cy="9525"/>
          </a:xfrm>
          <a:custGeom>
            <a:avLst/>
            <a:gdLst/>
            <a:ahLst/>
            <a:cxnLst/>
            <a:rect l="l" t="t" r="r" b="b"/>
            <a:pathLst>
              <a:path w="9525" h="9525">
                <a:moveTo>
                  <a:pt x="9525" y="9525"/>
                </a:moveTo>
                <a:lnTo>
                  <a:pt x="0" y="9525"/>
                </a:lnTo>
                <a:lnTo>
                  <a:pt x="0" y="0"/>
                </a:lnTo>
                <a:lnTo>
                  <a:pt x="9525" y="0"/>
                </a:lnTo>
                <a:lnTo>
                  <a:pt x="9525" y="9525"/>
                </a:lnTo>
                <a:close/>
              </a:path>
            </a:pathLst>
          </a:custGeom>
          <a:solidFill>
            <a:srgbClr val="C7C6C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77" name="object 377"/>
          <p:cNvSpPr/>
          <p:nvPr/>
        </p:nvSpPr>
        <p:spPr>
          <a:xfrm>
            <a:off x="8915400" y="4196291"/>
            <a:ext cx="9525" cy="9525"/>
          </a:xfrm>
          <a:custGeom>
            <a:avLst/>
            <a:gdLst/>
            <a:ahLst/>
            <a:cxnLst/>
            <a:rect l="l" t="t" r="r" b="b"/>
            <a:pathLst>
              <a:path w="9525" h="9525">
                <a:moveTo>
                  <a:pt x="9525" y="9525"/>
                </a:moveTo>
                <a:lnTo>
                  <a:pt x="0" y="9525"/>
                </a:lnTo>
                <a:lnTo>
                  <a:pt x="0" y="0"/>
                </a:lnTo>
                <a:lnTo>
                  <a:pt x="9525" y="0"/>
                </a:lnTo>
                <a:lnTo>
                  <a:pt x="9525" y="9525"/>
                </a:lnTo>
                <a:close/>
              </a:path>
            </a:pathLst>
          </a:custGeom>
          <a:solidFill>
            <a:srgbClr val="C7C6C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78" name="object 378"/>
          <p:cNvSpPr/>
          <p:nvPr/>
        </p:nvSpPr>
        <p:spPr>
          <a:xfrm>
            <a:off x="8972550" y="4196291"/>
            <a:ext cx="9525" cy="9525"/>
          </a:xfrm>
          <a:custGeom>
            <a:avLst/>
            <a:gdLst/>
            <a:ahLst/>
            <a:cxnLst/>
            <a:rect l="l" t="t" r="r" b="b"/>
            <a:pathLst>
              <a:path w="9525" h="9525">
                <a:moveTo>
                  <a:pt x="9525" y="9525"/>
                </a:moveTo>
                <a:lnTo>
                  <a:pt x="0" y="9525"/>
                </a:lnTo>
                <a:lnTo>
                  <a:pt x="0" y="0"/>
                </a:lnTo>
                <a:lnTo>
                  <a:pt x="9525" y="0"/>
                </a:lnTo>
                <a:lnTo>
                  <a:pt x="9525" y="9525"/>
                </a:lnTo>
                <a:close/>
              </a:path>
            </a:pathLst>
          </a:custGeom>
          <a:solidFill>
            <a:srgbClr val="C7C6C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79" name="object 379"/>
          <p:cNvSpPr/>
          <p:nvPr/>
        </p:nvSpPr>
        <p:spPr>
          <a:xfrm>
            <a:off x="9029700" y="4196291"/>
            <a:ext cx="9525" cy="9525"/>
          </a:xfrm>
          <a:custGeom>
            <a:avLst/>
            <a:gdLst/>
            <a:ahLst/>
            <a:cxnLst/>
            <a:rect l="l" t="t" r="r" b="b"/>
            <a:pathLst>
              <a:path w="9525" h="9525">
                <a:moveTo>
                  <a:pt x="9525" y="9525"/>
                </a:moveTo>
                <a:lnTo>
                  <a:pt x="0" y="9525"/>
                </a:lnTo>
                <a:lnTo>
                  <a:pt x="0" y="0"/>
                </a:lnTo>
                <a:lnTo>
                  <a:pt x="9525" y="0"/>
                </a:lnTo>
                <a:lnTo>
                  <a:pt x="9525" y="9525"/>
                </a:lnTo>
                <a:close/>
              </a:path>
            </a:pathLst>
          </a:custGeom>
          <a:solidFill>
            <a:srgbClr val="C7C6C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80" name="object 380"/>
          <p:cNvSpPr/>
          <p:nvPr/>
        </p:nvSpPr>
        <p:spPr>
          <a:xfrm>
            <a:off x="9086850" y="4196291"/>
            <a:ext cx="9525" cy="9525"/>
          </a:xfrm>
          <a:custGeom>
            <a:avLst/>
            <a:gdLst/>
            <a:ahLst/>
            <a:cxnLst/>
            <a:rect l="l" t="t" r="r" b="b"/>
            <a:pathLst>
              <a:path w="9525" h="9525">
                <a:moveTo>
                  <a:pt x="9525" y="9525"/>
                </a:moveTo>
                <a:lnTo>
                  <a:pt x="0" y="9525"/>
                </a:lnTo>
                <a:lnTo>
                  <a:pt x="0" y="0"/>
                </a:lnTo>
                <a:lnTo>
                  <a:pt x="9525" y="0"/>
                </a:lnTo>
                <a:lnTo>
                  <a:pt x="9525" y="9525"/>
                </a:lnTo>
                <a:close/>
              </a:path>
            </a:pathLst>
          </a:custGeom>
          <a:solidFill>
            <a:srgbClr val="C7C6C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81" name="object 381"/>
          <p:cNvSpPr/>
          <p:nvPr/>
        </p:nvSpPr>
        <p:spPr>
          <a:xfrm>
            <a:off x="9144000" y="4196291"/>
            <a:ext cx="9525" cy="9525"/>
          </a:xfrm>
          <a:custGeom>
            <a:avLst/>
            <a:gdLst/>
            <a:ahLst/>
            <a:cxnLst/>
            <a:rect l="l" t="t" r="r" b="b"/>
            <a:pathLst>
              <a:path w="9525" h="9525">
                <a:moveTo>
                  <a:pt x="9525" y="9525"/>
                </a:moveTo>
                <a:lnTo>
                  <a:pt x="0" y="9525"/>
                </a:lnTo>
                <a:lnTo>
                  <a:pt x="0" y="0"/>
                </a:lnTo>
                <a:lnTo>
                  <a:pt x="9525" y="0"/>
                </a:lnTo>
                <a:lnTo>
                  <a:pt x="9525" y="9525"/>
                </a:lnTo>
                <a:close/>
              </a:path>
            </a:pathLst>
          </a:custGeom>
          <a:solidFill>
            <a:srgbClr val="C7C6C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82" name="object 382"/>
          <p:cNvSpPr/>
          <p:nvPr/>
        </p:nvSpPr>
        <p:spPr>
          <a:xfrm>
            <a:off x="9201150" y="4196291"/>
            <a:ext cx="9525" cy="9525"/>
          </a:xfrm>
          <a:custGeom>
            <a:avLst/>
            <a:gdLst/>
            <a:ahLst/>
            <a:cxnLst/>
            <a:rect l="l" t="t" r="r" b="b"/>
            <a:pathLst>
              <a:path w="9525" h="9525">
                <a:moveTo>
                  <a:pt x="9525" y="9525"/>
                </a:moveTo>
                <a:lnTo>
                  <a:pt x="0" y="9525"/>
                </a:lnTo>
                <a:lnTo>
                  <a:pt x="0" y="0"/>
                </a:lnTo>
                <a:lnTo>
                  <a:pt x="9525" y="0"/>
                </a:lnTo>
                <a:lnTo>
                  <a:pt x="9525" y="9525"/>
                </a:lnTo>
                <a:close/>
              </a:path>
            </a:pathLst>
          </a:custGeom>
          <a:solidFill>
            <a:srgbClr val="C7C6C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83" name="object 383"/>
          <p:cNvSpPr/>
          <p:nvPr/>
        </p:nvSpPr>
        <p:spPr>
          <a:xfrm>
            <a:off x="9258300" y="4196291"/>
            <a:ext cx="9525" cy="9525"/>
          </a:xfrm>
          <a:custGeom>
            <a:avLst/>
            <a:gdLst/>
            <a:ahLst/>
            <a:cxnLst/>
            <a:rect l="l" t="t" r="r" b="b"/>
            <a:pathLst>
              <a:path w="9525" h="9525">
                <a:moveTo>
                  <a:pt x="9525" y="9525"/>
                </a:moveTo>
                <a:lnTo>
                  <a:pt x="0" y="9525"/>
                </a:lnTo>
                <a:lnTo>
                  <a:pt x="0" y="0"/>
                </a:lnTo>
                <a:lnTo>
                  <a:pt x="9525" y="0"/>
                </a:lnTo>
                <a:lnTo>
                  <a:pt x="9525" y="9525"/>
                </a:lnTo>
                <a:close/>
              </a:path>
            </a:pathLst>
          </a:custGeom>
          <a:solidFill>
            <a:srgbClr val="C7C6C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84" name="object 384"/>
          <p:cNvSpPr/>
          <p:nvPr/>
        </p:nvSpPr>
        <p:spPr>
          <a:xfrm>
            <a:off x="9315450" y="4196291"/>
            <a:ext cx="9525" cy="9525"/>
          </a:xfrm>
          <a:custGeom>
            <a:avLst/>
            <a:gdLst/>
            <a:ahLst/>
            <a:cxnLst/>
            <a:rect l="l" t="t" r="r" b="b"/>
            <a:pathLst>
              <a:path w="9525" h="9525">
                <a:moveTo>
                  <a:pt x="9525" y="9525"/>
                </a:moveTo>
                <a:lnTo>
                  <a:pt x="0" y="9525"/>
                </a:lnTo>
                <a:lnTo>
                  <a:pt x="0" y="0"/>
                </a:lnTo>
                <a:lnTo>
                  <a:pt x="9525" y="0"/>
                </a:lnTo>
                <a:lnTo>
                  <a:pt x="9525" y="9525"/>
                </a:lnTo>
                <a:close/>
              </a:path>
            </a:pathLst>
          </a:custGeom>
          <a:solidFill>
            <a:srgbClr val="C7C6C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85" name="object 385"/>
          <p:cNvSpPr/>
          <p:nvPr/>
        </p:nvSpPr>
        <p:spPr>
          <a:xfrm>
            <a:off x="9372600" y="4196291"/>
            <a:ext cx="9525" cy="9525"/>
          </a:xfrm>
          <a:custGeom>
            <a:avLst/>
            <a:gdLst/>
            <a:ahLst/>
            <a:cxnLst/>
            <a:rect l="l" t="t" r="r" b="b"/>
            <a:pathLst>
              <a:path w="9525" h="9525">
                <a:moveTo>
                  <a:pt x="9525" y="9525"/>
                </a:moveTo>
                <a:lnTo>
                  <a:pt x="0" y="9525"/>
                </a:lnTo>
                <a:lnTo>
                  <a:pt x="0" y="0"/>
                </a:lnTo>
                <a:lnTo>
                  <a:pt x="9525" y="0"/>
                </a:lnTo>
                <a:lnTo>
                  <a:pt x="9525" y="9525"/>
                </a:lnTo>
                <a:close/>
              </a:path>
            </a:pathLst>
          </a:custGeom>
          <a:solidFill>
            <a:srgbClr val="C7C6C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86" name="object 386"/>
          <p:cNvSpPr/>
          <p:nvPr/>
        </p:nvSpPr>
        <p:spPr>
          <a:xfrm>
            <a:off x="9429750" y="4196291"/>
            <a:ext cx="9525" cy="9525"/>
          </a:xfrm>
          <a:custGeom>
            <a:avLst/>
            <a:gdLst/>
            <a:ahLst/>
            <a:cxnLst/>
            <a:rect l="l" t="t" r="r" b="b"/>
            <a:pathLst>
              <a:path w="9525" h="9525">
                <a:moveTo>
                  <a:pt x="9525" y="9525"/>
                </a:moveTo>
                <a:lnTo>
                  <a:pt x="0" y="9525"/>
                </a:lnTo>
                <a:lnTo>
                  <a:pt x="0" y="0"/>
                </a:lnTo>
                <a:lnTo>
                  <a:pt x="9525" y="0"/>
                </a:lnTo>
                <a:lnTo>
                  <a:pt x="9525" y="9525"/>
                </a:lnTo>
                <a:close/>
              </a:path>
            </a:pathLst>
          </a:custGeom>
          <a:solidFill>
            <a:srgbClr val="C7C6C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87" name="object 387"/>
          <p:cNvSpPr/>
          <p:nvPr/>
        </p:nvSpPr>
        <p:spPr>
          <a:xfrm>
            <a:off x="9486900" y="4196291"/>
            <a:ext cx="9525" cy="9525"/>
          </a:xfrm>
          <a:custGeom>
            <a:avLst/>
            <a:gdLst/>
            <a:ahLst/>
            <a:cxnLst/>
            <a:rect l="l" t="t" r="r" b="b"/>
            <a:pathLst>
              <a:path w="9525" h="9525">
                <a:moveTo>
                  <a:pt x="9525" y="9525"/>
                </a:moveTo>
                <a:lnTo>
                  <a:pt x="0" y="9525"/>
                </a:lnTo>
                <a:lnTo>
                  <a:pt x="0" y="0"/>
                </a:lnTo>
                <a:lnTo>
                  <a:pt x="9525" y="0"/>
                </a:lnTo>
                <a:lnTo>
                  <a:pt x="9525" y="9525"/>
                </a:lnTo>
                <a:close/>
              </a:path>
            </a:pathLst>
          </a:custGeom>
          <a:solidFill>
            <a:srgbClr val="C7C6C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88" name="object 388"/>
          <p:cNvSpPr/>
          <p:nvPr/>
        </p:nvSpPr>
        <p:spPr>
          <a:xfrm>
            <a:off x="9544050" y="4196291"/>
            <a:ext cx="9525" cy="9525"/>
          </a:xfrm>
          <a:custGeom>
            <a:avLst/>
            <a:gdLst/>
            <a:ahLst/>
            <a:cxnLst/>
            <a:rect l="l" t="t" r="r" b="b"/>
            <a:pathLst>
              <a:path w="9525" h="9525">
                <a:moveTo>
                  <a:pt x="9525" y="9525"/>
                </a:moveTo>
                <a:lnTo>
                  <a:pt x="0" y="9525"/>
                </a:lnTo>
                <a:lnTo>
                  <a:pt x="0" y="0"/>
                </a:lnTo>
                <a:lnTo>
                  <a:pt x="9525" y="0"/>
                </a:lnTo>
                <a:lnTo>
                  <a:pt x="9525" y="9525"/>
                </a:lnTo>
                <a:close/>
              </a:path>
            </a:pathLst>
          </a:custGeom>
          <a:solidFill>
            <a:srgbClr val="C7C6C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89" name="object 389"/>
          <p:cNvSpPr/>
          <p:nvPr/>
        </p:nvSpPr>
        <p:spPr>
          <a:xfrm>
            <a:off x="9601200" y="4196291"/>
            <a:ext cx="9525" cy="9525"/>
          </a:xfrm>
          <a:custGeom>
            <a:avLst/>
            <a:gdLst/>
            <a:ahLst/>
            <a:cxnLst/>
            <a:rect l="l" t="t" r="r" b="b"/>
            <a:pathLst>
              <a:path w="9525" h="9525">
                <a:moveTo>
                  <a:pt x="9525" y="9525"/>
                </a:moveTo>
                <a:lnTo>
                  <a:pt x="0" y="9525"/>
                </a:lnTo>
                <a:lnTo>
                  <a:pt x="0" y="0"/>
                </a:lnTo>
                <a:lnTo>
                  <a:pt x="9525" y="0"/>
                </a:lnTo>
                <a:lnTo>
                  <a:pt x="9525" y="9525"/>
                </a:lnTo>
                <a:close/>
              </a:path>
            </a:pathLst>
          </a:custGeom>
          <a:solidFill>
            <a:srgbClr val="C7C6C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90" name="object 390"/>
          <p:cNvSpPr/>
          <p:nvPr/>
        </p:nvSpPr>
        <p:spPr>
          <a:xfrm>
            <a:off x="9658350" y="4196291"/>
            <a:ext cx="9525" cy="9525"/>
          </a:xfrm>
          <a:custGeom>
            <a:avLst/>
            <a:gdLst/>
            <a:ahLst/>
            <a:cxnLst/>
            <a:rect l="l" t="t" r="r" b="b"/>
            <a:pathLst>
              <a:path w="9525" h="9525">
                <a:moveTo>
                  <a:pt x="9525" y="9525"/>
                </a:moveTo>
                <a:lnTo>
                  <a:pt x="0" y="9525"/>
                </a:lnTo>
                <a:lnTo>
                  <a:pt x="0" y="0"/>
                </a:lnTo>
                <a:lnTo>
                  <a:pt x="9525" y="0"/>
                </a:lnTo>
                <a:lnTo>
                  <a:pt x="9525" y="9525"/>
                </a:lnTo>
                <a:close/>
              </a:path>
            </a:pathLst>
          </a:custGeom>
          <a:solidFill>
            <a:srgbClr val="C7C6C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91" name="object 391"/>
          <p:cNvSpPr/>
          <p:nvPr/>
        </p:nvSpPr>
        <p:spPr>
          <a:xfrm>
            <a:off x="9715500" y="4196291"/>
            <a:ext cx="9525" cy="9525"/>
          </a:xfrm>
          <a:custGeom>
            <a:avLst/>
            <a:gdLst/>
            <a:ahLst/>
            <a:cxnLst/>
            <a:rect l="l" t="t" r="r" b="b"/>
            <a:pathLst>
              <a:path w="9525" h="9525">
                <a:moveTo>
                  <a:pt x="9525" y="9525"/>
                </a:moveTo>
                <a:lnTo>
                  <a:pt x="0" y="9525"/>
                </a:lnTo>
                <a:lnTo>
                  <a:pt x="0" y="0"/>
                </a:lnTo>
                <a:lnTo>
                  <a:pt x="9525" y="0"/>
                </a:lnTo>
                <a:lnTo>
                  <a:pt x="9525" y="9525"/>
                </a:lnTo>
                <a:close/>
              </a:path>
            </a:pathLst>
          </a:custGeom>
          <a:solidFill>
            <a:srgbClr val="C7C6C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92" name="object 392"/>
          <p:cNvSpPr/>
          <p:nvPr/>
        </p:nvSpPr>
        <p:spPr>
          <a:xfrm>
            <a:off x="9772650" y="4196291"/>
            <a:ext cx="9525" cy="9525"/>
          </a:xfrm>
          <a:custGeom>
            <a:avLst/>
            <a:gdLst/>
            <a:ahLst/>
            <a:cxnLst/>
            <a:rect l="l" t="t" r="r" b="b"/>
            <a:pathLst>
              <a:path w="9525" h="9525">
                <a:moveTo>
                  <a:pt x="9525" y="9525"/>
                </a:moveTo>
                <a:lnTo>
                  <a:pt x="0" y="9525"/>
                </a:lnTo>
                <a:lnTo>
                  <a:pt x="0" y="0"/>
                </a:lnTo>
                <a:lnTo>
                  <a:pt x="9525" y="0"/>
                </a:lnTo>
                <a:lnTo>
                  <a:pt x="9525" y="9525"/>
                </a:lnTo>
                <a:close/>
              </a:path>
            </a:pathLst>
          </a:custGeom>
          <a:solidFill>
            <a:srgbClr val="C7C6C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93" name="object 393"/>
          <p:cNvSpPr/>
          <p:nvPr/>
        </p:nvSpPr>
        <p:spPr>
          <a:xfrm>
            <a:off x="9829800" y="4196291"/>
            <a:ext cx="9525" cy="9525"/>
          </a:xfrm>
          <a:custGeom>
            <a:avLst/>
            <a:gdLst/>
            <a:ahLst/>
            <a:cxnLst/>
            <a:rect l="l" t="t" r="r" b="b"/>
            <a:pathLst>
              <a:path w="9525" h="9525">
                <a:moveTo>
                  <a:pt x="9525" y="9525"/>
                </a:moveTo>
                <a:lnTo>
                  <a:pt x="0" y="9525"/>
                </a:lnTo>
                <a:lnTo>
                  <a:pt x="0" y="0"/>
                </a:lnTo>
                <a:lnTo>
                  <a:pt x="9525" y="0"/>
                </a:lnTo>
                <a:lnTo>
                  <a:pt x="9525" y="9525"/>
                </a:lnTo>
                <a:close/>
              </a:path>
            </a:pathLst>
          </a:custGeom>
          <a:solidFill>
            <a:srgbClr val="C7C6C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94" name="object 394"/>
          <p:cNvSpPr txBox="1"/>
          <p:nvPr/>
        </p:nvSpPr>
        <p:spPr>
          <a:xfrm>
            <a:off x="7127924" y="4110665"/>
            <a:ext cx="219075" cy="1625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900" spc="-25" dirty="0">
                <a:solidFill>
                  <a:srgbClr val="605D5C"/>
                </a:solidFill>
                <a:latin typeface="Segoe UI"/>
                <a:cs typeface="Segoe UI"/>
              </a:rPr>
              <a:t>2bn</a:t>
            </a:r>
            <a:endParaRPr sz="900">
              <a:latin typeface="Segoe UI"/>
              <a:cs typeface="Segoe UI"/>
            </a:endParaRPr>
          </a:p>
        </p:txBody>
      </p:sp>
      <p:sp>
        <p:nvSpPr>
          <p:cNvPr id="395" name="object 395"/>
          <p:cNvSpPr/>
          <p:nvPr/>
        </p:nvSpPr>
        <p:spPr>
          <a:xfrm>
            <a:off x="7429500" y="3667125"/>
            <a:ext cx="9525" cy="9525"/>
          </a:xfrm>
          <a:custGeom>
            <a:avLst/>
            <a:gdLst/>
            <a:ahLst/>
            <a:cxnLst/>
            <a:rect l="l" t="t" r="r" b="b"/>
            <a:pathLst>
              <a:path w="9525" h="9525">
                <a:moveTo>
                  <a:pt x="9525" y="9525"/>
                </a:moveTo>
                <a:lnTo>
                  <a:pt x="0" y="9525"/>
                </a:lnTo>
                <a:lnTo>
                  <a:pt x="0" y="0"/>
                </a:lnTo>
                <a:lnTo>
                  <a:pt x="9525" y="0"/>
                </a:lnTo>
                <a:lnTo>
                  <a:pt x="9525" y="9525"/>
                </a:lnTo>
                <a:close/>
              </a:path>
            </a:pathLst>
          </a:custGeom>
          <a:solidFill>
            <a:srgbClr val="C7C6C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96" name="object 396"/>
          <p:cNvSpPr/>
          <p:nvPr/>
        </p:nvSpPr>
        <p:spPr>
          <a:xfrm>
            <a:off x="7486650" y="3667125"/>
            <a:ext cx="9525" cy="9525"/>
          </a:xfrm>
          <a:custGeom>
            <a:avLst/>
            <a:gdLst/>
            <a:ahLst/>
            <a:cxnLst/>
            <a:rect l="l" t="t" r="r" b="b"/>
            <a:pathLst>
              <a:path w="9525" h="9525">
                <a:moveTo>
                  <a:pt x="9525" y="9525"/>
                </a:moveTo>
                <a:lnTo>
                  <a:pt x="0" y="9525"/>
                </a:lnTo>
                <a:lnTo>
                  <a:pt x="0" y="0"/>
                </a:lnTo>
                <a:lnTo>
                  <a:pt x="9525" y="0"/>
                </a:lnTo>
                <a:lnTo>
                  <a:pt x="9525" y="9525"/>
                </a:lnTo>
                <a:close/>
              </a:path>
            </a:pathLst>
          </a:custGeom>
          <a:solidFill>
            <a:srgbClr val="C7C6C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97" name="object 397"/>
          <p:cNvSpPr/>
          <p:nvPr/>
        </p:nvSpPr>
        <p:spPr>
          <a:xfrm>
            <a:off x="7543800" y="3667125"/>
            <a:ext cx="9525" cy="9525"/>
          </a:xfrm>
          <a:custGeom>
            <a:avLst/>
            <a:gdLst/>
            <a:ahLst/>
            <a:cxnLst/>
            <a:rect l="l" t="t" r="r" b="b"/>
            <a:pathLst>
              <a:path w="9525" h="9525">
                <a:moveTo>
                  <a:pt x="9525" y="9525"/>
                </a:moveTo>
                <a:lnTo>
                  <a:pt x="0" y="9525"/>
                </a:lnTo>
                <a:lnTo>
                  <a:pt x="0" y="0"/>
                </a:lnTo>
                <a:lnTo>
                  <a:pt x="9525" y="0"/>
                </a:lnTo>
                <a:lnTo>
                  <a:pt x="9525" y="9525"/>
                </a:lnTo>
                <a:close/>
              </a:path>
            </a:pathLst>
          </a:custGeom>
          <a:solidFill>
            <a:srgbClr val="C7C6C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98" name="object 398"/>
          <p:cNvSpPr/>
          <p:nvPr/>
        </p:nvSpPr>
        <p:spPr>
          <a:xfrm>
            <a:off x="7600950" y="3667125"/>
            <a:ext cx="9525" cy="9525"/>
          </a:xfrm>
          <a:custGeom>
            <a:avLst/>
            <a:gdLst/>
            <a:ahLst/>
            <a:cxnLst/>
            <a:rect l="l" t="t" r="r" b="b"/>
            <a:pathLst>
              <a:path w="9525" h="9525">
                <a:moveTo>
                  <a:pt x="9525" y="9525"/>
                </a:moveTo>
                <a:lnTo>
                  <a:pt x="0" y="9525"/>
                </a:lnTo>
                <a:lnTo>
                  <a:pt x="0" y="0"/>
                </a:lnTo>
                <a:lnTo>
                  <a:pt x="9525" y="0"/>
                </a:lnTo>
                <a:lnTo>
                  <a:pt x="9525" y="9525"/>
                </a:lnTo>
                <a:close/>
              </a:path>
            </a:pathLst>
          </a:custGeom>
          <a:solidFill>
            <a:srgbClr val="C7C6C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99" name="object 399"/>
          <p:cNvSpPr/>
          <p:nvPr/>
        </p:nvSpPr>
        <p:spPr>
          <a:xfrm>
            <a:off x="7658100" y="3667125"/>
            <a:ext cx="9525" cy="9525"/>
          </a:xfrm>
          <a:custGeom>
            <a:avLst/>
            <a:gdLst/>
            <a:ahLst/>
            <a:cxnLst/>
            <a:rect l="l" t="t" r="r" b="b"/>
            <a:pathLst>
              <a:path w="9525" h="9525">
                <a:moveTo>
                  <a:pt x="9525" y="9525"/>
                </a:moveTo>
                <a:lnTo>
                  <a:pt x="0" y="9525"/>
                </a:lnTo>
                <a:lnTo>
                  <a:pt x="0" y="0"/>
                </a:lnTo>
                <a:lnTo>
                  <a:pt x="9525" y="0"/>
                </a:lnTo>
                <a:lnTo>
                  <a:pt x="9525" y="9525"/>
                </a:lnTo>
                <a:close/>
              </a:path>
            </a:pathLst>
          </a:custGeom>
          <a:solidFill>
            <a:srgbClr val="C7C6C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00" name="object 400"/>
          <p:cNvSpPr/>
          <p:nvPr/>
        </p:nvSpPr>
        <p:spPr>
          <a:xfrm>
            <a:off x="7715250" y="3667125"/>
            <a:ext cx="9525" cy="9525"/>
          </a:xfrm>
          <a:custGeom>
            <a:avLst/>
            <a:gdLst/>
            <a:ahLst/>
            <a:cxnLst/>
            <a:rect l="l" t="t" r="r" b="b"/>
            <a:pathLst>
              <a:path w="9525" h="9525">
                <a:moveTo>
                  <a:pt x="9525" y="9525"/>
                </a:moveTo>
                <a:lnTo>
                  <a:pt x="0" y="9525"/>
                </a:lnTo>
                <a:lnTo>
                  <a:pt x="0" y="0"/>
                </a:lnTo>
                <a:lnTo>
                  <a:pt x="9525" y="0"/>
                </a:lnTo>
                <a:lnTo>
                  <a:pt x="9525" y="9525"/>
                </a:lnTo>
                <a:close/>
              </a:path>
            </a:pathLst>
          </a:custGeom>
          <a:solidFill>
            <a:srgbClr val="C7C6C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01" name="object 401"/>
          <p:cNvSpPr/>
          <p:nvPr/>
        </p:nvSpPr>
        <p:spPr>
          <a:xfrm>
            <a:off x="7772400" y="3667125"/>
            <a:ext cx="9525" cy="9525"/>
          </a:xfrm>
          <a:custGeom>
            <a:avLst/>
            <a:gdLst/>
            <a:ahLst/>
            <a:cxnLst/>
            <a:rect l="l" t="t" r="r" b="b"/>
            <a:pathLst>
              <a:path w="9525" h="9525">
                <a:moveTo>
                  <a:pt x="9525" y="9525"/>
                </a:moveTo>
                <a:lnTo>
                  <a:pt x="0" y="9525"/>
                </a:lnTo>
                <a:lnTo>
                  <a:pt x="0" y="0"/>
                </a:lnTo>
                <a:lnTo>
                  <a:pt x="9525" y="0"/>
                </a:lnTo>
                <a:lnTo>
                  <a:pt x="9525" y="9525"/>
                </a:lnTo>
                <a:close/>
              </a:path>
            </a:pathLst>
          </a:custGeom>
          <a:solidFill>
            <a:srgbClr val="C7C6C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02" name="object 402"/>
          <p:cNvSpPr/>
          <p:nvPr/>
        </p:nvSpPr>
        <p:spPr>
          <a:xfrm>
            <a:off x="7829550" y="3667125"/>
            <a:ext cx="9525" cy="9525"/>
          </a:xfrm>
          <a:custGeom>
            <a:avLst/>
            <a:gdLst/>
            <a:ahLst/>
            <a:cxnLst/>
            <a:rect l="l" t="t" r="r" b="b"/>
            <a:pathLst>
              <a:path w="9525" h="9525">
                <a:moveTo>
                  <a:pt x="9525" y="9525"/>
                </a:moveTo>
                <a:lnTo>
                  <a:pt x="0" y="9525"/>
                </a:lnTo>
                <a:lnTo>
                  <a:pt x="0" y="0"/>
                </a:lnTo>
                <a:lnTo>
                  <a:pt x="9525" y="0"/>
                </a:lnTo>
                <a:lnTo>
                  <a:pt x="9525" y="9525"/>
                </a:lnTo>
                <a:close/>
              </a:path>
            </a:pathLst>
          </a:custGeom>
          <a:solidFill>
            <a:srgbClr val="C7C6C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03" name="object 403"/>
          <p:cNvSpPr/>
          <p:nvPr/>
        </p:nvSpPr>
        <p:spPr>
          <a:xfrm>
            <a:off x="7886700" y="3667125"/>
            <a:ext cx="9525" cy="9525"/>
          </a:xfrm>
          <a:custGeom>
            <a:avLst/>
            <a:gdLst/>
            <a:ahLst/>
            <a:cxnLst/>
            <a:rect l="l" t="t" r="r" b="b"/>
            <a:pathLst>
              <a:path w="9525" h="9525">
                <a:moveTo>
                  <a:pt x="9525" y="9525"/>
                </a:moveTo>
                <a:lnTo>
                  <a:pt x="0" y="9525"/>
                </a:lnTo>
                <a:lnTo>
                  <a:pt x="0" y="0"/>
                </a:lnTo>
                <a:lnTo>
                  <a:pt x="9525" y="0"/>
                </a:lnTo>
                <a:lnTo>
                  <a:pt x="9525" y="9525"/>
                </a:lnTo>
                <a:close/>
              </a:path>
            </a:pathLst>
          </a:custGeom>
          <a:solidFill>
            <a:srgbClr val="C7C6C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04" name="object 404"/>
          <p:cNvSpPr/>
          <p:nvPr/>
        </p:nvSpPr>
        <p:spPr>
          <a:xfrm>
            <a:off x="7943850" y="3667125"/>
            <a:ext cx="9525" cy="9525"/>
          </a:xfrm>
          <a:custGeom>
            <a:avLst/>
            <a:gdLst/>
            <a:ahLst/>
            <a:cxnLst/>
            <a:rect l="l" t="t" r="r" b="b"/>
            <a:pathLst>
              <a:path w="9525" h="9525">
                <a:moveTo>
                  <a:pt x="9525" y="9525"/>
                </a:moveTo>
                <a:lnTo>
                  <a:pt x="0" y="9525"/>
                </a:lnTo>
                <a:lnTo>
                  <a:pt x="0" y="0"/>
                </a:lnTo>
                <a:lnTo>
                  <a:pt x="9525" y="0"/>
                </a:lnTo>
                <a:lnTo>
                  <a:pt x="9525" y="9525"/>
                </a:lnTo>
                <a:close/>
              </a:path>
            </a:pathLst>
          </a:custGeom>
          <a:solidFill>
            <a:srgbClr val="C7C6C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05" name="object 405"/>
          <p:cNvSpPr/>
          <p:nvPr/>
        </p:nvSpPr>
        <p:spPr>
          <a:xfrm>
            <a:off x="8001000" y="3667125"/>
            <a:ext cx="9525" cy="9525"/>
          </a:xfrm>
          <a:custGeom>
            <a:avLst/>
            <a:gdLst/>
            <a:ahLst/>
            <a:cxnLst/>
            <a:rect l="l" t="t" r="r" b="b"/>
            <a:pathLst>
              <a:path w="9525" h="9525">
                <a:moveTo>
                  <a:pt x="9525" y="9525"/>
                </a:moveTo>
                <a:lnTo>
                  <a:pt x="0" y="9525"/>
                </a:lnTo>
                <a:lnTo>
                  <a:pt x="0" y="0"/>
                </a:lnTo>
                <a:lnTo>
                  <a:pt x="9525" y="0"/>
                </a:lnTo>
                <a:lnTo>
                  <a:pt x="9525" y="9525"/>
                </a:lnTo>
                <a:close/>
              </a:path>
            </a:pathLst>
          </a:custGeom>
          <a:solidFill>
            <a:srgbClr val="C7C6C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06" name="object 406"/>
          <p:cNvSpPr/>
          <p:nvPr/>
        </p:nvSpPr>
        <p:spPr>
          <a:xfrm>
            <a:off x="8058150" y="3667125"/>
            <a:ext cx="9525" cy="9525"/>
          </a:xfrm>
          <a:custGeom>
            <a:avLst/>
            <a:gdLst/>
            <a:ahLst/>
            <a:cxnLst/>
            <a:rect l="l" t="t" r="r" b="b"/>
            <a:pathLst>
              <a:path w="9525" h="9525">
                <a:moveTo>
                  <a:pt x="9525" y="9525"/>
                </a:moveTo>
                <a:lnTo>
                  <a:pt x="0" y="9525"/>
                </a:lnTo>
                <a:lnTo>
                  <a:pt x="0" y="0"/>
                </a:lnTo>
                <a:lnTo>
                  <a:pt x="9525" y="0"/>
                </a:lnTo>
                <a:lnTo>
                  <a:pt x="9525" y="9525"/>
                </a:lnTo>
                <a:close/>
              </a:path>
            </a:pathLst>
          </a:custGeom>
          <a:solidFill>
            <a:srgbClr val="C7C6C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07" name="object 407"/>
          <p:cNvSpPr/>
          <p:nvPr/>
        </p:nvSpPr>
        <p:spPr>
          <a:xfrm>
            <a:off x="8115300" y="3667125"/>
            <a:ext cx="9525" cy="9525"/>
          </a:xfrm>
          <a:custGeom>
            <a:avLst/>
            <a:gdLst/>
            <a:ahLst/>
            <a:cxnLst/>
            <a:rect l="l" t="t" r="r" b="b"/>
            <a:pathLst>
              <a:path w="9525" h="9525">
                <a:moveTo>
                  <a:pt x="9525" y="9525"/>
                </a:moveTo>
                <a:lnTo>
                  <a:pt x="0" y="9525"/>
                </a:lnTo>
                <a:lnTo>
                  <a:pt x="0" y="0"/>
                </a:lnTo>
                <a:lnTo>
                  <a:pt x="9525" y="0"/>
                </a:lnTo>
                <a:lnTo>
                  <a:pt x="9525" y="9525"/>
                </a:lnTo>
                <a:close/>
              </a:path>
            </a:pathLst>
          </a:custGeom>
          <a:solidFill>
            <a:srgbClr val="C7C6C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08" name="object 408"/>
          <p:cNvSpPr/>
          <p:nvPr/>
        </p:nvSpPr>
        <p:spPr>
          <a:xfrm>
            <a:off x="8172450" y="3667125"/>
            <a:ext cx="9525" cy="9525"/>
          </a:xfrm>
          <a:custGeom>
            <a:avLst/>
            <a:gdLst/>
            <a:ahLst/>
            <a:cxnLst/>
            <a:rect l="l" t="t" r="r" b="b"/>
            <a:pathLst>
              <a:path w="9525" h="9525">
                <a:moveTo>
                  <a:pt x="9525" y="9525"/>
                </a:moveTo>
                <a:lnTo>
                  <a:pt x="0" y="9525"/>
                </a:lnTo>
                <a:lnTo>
                  <a:pt x="0" y="0"/>
                </a:lnTo>
                <a:lnTo>
                  <a:pt x="9525" y="0"/>
                </a:lnTo>
                <a:lnTo>
                  <a:pt x="9525" y="9525"/>
                </a:lnTo>
                <a:close/>
              </a:path>
            </a:pathLst>
          </a:custGeom>
          <a:solidFill>
            <a:srgbClr val="C7C6C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09" name="object 409"/>
          <p:cNvSpPr/>
          <p:nvPr/>
        </p:nvSpPr>
        <p:spPr>
          <a:xfrm>
            <a:off x="8229600" y="3667125"/>
            <a:ext cx="9525" cy="9525"/>
          </a:xfrm>
          <a:custGeom>
            <a:avLst/>
            <a:gdLst/>
            <a:ahLst/>
            <a:cxnLst/>
            <a:rect l="l" t="t" r="r" b="b"/>
            <a:pathLst>
              <a:path w="9525" h="9525">
                <a:moveTo>
                  <a:pt x="9525" y="9525"/>
                </a:moveTo>
                <a:lnTo>
                  <a:pt x="0" y="9525"/>
                </a:lnTo>
                <a:lnTo>
                  <a:pt x="0" y="0"/>
                </a:lnTo>
                <a:lnTo>
                  <a:pt x="9525" y="0"/>
                </a:lnTo>
                <a:lnTo>
                  <a:pt x="9525" y="9525"/>
                </a:lnTo>
                <a:close/>
              </a:path>
            </a:pathLst>
          </a:custGeom>
          <a:solidFill>
            <a:srgbClr val="C7C6C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10" name="object 410"/>
          <p:cNvSpPr/>
          <p:nvPr/>
        </p:nvSpPr>
        <p:spPr>
          <a:xfrm>
            <a:off x="8286750" y="3667125"/>
            <a:ext cx="9525" cy="9525"/>
          </a:xfrm>
          <a:custGeom>
            <a:avLst/>
            <a:gdLst/>
            <a:ahLst/>
            <a:cxnLst/>
            <a:rect l="l" t="t" r="r" b="b"/>
            <a:pathLst>
              <a:path w="9525" h="9525">
                <a:moveTo>
                  <a:pt x="9525" y="9525"/>
                </a:moveTo>
                <a:lnTo>
                  <a:pt x="0" y="9525"/>
                </a:lnTo>
                <a:lnTo>
                  <a:pt x="0" y="0"/>
                </a:lnTo>
                <a:lnTo>
                  <a:pt x="9525" y="0"/>
                </a:lnTo>
                <a:lnTo>
                  <a:pt x="9525" y="9525"/>
                </a:lnTo>
                <a:close/>
              </a:path>
            </a:pathLst>
          </a:custGeom>
          <a:solidFill>
            <a:srgbClr val="C7C6C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11" name="object 411"/>
          <p:cNvSpPr/>
          <p:nvPr/>
        </p:nvSpPr>
        <p:spPr>
          <a:xfrm>
            <a:off x="8343900" y="3667125"/>
            <a:ext cx="9525" cy="9525"/>
          </a:xfrm>
          <a:custGeom>
            <a:avLst/>
            <a:gdLst/>
            <a:ahLst/>
            <a:cxnLst/>
            <a:rect l="l" t="t" r="r" b="b"/>
            <a:pathLst>
              <a:path w="9525" h="9525">
                <a:moveTo>
                  <a:pt x="9525" y="9525"/>
                </a:moveTo>
                <a:lnTo>
                  <a:pt x="0" y="9525"/>
                </a:lnTo>
                <a:lnTo>
                  <a:pt x="0" y="0"/>
                </a:lnTo>
                <a:lnTo>
                  <a:pt x="9525" y="0"/>
                </a:lnTo>
                <a:lnTo>
                  <a:pt x="9525" y="9525"/>
                </a:lnTo>
                <a:close/>
              </a:path>
            </a:pathLst>
          </a:custGeom>
          <a:solidFill>
            <a:srgbClr val="C7C6C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12" name="object 412"/>
          <p:cNvSpPr/>
          <p:nvPr/>
        </p:nvSpPr>
        <p:spPr>
          <a:xfrm>
            <a:off x="8401050" y="3667125"/>
            <a:ext cx="9525" cy="9525"/>
          </a:xfrm>
          <a:custGeom>
            <a:avLst/>
            <a:gdLst/>
            <a:ahLst/>
            <a:cxnLst/>
            <a:rect l="l" t="t" r="r" b="b"/>
            <a:pathLst>
              <a:path w="9525" h="9525">
                <a:moveTo>
                  <a:pt x="9525" y="9525"/>
                </a:moveTo>
                <a:lnTo>
                  <a:pt x="0" y="9525"/>
                </a:lnTo>
                <a:lnTo>
                  <a:pt x="0" y="0"/>
                </a:lnTo>
                <a:lnTo>
                  <a:pt x="9525" y="0"/>
                </a:lnTo>
                <a:lnTo>
                  <a:pt x="9525" y="9525"/>
                </a:lnTo>
                <a:close/>
              </a:path>
            </a:pathLst>
          </a:custGeom>
          <a:solidFill>
            <a:srgbClr val="C7C6C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13" name="object 413"/>
          <p:cNvSpPr/>
          <p:nvPr/>
        </p:nvSpPr>
        <p:spPr>
          <a:xfrm>
            <a:off x="8458200" y="3667125"/>
            <a:ext cx="9525" cy="9525"/>
          </a:xfrm>
          <a:custGeom>
            <a:avLst/>
            <a:gdLst/>
            <a:ahLst/>
            <a:cxnLst/>
            <a:rect l="l" t="t" r="r" b="b"/>
            <a:pathLst>
              <a:path w="9525" h="9525">
                <a:moveTo>
                  <a:pt x="9525" y="9525"/>
                </a:moveTo>
                <a:lnTo>
                  <a:pt x="0" y="9525"/>
                </a:lnTo>
                <a:lnTo>
                  <a:pt x="0" y="0"/>
                </a:lnTo>
                <a:lnTo>
                  <a:pt x="9525" y="0"/>
                </a:lnTo>
                <a:lnTo>
                  <a:pt x="9525" y="9525"/>
                </a:lnTo>
                <a:close/>
              </a:path>
            </a:pathLst>
          </a:custGeom>
          <a:solidFill>
            <a:srgbClr val="C7C6C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14" name="object 414"/>
          <p:cNvSpPr/>
          <p:nvPr/>
        </p:nvSpPr>
        <p:spPr>
          <a:xfrm>
            <a:off x="8515350" y="3667125"/>
            <a:ext cx="9525" cy="9525"/>
          </a:xfrm>
          <a:custGeom>
            <a:avLst/>
            <a:gdLst/>
            <a:ahLst/>
            <a:cxnLst/>
            <a:rect l="l" t="t" r="r" b="b"/>
            <a:pathLst>
              <a:path w="9525" h="9525">
                <a:moveTo>
                  <a:pt x="9525" y="9525"/>
                </a:moveTo>
                <a:lnTo>
                  <a:pt x="0" y="9525"/>
                </a:lnTo>
                <a:lnTo>
                  <a:pt x="0" y="0"/>
                </a:lnTo>
                <a:lnTo>
                  <a:pt x="9525" y="0"/>
                </a:lnTo>
                <a:lnTo>
                  <a:pt x="9525" y="9525"/>
                </a:lnTo>
                <a:close/>
              </a:path>
            </a:pathLst>
          </a:custGeom>
          <a:solidFill>
            <a:srgbClr val="C7C6C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15" name="object 415"/>
          <p:cNvSpPr/>
          <p:nvPr/>
        </p:nvSpPr>
        <p:spPr>
          <a:xfrm>
            <a:off x="8572500" y="3667125"/>
            <a:ext cx="9525" cy="9525"/>
          </a:xfrm>
          <a:custGeom>
            <a:avLst/>
            <a:gdLst/>
            <a:ahLst/>
            <a:cxnLst/>
            <a:rect l="l" t="t" r="r" b="b"/>
            <a:pathLst>
              <a:path w="9525" h="9525">
                <a:moveTo>
                  <a:pt x="9525" y="9525"/>
                </a:moveTo>
                <a:lnTo>
                  <a:pt x="0" y="9525"/>
                </a:lnTo>
                <a:lnTo>
                  <a:pt x="0" y="0"/>
                </a:lnTo>
                <a:lnTo>
                  <a:pt x="9525" y="0"/>
                </a:lnTo>
                <a:lnTo>
                  <a:pt x="9525" y="9525"/>
                </a:lnTo>
                <a:close/>
              </a:path>
            </a:pathLst>
          </a:custGeom>
          <a:solidFill>
            <a:srgbClr val="C7C6C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16" name="object 416"/>
          <p:cNvSpPr/>
          <p:nvPr/>
        </p:nvSpPr>
        <p:spPr>
          <a:xfrm>
            <a:off x="8629650" y="3667125"/>
            <a:ext cx="9525" cy="9525"/>
          </a:xfrm>
          <a:custGeom>
            <a:avLst/>
            <a:gdLst/>
            <a:ahLst/>
            <a:cxnLst/>
            <a:rect l="l" t="t" r="r" b="b"/>
            <a:pathLst>
              <a:path w="9525" h="9525">
                <a:moveTo>
                  <a:pt x="9525" y="9525"/>
                </a:moveTo>
                <a:lnTo>
                  <a:pt x="0" y="9525"/>
                </a:lnTo>
                <a:lnTo>
                  <a:pt x="0" y="0"/>
                </a:lnTo>
                <a:lnTo>
                  <a:pt x="9525" y="0"/>
                </a:lnTo>
                <a:lnTo>
                  <a:pt x="9525" y="9525"/>
                </a:lnTo>
                <a:close/>
              </a:path>
            </a:pathLst>
          </a:custGeom>
          <a:solidFill>
            <a:srgbClr val="C7C6C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17" name="object 417"/>
          <p:cNvSpPr/>
          <p:nvPr/>
        </p:nvSpPr>
        <p:spPr>
          <a:xfrm>
            <a:off x="8686800" y="3667125"/>
            <a:ext cx="9525" cy="9525"/>
          </a:xfrm>
          <a:custGeom>
            <a:avLst/>
            <a:gdLst/>
            <a:ahLst/>
            <a:cxnLst/>
            <a:rect l="l" t="t" r="r" b="b"/>
            <a:pathLst>
              <a:path w="9525" h="9525">
                <a:moveTo>
                  <a:pt x="9525" y="9525"/>
                </a:moveTo>
                <a:lnTo>
                  <a:pt x="0" y="9525"/>
                </a:lnTo>
                <a:lnTo>
                  <a:pt x="0" y="0"/>
                </a:lnTo>
                <a:lnTo>
                  <a:pt x="9525" y="0"/>
                </a:lnTo>
                <a:lnTo>
                  <a:pt x="9525" y="9525"/>
                </a:lnTo>
                <a:close/>
              </a:path>
            </a:pathLst>
          </a:custGeom>
          <a:solidFill>
            <a:srgbClr val="C7C6C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18" name="object 418"/>
          <p:cNvSpPr/>
          <p:nvPr/>
        </p:nvSpPr>
        <p:spPr>
          <a:xfrm>
            <a:off x="8743950" y="3667125"/>
            <a:ext cx="9525" cy="9525"/>
          </a:xfrm>
          <a:custGeom>
            <a:avLst/>
            <a:gdLst/>
            <a:ahLst/>
            <a:cxnLst/>
            <a:rect l="l" t="t" r="r" b="b"/>
            <a:pathLst>
              <a:path w="9525" h="9525">
                <a:moveTo>
                  <a:pt x="9525" y="9525"/>
                </a:moveTo>
                <a:lnTo>
                  <a:pt x="0" y="9525"/>
                </a:lnTo>
                <a:lnTo>
                  <a:pt x="0" y="0"/>
                </a:lnTo>
                <a:lnTo>
                  <a:pt x="9525" y="0"/>
                </a:lnTo>
                <a:lnTo>
                  <a:pt x="9525" y="9525"/>
                </a:lnTo>
                <a:close/>
              </a:path>
            </a:pathLst>
          </a:custGeom>
          <a:solidFill>
            <a:srgbClr val="C7C6C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19" name="object 419"/>
          <p:cNvSpPr/>
          <p:nvPr/>
        </p:nvSpPr>
        <p:spPr>
          <a:xfrm>
            <a:off x="8801100" y="3667125"/>
            <a:ext cx="9525" cy="9525"/>
          </a:xfrm>
          <a:custGeom>
            <a:avLst/>
            <a:gdLst/>
            <a:ahLst/>
            <a:cxnLst/>
            <a:rect l="l" t="t" r="r" b="b"/>
            <a:pathLst>
              <a:path w="9525" h="9525">
                <a:moveTo>
                  <a:pt x="9525" y="9525"/>
                </a:moveTo>
                <a:lnTo>
                  <a:pt x="0" y="9525"/>
                </a:lnTo>
                <a:lnTo>
                  <a:pt x="0" y="0"/>
                </a:lnTo>
                <a:lnTo>
                  <a:pt x="9525" y="0"/>
                </a:lnTo>
                <a:lnTo>
                  <a:pt x="9525" y="9525"/>
                </a:lnTo>
                <a:close/>
              </a:path>
            </a:pathLst>
          </a:custGeom>
          <a:solidFill>
            <a:srgbClr val="C7C6C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20" name="object 420"/>
          <p:cNvSpPr/>
          <p:nvPr/>
        </p:nvSpPr>
        <p:spPr>
          <a:xfrm>
            <a:off x="8858250" y="3667125"/>
            <a:ext cx="9525" cy="9525"/>
          </a:xfrm>
          <a:custGeom>
            <a:avLst/>
            <a:gdLst/>
            <a:ahLst/>
            <a:cxnLst/>
            <a:rect l="l" t="t" r="r" b="b"/>
            <a:pathLst>
              <a:path w="9525" h="9525">
                <a:moveTo>
                  <a:pt x="9525" y="9525"/>
                </a:moveTo>
                <a:lnTo>
                  <a:pt x="0" y="9525"/>
                </a:lnTo>
                <a:lnTo>
                  <a:pt x="0" y="0"/>
                </a:lnTo>
                <a:lnTo>
                  <a:pt x="9525" y="0"/>
                </a:lnTo>
                <a:lnTo>
                  <a:pt x="9525" y="9525"/>
                </a:lnTo>
                <a:close/>
              </a:path>
            </a:pathLst>
          </a:custGeom>
          <a:solidFill>
            <a:srgbClr val="C7C6C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21" name="object 421"/>
          <p:cNvSpPr/>
          <p:nvPr/>
        </p:nvSpPr>
        <p:spPr>
          <a:xfrm>
            <a:off x="8915400" y="3667125"/>
            <a:ext cx="9525" cy="9525"/>
          </a:xfrm>
          <a:custGeom>
            <a:avLst/>
            <a:gdLst/>
            <a:ahLst/>
            <a:cxnLst/>
            <a:rect l="l" t="t" r="r" b="b"/>
            <a:pathLst>
              <a:path w="9525" h="9525">
                <a:moveTo>
                  <a:pt x="9525" y="9525"/>
                </a:moveTo>
                <a:lnTo>
                  <a:pt x="0" y="9525"/>
                </a:lnTo>
                <a:lnTo>
                  <a:pt x="0" y="0"/>
                </a:lnTo>
                <a:lnTo>
                  <a:pt x="9525" y="0"/>
                </a:lnTo>
                <a:lnTo>
                  <a:pt x="9525" y="9525"/>
                </a:lnTo>
                <a:close/>
              </a:path>
            </a:pathLst>
          </a:custGeom>
          <a:solidFill>
            <a:srgbClr val="C7C6C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22" name="object 422"/>
          <p:cNvSpPr/>
          <p:nvPr/>
        </p:nvSpPr>
        <p:spPr>
          <a:xfrm>
            <a:off x="8972550" y="3667125"/>
            <a:ext cx="9525" cy="9525"/>
          </a:xfrm>
          <a:custGeom>
            <a:avLst/>
            <a:gdLst/>
            <a:ahLst/>
            <a:cxnLst/>
            <a:rect l="l" t="t" r="r" b="b"/>
            <a:pathLst>
              <a:path w="9525" h="9525">
                <a:moveTo>
                  <a:pt x="9525" y="9525"/>
                </a:moveTo>
                <a:lnTo>
                  <a:pt x="0" y="9525"/>
                </a:lnTo>
                <a:lnTo>
                  <a:pt x="0" y="0"/>
                </a:lnTo>
                <a:lnTo>
                  <a:pt x="9525" y="0"/>
                </a:lnTo>
                <a:lnTo>
                  <a:pt x="9525" y="9525"/>
                </a:lnTo>
                <a:close/>
              </a:path>
            </a:pathLst>
          </a:custGeom>
          <a:solidFill>
            <a:srgbClr val="C7C6C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23" name="object 423"/>
          <p:cNvSpPr/>
          <p:nvPr/>
        </p:nvSpPr>
        <p:spPr>
          <a:xfrm>
            <a:off x="9029700" y="3667125"/>
            <a:ext cx="9525" cy="9525"/>
          </a:xfrm>
          <a:custGeom>
            <a:avLst/>
            <a:gdLst/>
            <a:ahLst/>
            <a:cxnLst/>
            <a:rect l="l" t="t" r="r" b="b"/>
            <a:pathLst>
              <a:path w="9525" h="9525">
                <a:moveTo>
                  <a:pt x="9525" y="9525"/>
                </a:moveTo>
                <a:lnTo>
                  <a:pt x="0" y="9525"/>
                </a:lnTo>
                <a:lnTo>
                  <a:pt x="0" y="0"/>
                </a:lnTo>
                <a:lnTo>
                  <a:pt x="9525" y="0"/>
                </a:lnTo>
                <a:lnTo>
                  <a:pt x="9525" y="9525"/>
                </a:lnTo>
                <a:close/>
              </a:path>
            </a:pathLst>
          </a:custGeom>
          <a:solidFill>
            <a:srgbClr val="C7C6C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24" name="object 424"/>
          <p:cNvSpPr/>
          <p:nvPr/>
        </p:nvSpPr>
        <p:spPr>
          <a:xfrm>
            <a:off x="9086850" y="3667125"/>
            <a:ext cx="9525" cy="9525"/>
          </a:xfrm>
          <a:custGeom>
            <a:avLst/>
            <a:gdLst/>
            <a:ahLst/>
            <a:cxnLst/>
            <a:rect l="l" t="t" r="r" b="b"/>
            <a:pathLst>
              <a:path w="9525" h="9525">
                <a:moveTo>
                  <a:pt x="9525" y="9525"/>
                </a:moveTo>
                <a:lnTo>
                  <a:pt x="0" y="9525"/>
                </a:lnTo>
                <a:lnTo>
                  <a:pt x="0" y="0"/>
                </a:lnTo>
                <a:lnTo>
                  <a:pt x="9525" y="0"/>
                </a:lnTo>
                <a:lnTo>
                  <a:pt x="9525" y="9525"/>
                </a:lnTo>
                <a:close/>
              </a:path>
            </a:pathLst>
          </a:custGeom>
          <a:solidFill>
            <a:srgbClr val="C7C6C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25" name="object 425"/>
          <p:cNvSpPr/>
          <p:nvPr/>
        </p:nvSpPr>
        <p:spPr>
          <a:xfrm>
            <a:off x="9144000" y="3667125"/>
            <a:ext cx="9525" cy="9525"/>
          </a:xfrm>
          <a:custGeom>
            <a:avLst/>
            <a:gdLst/>
            <a:ahLst/>
            <a:cxnLst/>
            <a:rect l="l" t="t" r="r" b="b"/>
            <a:pathLst>
              <a:path w="9525" h="9525">
                <a:moveTo>
                  <a:pt x="9525" y="9525"/>
                </a:moveTo>
                <a:lnTo>
                  <a:pt x="0" y="9525"/>
                </a:lnTo>
                <a:lnTo>
                  <a:pt x="0" y="0"/>
                </a:lnTo>
                <a:lnTo>
                  <a:pt x="9525" y="0"/>
                </a:lnTo>
                <a:lnTo>
                  <a:pt x="9525" y="9525"/>
                </a:lnTo>
                <a:close/>
              </a:path>
            </a:pathLst>
          </a:custGeom>
          <a:solidFill>
            <a:srgbClr val="C7C6C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26" name="object 426"/>
          <p:cNvSpPr/>
          <p:nvPr/>
        </p:nvSpPr>
        <p:spPr>
          <a:xfrm>
            <a:off x="9201150" y="3667125"/>
            <a:ext cx="9525" cy="9525"/>
          </a:xfrm>
          <a:custGeom>
            <a:avLst/>
            <a:gdLst/>
            <a:ahLst/>
            <a:cxnLst/>
            <a:rect l="l" t="t" r="r" b="b"/>
            <a:pathLst>
              <a:path w="9525" h="9525">
                <a:moveTo>
                  <a:pt x="9525" y="9525"/>
                </a:moveTo>
                <a:lnTo>
                  <a:pt x="0" y="9525"/>
                </a:lnTo>
                <a:lnTo>
                  <a:pt x="0" y="0"/>
                </a:lnTo>
                <a:lnTo>
                  <a:pt x="9525" y="0"/>
                </a:lnTo>
                <a:lnTo>
                  <a:pt x="9525" y="9525"/>
                </a:lnTo>
                <a:close/>
              </a:path>
            </a:pathLst>
          </a:custGeom>
          <a:solidFill>
            <a:srgbClr val="C7C6C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27" name="object 427"/>
          <p:cNvSpPr/>
          <p:nvPr/>
        </p:nvSpPr>
        <p:spPr>
          <a:xfrm>
            <a:off x="9258300" y="3667125"/>
            <a:ext cx="9525" cy="9525"/>
          </a:xfrm>
          <a:custGeom>
            <a:avLst/>
            <a:gdLst/>
            <a:ahLst/>
            <a:cxnLst/>
            <a:rect l="l" t="t" r="r" b="b"/>
            <a:pathLst>
              <a:path w="9525" h="9525">
                <a:moveTo>
                  <a:pt x="9525" y="9525"/>
                </a:moveTo>
                <a:lnTo>
                  <a:pt x="0" y="9525"/>
                </a:lnTo>
                <a:lnTo>
                  <a:pt x="0" y="0"/>
                </a:lnTo>
                <a:lnTo>
                  <a:pt x="9525" y="0"/>
                </a:lnTo>
                <a:lnTo>
                  <a:pt x="9525" y="9525"/>
                </a:lnTo>
                <a:close/>
              </a:path>
            </a:pathLst>
          </a:custGeom>
          <a:solidFill>
            <a:srgbClr val="C7C6C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28" name="object 428"/>
          <p:cNvSpPr/>
          <p:nvPr/>
        </p:nvSpPr>
        <p:spPr>
          <a:xfrm>
            <a:off x="9315450" y="3667125"/>
            <a:ext cx="9525" cy="9525"/>
          </a:xfrm>
          <a:custGeom>
            <a:avLst/>
            <a:gdLst/>
            <a:ahLst/>
            <a:cxnLst/>
            <a:rect l="l" t="t" r="r" b="b"/>
            <a:pathLst>
              <a:path w="9525" h="9525">
                <a:moveTo>
                  <a:pt x="9525" y="9525"/>
                </a:moveTo>
                <a:lnTo>
                  <a:pt x="0" y="9525"/>
                </a:lnTo>
                <a:lnTo>
                  <a:pt x="0" y="0"/>
                </a:lnTo>
                <a:lnTo>
                  <a:pt x="9525" y="0"/>
                </a:lnTo>
                <a:lnTo>
                  <a:pt x="9525" y="9525"/>
                </a:lnTo>
                <a:close/>
              </a:path>
            </a:pathLst>
          </a:custGeom>
          <a:solidFill>
            <a:srgbClr val="C7C6C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29" name="object 429"/>
          <p:cNvSpPr/>
          <p:nvPr/>
        </p:nvSpPr>
        <p:spPr>
          <a:xfrm>
            <a:off x="9372600" y="3667125"/>
            <a:ext cx="9525" cy="9525"/>
          </a:xfrm>
          <a:custGeom>
            <a:avLst/>
            <a:gdLst/>
            <a:ahLst/>
            <a:cxnLst/>
            <a:rect l="l" t="t" r="r" b="b"/>
            <a:pathLst>
              <a:path w="9525" h="9525">
                <a:moveTo>
                  <a:pt x="9525" y="9525"/>
                </a:moveTo>
                <a:lnTo>
                  <a:pt x="0" y="9525"/>
                </a:lnTo>
                <a:lnTo>
                  <a:pt x="0" y="0"/>
                </a:lnTo>
                <a:lnTo>
                  <a:pt x="9525" y="0"/>
                </a:lnTo>
                <a:lnTo>
                  <a:pt x="9525" y="9525"/>
                </a:lnTo>
                <a:close/>
              </a:path>
            </a:pathLst>
          </a:custGeom>
          <a:solidFill>
            <a:srgbClr val="C7C6C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30" name="object 430"/>
          <p:cNvSpPr/>
          <p:nvPr/>
        </p:nvSpPr>
        <p:spPr>
          <a:xfrm>
            <a:off x="9429750" y="3667125"/>
            <a:ext cx="9525" cy="9525"/>
          </a:xfrm>
          <a:custGeom>
            <a:avLst/>
            <a:gdLst/>
            <a:ahLst/>
            <a:cxnLst/>
            <a:rect l="l" t="t" r="r" b="b"/>
            <a:pathLst>
              <a:path w="9525" h="9525">
                <a:moveTo>
                  <a:pt x="9525" y="9525"/>
                </a:moveTo>
                <a:lnTo>
                  <a:pt x="0" y="9525"/>
                </a:lnTo>
                <a:lnTo>
                  <a:pt x="0" y="0"/>
                </a:lnTo>
                <a:lnTo>
                  <a:pt x="9525" y="0"/>
                </a:lnTo>
                <a:lnTo>
                  <a:pt x="9525" y="9525"/>
                </a:lnTo>
                <a:close/>
              </a:path>
            </a:pathLst>
          </a:custGeom>
          <a:solidFill>
            <a:srgbClr val="C7C6C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31" name="object 431"/>
          <p:cNvSpPr/>
          <p:nvPr/>
        </p:nvSpPr>
        <p:spPr>
          <a:xfrm>
            <a:off x="9486900" y="3667125"/>
            <a:ext cx="9525" cy="9525"/>
          </a:xfrm>
          <a:custGeom>
            <a:avLst/>
            <a:gdLst/>
            <a:ahLst/>
            <a:cxnLst/>
            <a:rect l="l" t="t" r="r" b="b"/>
            <a:pathLst>
              <a:path w="9525" h="9525">
                <a:moveTo>
                  <a:pt x="9525" y="9525"/>
                </a:moveTo>
                <a:lnTo>
                  <a:pt x="0" y="9525"/>
                </a:lnTo>
                <a:lnTo>
                  <a:pt x="0" y="0"/>
                </a:lnTo>
                <a:lnTo>
                  <a:pt x="9525" y="0"/>
                </a:lnTo>
                <a:lnTo>
                  <a:pt x="9525" y="9525"/>
                </a:lnTo>
                <a:close/>
              </a:path>
            </a:pathLst>
          </a:custGeom>
          <a:solidFill>
            <a:srgbClr val="C7C6C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32" name="object 432"/>
          <p:cNvSpPr/>
          <p:nvPr/>
        </p:nvSpPr>
        <p:spPr>
          <a:xfrm>
            <a:off x="9544050" y="3667125"/>
            <a:ext cx="9525" cy="9525"/>
          </a:xfrm>
          <a:custGeom>
            <a:avLst/>
            <a:gdLst/>
            <a:ahLst/>
            <a:cxnLst/>
            <a:rect l="l" t="t" r="r" b="b"/>
            <a:pathLst>
              <a:path w="9525" h="9525">
                <a:moveTo>
                  <a:pt x="9525" y="9525"/>
                </a:moveTo>
                <a:lnTo>
                  <a:pt x="0" y="9525"/>
                </a:lnTo>
                <a:lnTo>
                  <a:pt x="0" y="0"/>
                </a:lnTo>
                <a:lnTo>
                  <a:pt x="9525" y="0"/>
                </a:lnTo>
                <a:lnTo>
                  <a:pt x="9525" y="9525"/>
                </a:lnTo>
                <a:close/>
              </a:path>
            </a:pathLst>
          </a:custGeom>
          <a:solidFill>
            <a:srgbClr val="C7C6C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33" name="object 433"/>
          <p:cNvSpPr/>
          <p:nvPr/>
        </p:nvSpPr>
        <p:spPr>
          <a:xfrm>
            <a:off x="9601200" y="3667125"/>
            <a:ext cx="9525" cy="9525"/>
          </a:xfrm>
          <a:custGeom>
            <a:avLst/>
            <a:gdLst/>
            <a:ahLst/>
            <a:cxnLst/>
            <a:rect l="l" t="t" r="r" b="b"/>
            <a:pathLst>
              <a:path w="9525" h="9525">
                <a:moveTo>
                  <a:pt x="9525" y="9525"/>
                </a:moveTo>
                <a:lnTo>
                  <a:pt x="0" y="9525"/>
                </a:lnTo>
                <a:lnTo>
                  <a:pt x="0" y="0"/>
                </a:lnTo>
                <a:lnTo>
                  <a:pt x="9525" y="0"/>
                </a:lnTo>
                <a:lnTo>
                  <a:pt x="9525" y="9525"/>
                </a:lnTo>
                <a:close/>
              </a:path>
            </a:pathLst>
          </a:custGeom>
          <a:solidFill>
            <a:srgbClr val="C7C6C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34" name="object 434"/>
          <p:cNvSpPr/>
          <p:nvPr/>
        </p:nvSpPr>
        <p:spPr>
          <a:xfrm>
            <a:off x="9658350" y="3667125"/>
            <a:ext cx="9525" cy="9525"/>
          </a:xfrm>
          <a:custGeom>
            <a:avLst/>
            <a:gdLst/>
            <a:ahLst/>
            <a:cxnLst/>
            <a:rect l="l" t="t" r="r" b="b"/>
            <a:pathLst>
              <a:path w="9525" h="9525">
                <a:moveTo>
                  <a:pt x="9525" y="9525"/>
                </a:moveTo>
                <a:lnTo>
                  <a:pt x="0" y="9525"/>
                </a:lnTo>
                <a:lnTo>
                  <a:pt x="0" y="0"/>
                </a:lnTo>
                <a:lnTo>
                  <a:pt x="9525" y="0"/>
                </a:lnTo>
                <a:lnTo>
                  <a:pt x="9525" y="9525"/>
                </a:lnTo>
                <a:close/>
              </a:path>
            </a:pathLst>
          </a:custGeom>
          <a:solidFill>
            <a:srgbClr val="C7C6C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35" name="object 435"/>
          <p:cNvSpPr/>
          <p:nvPr/>
        </p:nvSpPr>
        <p:spPr>
          <a:xfrm>
            <a:off x="9715500" y="3667125"/>
            <a:ext cx="9525" cy="9525"/>
          </a:xfrm>
          <a:custGeom>
            <a:avLst/>
            <a:gdLst/>
            <a:ahLst/>
            <a:cxnLst/>
            <a:rect l="l" t="t" r="r" b="b"/>
            <a:pathLst>
              <a:path w="9525" h="9525">
                <a:moveTo>
                  <a:pt x="9525" y="9525"/>
                </a:moveTo>
                <a:lnTo>
                  <a:pt x="0" y="9525"/>
                </a:lnTo>
                <a:lnTo>
                  <a:pt x="0" y="0"/>
                </a:lnTo>
                <a:lnTo>
                  <a:pt x="9525" y="0"/>
                </a:lnTo>
                <a:lnTo>
                  <a:pt x="9525" y="9525"/>
                </a:lnTo>
                <a:close/>
              </a:path>
            </a:pathLst>
          </a:custGeom>
          <a:solidFill>
            <a:srgbClr val="C7C6C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36" name="object 436"/>
          <p:cNvSpPr/>
          <p:nvPr/>
        </p:nvSpPr>
        <p:spPr>
          <a:xfrm>
            <a:off x="9772650" y="3667125"/>
            <a:ext cx="9525" cy="9525"/>
          </a:xfrm>
          <a:custGeom>
            <a:avLst/>
            <a:gdLst/>
            <a:ahLst/>
            <a:cxnLst/>
            <a:rect l="l" t="t" r="r" b="b"/>
            <a:pathLst>
              <a:path w="9525" h="9525">
                <a:moveTo>
                  <a:pt x="9525" y="9525"/>
                </a:moveTo>
                <a:lnTo>
                  <a:pt x="0" y="9525"/>
                </a:lnTo>
                <a:lnTo>
                  <a:pt x="0" y="0"/>
                </a:lnTo>
                <a:lnTo>
                  <a:pt x="9525" y="0"/>
                </a:lnTo>
                <a:lnTo>
                  <a:pt x="9525" y="9525"/>
                </a:lnTo>
                <a:close/>
              </a:path>
            </a:pathLst>
          </a:custGeom>
          <a:solidFill>
            <a:srgbClr val="C7C6C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37" name="object 437"/>
          <p:cNvSpPr/>
          <p:nvPr/>
        </p:nvSpPr>
        <p:spPr>
          <a:xfrm>
            <a:off x="9829800" y="3667125"/>
            <a:ext cx="9525" cy="9525"/>
          </a:xfrm>
          <a:custGeom>
            <a:avLst/>
            <a:gdLst/>
            <a:ahLst/>
            <a:cxnLst/>
            <a:rect l="l" t="t" r="r" b="b"/>
            <a:pathLst>
              <a:path w="9525" h="9525">
                <a:moveTo>
                  <a:pt x="9525" y="9525"/>
                </a:moveTo>
                <a:lnTo>
                  <a:pt x="0" y="9525"/>
                </a:lnTo>
                <a:lnTo>
                  <a:pt x="0" y="0"/>
                </a:lnTo>
                <a:lnTo>
                  <a:pt x="9525" y="0"/>
                </a:lnTo>
                <a:lnTo>
                  <a:pt x="9525" y="9525"/>
                </a:lnTo>
                <a:close/>
              </a:path>
            </a:pathLst>
          </a:custGeom>
          <a:solidFill>
            <a:srgbClr val="C7C6C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38" name="object 438"/>
          <p:cNvSpPr txBox="1"/>
          <p:nvPr/>
        </p:nvSpPr>
        <p:spPr>
          <a:xfrm>
            <a:off x="6926571" y="3660378"/>
            <a:ext cx="177800" cy="1600835"/>
          </a:xfrm>
          <a:prstGeom prst="rect">
            <a:avLst/>
          </a:prstGeom>
        </p:spPr>
        <p:txBody>
          <a:bodyPr vert="vert270" wrap="square" lIns="0" tIns="0" rIns="0" bIns="0" rtlCol="0">
            <a:spAutoFit/>
          </a:bodyPr>
          <a:lstStyle/>
          <a:p>
            <a:pPr marL="12700">
              <a:lnSpc>
                <a:spcPts val="1275"/>
              </a:lnSpc>
            </a:pPr>
            <a:r>
              <a:rPr sz="1200" spc="-80" dirty="0">
                <a:solidFill>
                  <a:srgbClr val="252423"/>
                </a:solidFill>
                <a:latin typeface="Tahoma"/>
                <a:cs typeface="Tahoma"/>
              </a:rPr>
              <a:t>Sum</a:t>
            </a:r>
            <a:r>
              <a:rPr sz="1200" spc="-70" dirty="0">
                <a:solidFill>
                  <a:srgbClr val="252423"/>
                </a:solidFill>
                <a:latin typeface="Tahoma"/>
                <a:cs typeface="Tahoma"/>
              </a:rPr>
              <a:t> </a:t>
            </a:r>
            <a:r>
              <a:rPr sz="1200" spc="-75" dirty="0">
                <a:solidFill>
                  <a:srgbClr val="252423"/>
                </a:solidFill>
                <a:latin typeface="Tahoma"/>
                <a:cs typeface="Tahoma"/>
              </a:rPr>
              <a:t>of</a:t>
            </a:r>
            <a:r>
              <a:rPr sz="1200" spc="-70" dirty="0">
                <a:solidFill>
                  <a:srgbClr val="252423"/>
                </a:solidFill>
                <a:latin typeface="Tahoma"/>
                <a:cs typeface="Tahoma"/>
              </a:rPr>
              <a:t> </a:t>
            </a:r>
            <a:r>
              <a:rPr sz="1200" spc="-45" dirty="0">
                <a:solidFill>
                  <a:srgbClr val="252423"/>
                </a:solidFill>
                <a:latin typeface="Tahoma"/>
                <a:cs typeface="Tahoma"/>
              </a:rPr>
              <a:t>totvotpoll</a:t>
            </a:r>
            <a:r>
              <a:rPr sz="1200" spc="-65" dirty="0">
                <a:solidFill>
                  <a:srgbClr val="252423"/>
                </a:solidFill>
                <a:latin typeface="Tahoma"/>
                <a:cs typeface="Tahoma"/>
              </a:rPr>
              <a:t> </a:t>
            </a:r>
            <a:r>
              <a:rPr sz="1200" spc="-85" dirty="0">
                <a:solidFill>
                  <a:srgbClr val="252423"/>
                </a:solidFill>
                <a:latin typeface="Tahoma"/>
                <a:cs typeface="Tahoma"/>
              </a:rPr>
              <a:t>and</a:t>
            </a:r>
            <a:r>
              <a:rPr sz="1200" spc="-70" dirty="0">
                <a:solidFill>
                  <a:srgbClr val="252423"/>
                </a:solidFill>
                <a:latin typeface="Tahoma"/>
                <a:cs typeface="Tahoma"/>
              </a:rPr>
              <a:t> </a:t>
            </a:r>
            <a:r>
              <a:rPr sz="1200" spc="-110" dirty="0">
                <a:solidFill>
                  <a:srgbClr val="252423"/>
                </a:solidFill>
                <a:latin typeface="Tahoma"/>
                <a:cs typeface="Tahoma"/>
              </a:rPr>
              <a:t>Su…</a:t>
            </a:r>
            <a:endParaRPr sz="1200">
              <a:latin typeface="Tahoma"/>
              <a:cs typeface="Tahoma"/>
            </a:endParaRPr>
          </a:p>
        </p:txBody>
      </p:sp>
      <p:sp>
        <p:nvSpPr>
          <p:cNvPr id="439" name="object 439"/>
          <p:cNvSpPr txBox="1"/>
          <p:nvPr/>
        </p:nvSpPr>
        <p:spPr>
          <a:xfrm>
            <a:off x="7729992" y="5280025"/>
            <a:ext cx="247650" cy="1625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900" spc="-25" dirty="0">
                <a:solidFill>
                  <a:srgbClr val="605D5C"/>
                </a:solidFill>
                <a:latin typeface="Segoe UI"/>
                <a:cs typeface="Segoe UI"/>
              </a:rPr>
              <a:t>GEN</a:t>
            </a:r>
            <a:endParaRPr sz="900">
              <a:latin typeface="Segoe UI"/>
              <a:cs typeface="Segoe UI"/>
            </a:endParaRPr>
          </a:p>
        </p:txBody>
      </p:sp>
      <p:sp>
        <p:nvSpPr>
          <p:cNvPr id="440" name="object 440"/>
          <p:cNvSpPr txBox="1"/>
          <p:nvPr/>
        </p:nvSpPr>
        <p:spPr>
          <a:xfrm>
            <a:off x="8305174" y="5280025"/>
            <a:ext cx="591185" cy="3511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900" spc="-25" dirty="0">
                <a:solidFill>
                  <a:srgbClr val="605D5C"/>
                </a:solidFill>
                <a:latin typeface="Segoe UI"/>
                <a:cs typeface="Segoe UI"/>
              </a:rPr>
              <a:t>SC</a:t>
            </a:r>
            <a:endParaRPr sz="900">
              <a:latin typeface="Segoe UI"/>
              <a:cs typeface="Segoe UI"/>
            </a:endParaRPr>
          </a:p>
          <a:p>
            <a:pPr marL="109220">
              <a:lnSpc>
                <a:spcPct val="100000"/>
              </a:lnSpc>
              <a:spcBef>
                <a:spcPts val="45"/>
              </a:spcBef>
            </a:pPr>
            <a:r>
              <a:rPr sz="1200" spc="-65" dirty="0">
                <a:solidFill>
                  <a:srgbClr val="252423"/>
                </a:solidFill>
                <a:latin typeface="Tahoma"/>
                <a:cs typeface="Tahoma"/>
              </a:rPr>
              <a:t>pc_type</a:t>
            </a:r>
            <a:endParaRPr sz="1200">
              <a:latin typeface="Tahoma"/>
              <a:cs typeface="Tahoma"/>
            </a:endParaRPr>
          </a:p>
        </p:txBody>
      </p:sp>
      <p:sp>
        <p:nvSpPr>
          <p:cNvPr id="441" name="object 441"/>
          <p:cNvSpPr txBox="1"/>
          <p:nvPr/>
        </p:nvSpPr>
        <p:spPr>
          <a:xfrm>
            <a:off x="9370855" y="5280025"/>
            <a:ext cx="146050" cy="1625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900" spc="-25" dirty="0">
                <a:solidFill>
                  <a:srgbClr val="605D5C"/>
                </a:solidFill>
                <a:latin typeface="Segoe UI"/>
                <a:cs typeface="Segoe UI"/>
              </a:rPr>
              <a:t>ST</a:t>
            </a:r>
            <a:endParaRPr sz="900">
              <a:latin typeface="Segoe UI"/>
              <a:cs typeface="Segoe UI"/>
            </a:endParaRPr>
          </a:p>
        </p:txBody>
      </p:sp>
      <p:sp>
        <p:nvSpPr>
          <p:cNvPr id="442" name="object 442"/>
          <p:cNvSpPr/>
          <p:nvPr/>
        </p:nvSpPr>
        <p:spPr>
          <a:xfrm>
            <a:off x="8171622" y="5002119"/>
            <a:ext cx="203200" cy="252729"/>
          </a:xfrm>
          <a:custGeom>
            <a:avLst/>
            <a:gdLst/>
            <a:ahLst/>
            <a:cxnLst/>
            <a:rect l="l" t="t" r="r" b="b"/>
            <a:pathLst>
              <a:path w="203200" h="252729">
                <a:moveTo>
                  <a:pt x="203200" y="252505"/>
                </a:moveTo>
                <a:lnTo>
                  <a:pt x="0" y="252505"/>
                </a:lnTo>
                <a:lnTo>
                  <a:pt x="0" y="0"/>
                </a:lnTo>
                <a:lnTo>
                  <a:pt x="203200" y="0"/>
                </a:lnTo>
                <a:lnTo>
                  <a:pt x="203200" y="252505"/>
                </a:lnTo>
                <a:close/>
              </a:path>
            </a:pathLst>
          </a:custGeom>
          <a:solidFill>
            <a:srgbClr val="118CFF"/>
          </a:solidFill>
        </p:spPr>
        <p:txBody>
          <a:bodyPr wrap="square" lIns="0" tIns="0" rIns="0" bIns="0" rtlCol="0"/>
          <a:lstStyle/>
          <a:p>
            <a:endParaRPr/>
          </a:p>
        </p:txBody>
      </p:sp>
      <p:grpSp>
        <p:nvGrpSpPr>
          <p:cNvPr id="443" name="object 443"/>
          <p:cNvGrpSpPr/>
          <p:nvPr/>
        </p:nvGrpSpPr>
        <p:grpSpPr>
          <a:xfrm>
            <a:off x="7641535" y="3906431"/>
            <a:ext cx="406400" cy="1348740"/>
            <a:chOff x="7641535" y="3906431"/>
            <a:chExt cx="406400" cy="1348740"/>
          </a:xfrm>
        </p:grpSpPr>
        <p:sp>
          <p:nvSpPr>
            <p:cNvPr id="444" name="object 444"/>
            <p:cNvSpPr/>
            <p:nvPr/>
          </p:nvSpPr>
          <p:spPr>
            <a:xfrm>
              <a:off x="7641535" y="3906431"/>
              <a:ext cx="203200" cy="1348740"/>
            </a:xfrm>
            <a:custGeom>
              <a:avLst/>
              <a:gdLst/>
              <a:ahLst/>
              <a:cxnLst/>
              <a:rect l="l" t="t" r="r" b="b"/>
              <a:pathLst>
                <a:path w="203200" h="1348739">
                  <a:moveTo>
                    <a:pt x="203200" y="1348193"/>
                  </a:moveTo>
                  <a:lnTo>
                    <a:pt x="0" y="1348193"/>
                  </a:lnTo>
                  <a:lnTo>
                    <a:pt x="0" y="0"/>
                  </a:lnTo>
                  <a:lnTo>
                    <a:pt x="203200" y="0"/>
                  </a:lnTo>
                  <a:lnTo>
                    <a:pt x="203200" y="1348193"/>
                  </a:lnTo>
                  <a:close/>
                </a:path>
              </a:pathLst>
            </a:custGeom>
            <a:solidFill>
              <a:srgbClr val="118C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45" name="object 445"/>
            <p:cNvSpPr/>
            <p:nvPr/>
          </p:nvSpPr>
          <p:spPr>
            <a:xfrm>
              <a:off x="7844735" y="5245100"/>
              <a:ext cx="203200" cy="9525"/>
            </a:xfrm>
            <a:custGeom>
              <a:avLst/>
              <a:gdLst/>
              <a:ahLst/>
              <a:cxnLst/>
              <a:rect l="l" t="t" r="r" b="b"/>
              <a:pathLst>
                <a:path w="203200" h="9525">
                  <a:moveTo>
                    <a:pt x="203199" y="9525"/>
                  </a:moveTo>
                  <a:lnTo>
                    <a:pt x="0" y="9525"/>
                  </a:lnTo>
                  <a:lnTo>
                    <a:pt x="0" y="0"/>
                  </a:lnTo>
                  <a:lnTo>
                    <a:pt x="203199" y="0"/>
                  </a:lnTo>
                  <a:lnTo>
                    <a:pt x="203199" y="9525"/>
                  </a:lnTo>
                  <a:close/>
                </a:path>
              </a:pathLst>
            </a:custGeom>
            <a:solidFill>
              <a:srgbClr val="12239D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446" name="object 446"/>
          <p:cNvSpPr/>
          <p:nvPr/>
        </p:nvSpPr>
        <p:spPr>
          <a:xfrm>
            <a:off x="8374822" y="5245100"/>
            <a:ext cx="203200" cy="9525"/>
          </a:xfrm>
          <a:custGeom>
            <a:avLst/>
            <a:gdLst/>
            <a:ahLst/>
            <a:cxnLst/>
            <a:rect l="l" t="t" r="r" b="b"/>
            <a:pathLst>
              <a:path w="203200" h="9525">
                <a:moveTo>
                  <a:pt x="203200" y="9525"/>
                </a:moveTo>
                <a:lnTo>
                  <a:pt x="0" y="9525"/>
                </a:lnTo>
                <a:lnTo>
                  <a:pt x="0" y="0"/>
                </a:lnTo>
                <a:lnTo>
                  <a:pt x="203200" y="0"/>
                </a:lnTo>
                <a:lnTo>
                  <a:pt x="203200" y="9525"/>
                </a:lnTo>
                <a:close/>
              </a:path>
            </a:pathLst>
          </a:custGeom>
          <a:solidFill>
            <a:srgbClr val="12239D"/>
          </a:solidFill>
        </p:spPr>
        <p:txBody>
          <a:bodyPr wrap="square" lIns="0" tIns="0" rIns="0" bIns="0" rtlCol="0"/>
          <a:lstStyle/>
          <a:p>
            <a:endParaRPr/>
          </a:p>
        </p:txBody>
      </p:sp>
      <p:grpSp>
        <p:nvGrpSpPr>
          <p:cNvPr id="447" name="object 447"/>
          <p:cNvGrpSpPr/>
          <p:nvPr/>
        </p:nvGrpSpPr>
        <p:grpSpPr>
          <a:xfrm>
            <a:off x="8701709" y="5033878"/>
            <a:ext cx="406400" cy="220979"/>
            <a:chOff x="8701709" y="5033878"/>
            <a:chExt cx="406400" cy="220979"/>
          </a:xfrm>
        </p:grpSpPr>
        <p:sp>
          <p:nvSpPr>
            <p:cNvPr id="448" name="object 448"/>
            <p:cNvSpPr/>
            <p:nvPr/>
          </p:nvSpPr>
          <p:spPr>
            <a:xfrm>
              <a:off x="8701709" y="5033878"/>
              <a:ext cx="203200" cy="220979"/>
            </a:xfrm>
            <a:custGeom>
              <a:avLst/>
              <a:gdLst/>
              <a:ahLst/>
              <a:cxnLst/>
              <a:rect l="l" t="t" r="r" b="b"/>
              <a:pathLst>
                <a:path w="203200" h="220979">
                  <a:moveTo>
                    <a:pt x="203199" y="220746"/>
                  </a:moveTo>
                  <a:lnTo>
                    <a:pt x="0" y="220746"/>
                  </a:lnTo>
                  <a:lnTo>
                    <a:pt x="0" y="0"/>
                  </a:lnTo>
                  <a:lnTo>
                    <a:pt x="203199" y="0"/>
                  </a:lnTo>
                  <a:lnTo>
                    <a:pt x="203199" y="220746"/>
                  </a:lnTo>
                  <a:close/>
                </a:path>
              </a:pathLst>
            </a:custGeom>
            <a:solidFill>
              <a:srgbClr val="118C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49" name="object 449"/>
            <p:cNvSpPr/>
            <p:nvPr/>
          </p:nvSpPr>
          <p:spPr>
            <a:xfrm>
              <a:off x="8904909" y="5245100"/>
              <a:ext cx="203200" cy="9525"/>
            </a:xfrm>
            <a:custGeom>
              <a:avLst/>
              <a:gdLst/>
              <a:ahLst/>
              <a:cxnLst/>
              <a:rect l="l" t="t" r="r" b="b"/>
              <a:pathLst>
                <a:path w="203200" h="9525">
                  <a:moveTo>
                    <a:pt x="203199" y="9525"/>
                  </a:moveTo>
                  <a:lnTo>
                    <a:pt x="0" y="9525"/>
                  </a:lnTo>
                  <a:lnTo>
                    <a:pt x="0" y="0"/>
                  </a:lnTo>
                  <a:lnTo>
                    <a:pt x="203199" y="0"/>
                  </a:lnTo>
                  <a:lnTo>
                    <a:pt x="203199" y="9525"/>
                  </a:lnTo>
                  <a:close/>
                </a:path>
              </a:pathLst>
            </a:custGeom>
            <a:solidFill>
              <a:srgbClr val="12239D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450" name="object 450"/>
          <p:cNvGrpSpPr/>
          <p:nvPr/>
        </p:nvGrpSpPr>
        <p:grpSpPr>
          <a:xfrm>
            <a:off x="9231796" y="5148858"/>
            <a:ext cx="406400" cy="106045"/>
            <a:chOff x="9231796" y="5148858"/>
            <a:chExt cx="406400" cy="106045"/>
          </a:xfrm>
        </p:grpSpPr>
        <p:sp>
          <p:nvSpPr>
            <p:cNvPr id="451" name="object 451"/>
            <p:cNvSpPr/>
            <p:nvPr/>
          </p:nvSpPr>
          <p:spPr>
            <a:xfrm>
              <a:off x="9231796" y="5148858"/>
              <a:ext cx="203200" cy="106045"/>
            </a:xfrm>
            <a:custGeom>
              <a:avLst/>
              <a:gdLst/>
              <a:ahLst/>
              <a:cxnLst/>
              <a:rect l="l" t="t" r="r" b="b"/>
              <a:pathLst>
                <a:path w="203200" h="106045">
                  <a:moveTo>
                    <a:pt x="203199" y="105766"/>
                  </a:moveTo>
                  <a:lnTo>
                    <a:pt x="0" y="105766"/>
                  </a:lnTo>
                  <a:lnTo>
                    <a:pt x="0" y="0"/>
                  </a:lnTo>
                  <a:lnTo>
                    <a:pt x="203199" y="0"/>
                  </a:lnTo>
                  <a:lnTo>
                    <a:pt x="203199" y="105766"/>
                  </a:lnTo>
                  <a:close/>
                </a:path>
              </a:pathLst>
            </a:custGeom>
            <a:solidFill>
              <a:srgbClr val="118C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52" name="object 452"/>
            <p:cNvSpPr/>
            <p:nvPr/>
          </p:nvSpPr>
          <p:spPr>
            <a:xfrm>
              <a:off x="9434996" y="5245100"/>
              <a:ext cx="203200" cy="9525"/>
            </a:xfrm>
            <a:custGeom>
              <a:avLst/>
              <a:gdLst/>
              <a:ahLst/>
              <a:cxnLst/>
              <a:rect l="l" t="t" r="r" b="b"/>
              <a:pathLst>
                <a:path w="203200" h="9525">
                  <a:moveTo>
                    <a:pt x="203199" y="9525"/>
                  </a:moveTo>
                  <a:lnTo>
                    <a:pt x="0" y="9525"/>
                  </a:lnTo>
                  <a:lnTo>
                    <a:pt x="0" y="0"/>
                  </a:lnTo>
                  <a:lnTo>
                    <a:pt x="203199" y="0"/>
                  </a:lnTo>
                  <a:lnTo>
                    <a:pt x="203199" y="9525"/>
                  </a:lnTo>
                  <a:close/>
                </a:path>
              </a:pathLst>
            </a:custGeom>
            <a:solidFill>
              <a:srgbClr val="12239D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pic>
        <p:nvPicPr>
          <p:cNvPr id="453" name="object 453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6944359" y="3402838"/>
            <a:ext cx="95249" cy="95249"/>
          </a:xfrm>
          <a:prstGeom prst="rect">
            <a:avLst/>
          </a:prstGeom>
        </p:spPr>
      </p:pic>
      <p:pic>
        <p:nvPicPr>
          <p:cNvPr id="454" name="object 454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8096884" y="3402838"/>
            <a:ext cx="95249" cy="95249"/>
          </a:xfrm>
          <a:prstGeom prst="rect">
            <a:avLst/>
          </a:prstGeom>
        </p:spPr>
      </p:pic>
      <p:sp>
        <p:nvSpPr>
          <p:cNvPr id="455" name="object 455"/>
          <p:cNvSpPr txBox="1"/>
          <p:nvPr/>
        </p:nvSpPr>
        <p:spPr>
          <a:xfrm>
            <a:off x="6921500" y="2857563"/>
            <a:ext cx="2745740" cy="887094"/>
          </a:xfrm>
          <a:prstGeom prst="rect">
            <a:avLst/>
          </a:prstGeom>
        </p:spPr>
        <p:txBody>
          <a:bodyPr vert="horz" wrap="square" lIns="0" tIns="45085" rIns="0" bIns="0" rtlCol="0">
            <a:spAutoFit/>
          </a:bodyPr>
          <a:lstStyle/>
          <a:p>
            <a:pPr marL="12700" marR="5080">
              <a:lnSpc>
                <a:spcPts val="1430"/>
              </a:lnSpc>
              <a:spcBef>
                <a:spcPts val="355"/>
              </a:spcBef>
            </a:pPr>
            <a:r>
              <a:rPr sz="1400" spc="-80" dirty="0">
                <a:solidFill>
                  <a:srgbClr val="252423"/>
                </a:solidFill>
                <a:latin typeface="Tahoma"/>
                <a:cs typeface="Tahoma"/>
              </a:rPr>
              <a:t>Sum</a:t>
            </a:r>
            <a:r>
              <a:rPr sz="1400" spc="-85" dirty="0">
                <a:solidFill>
                  <a:srgbClr val="252423"/>
                </a:solidFill>
                <a:latin typeface="Tahoma"/>
                <a:cs typeface="Tahoma"/>
              </a:rPr>
              <a:t> of </a:t>
            </a:r>
            <a:r>
              <a:rPr sz="1400" spc="-55" dirty="0">
                <a:solidFill>
                  <a:srgbClr val="252423"/>
                </a:solidFill>
                <a:latin typeface="Tahoma"/>
                <a:cs typeface="Tahoma"/>
              </a:rPr>
              <a:t>totvotpoll</a:t>
            </a:r>
            <a:r>
              <a:rPr sz="1400" spc="-85" dirty="0">
                <a:solidFill>
                  <a:srgbClr val="252423"/>
                </a:solidFill>
                <a:latin typeface="Tahoma"/>
                <a:cs typeface="Tahoma"/>
              </a:rPr>
              <a:t> </a:t>
            </a:r>
            <a:r>
              <a:rPr sz="1400" spc="-95" dirty="0">
                <a:solidFill>
                  <a:srgbClr val="252423"/>
                </a:solidFill>
                <a:latin typeface="Tahoma"/>
                <a:cs typeface="Tahoma"/>
              </a:rPr>
              <a:t>and</a:t>
            </a:r>
            <a:r>
              <a:rPr sz="1400" spc="-85" dirty="0">
                <a:solidFill>
                  <a:srgbClr val="252423"/>
                </a:solidFill>
                <a:latin typeface="Tahoma"/>
                <a:cs typeface="Tahoma"/>
              </a:rPr>
              <a:t> </a:t>
            </a:r>
            <a:r>
              <a:rPr sz="1400" spc="-80" dirty="0">
                <a:solidFill>
                  <a:srgbClr val="252423"/>
                </a:solidFill>
                <a:latin typeface="Tahoma"/>
                <a:cs typeface="Tahoma"/>
              </a:rPr>
              <a:t>Sum </a:t>
            </a:r>
            <a:r>
              <a:rPr sz="1400" spc="-85" dirty="0">
                <a:solidFill>
                  <a:srgbClr val="252423"/>
                </a:solidFill>
                <a:latin typeface="Tahoma"/>
                <a:cs typeface="Tahoma"/>
              </a:rPr>
              <a:t>of </a:t>
            </a:r>
            <a:r>
              <a:rPr sz="1400" spc="-105" dirty="0">
                <a:solidFill>
                  <a:srgbClr val="252423"/>
                </a:solidFill>
                <a:latin typeface="Tahoma"/>
                <a:cs typeface="Tahoma"/>
              </a:rPr>
              <a:t>pc_no</a:t>
            </a:r>
            <a:r>
              <a:rPr sz="1400" spc="-85" dirty="0">
                <a:solidFill>
                  <a:srgbClr val="252423"/>
                </a:solidFill>
                <a:latin typeface="Tahoma"/>
                <a:cs typeface="Tahoma"/>
              </a:rPr>
              <a:t> </a:t>
            </a:r>
            <a:r>
              <a:rPr sz="1400" spc="-45" dirty="0">
                <a:solidFill>
                  <a:srgbClr val="252423"/>
                </a:solidFill>
                <a:latin typeface="Tahoma"/>
                <a:cs typeface="Tahoma"/>
              </a:rPr>
              <a:t>by </a:t>
            </a:r>
            <a:r>
              <a:rPr sz="1400" spc="-10" dirty="0">
                <a:solidFill>
                  <a:srgbClr val="252423"/>
                </a:solidFill>
                <a:latin typeface="Tahoma"/>
                <a:cs typeface="Tahoma"/>
              </a:rPr>
              <a:t>pc_type</a:t>
            </a:r>
            <a:endParaRPr sz="1400">
              <a:latin typeface="Tahoma"/>
              <a:cs typeface="Tahoma"/>
            </a:endParaRPr>
          </a:p>
          <a:p>
            <a:pPr marL="137160">
              <a:lnSpc>
                <a:spcPct val="100000"/>
              </a:lnSpc>
              <a:spcBef>
                <a:spcPts val="810"/>
              </a:spcBef>
              <a:tabLst>
                <a:tab pos="1292225" algn="l"/>
              </a:tabLst>
            </a:pPr>
            <a:r>
              <a:rPr sz="1000" dirty="0">
                <a:solidFill>
                  <a:srgbClr val="605D5C"/>
                </a:solidFill>
                <a:latin typeface="Segoe UI"/>
                <a:cs typeface="Segoe UI"/>
              </a:rPr>
              <a:t>Sum</a:t>
            </a:r>
            <a:r>
              <a:rPr sz="1000" spc="-20" dirty="0">
                <a:solidFill>
                  <a:srgbClr val="605D5C"/>
                </a:solidFill>
                <a:latin typeface="Segoe UI"/>
                <a:cs typeface="Segoe UI"/>
              </a:rPr>
              <a:t> </a:t>
            </a:r>
            <a:r>
              <a:rPr sz="1000" dirty="0">
                <a:solidFill>
                  <a:srgbClr val="605D5C"/>
                </a:solidFill>
                <a:latin typeface="Segoe UI"/>
                <a:cs typeface="Segoe UI"/>
              </a:rPr>
              <a:t>of</a:t>
            </a:r>
            <a:r>
              <a:rPr sz="1000" spc="-20" dirty="0">
                <a:solidFill>
                  <a:srgbClr val="605D5C"/>
                </a:solidFill>
                <a:latin typeface="Segoe UI"/>
                <a:cs typeface="Segoe UI"/>
              </a:rPr>
              <a:t> </a:t>
            </a:r>
            <a:r>
              <a:rPr sz="1000" spc="-10" dirty="0">
                <a:solidFill>
                  <a:srgbClr val="605D5C"/>
                </a:solidFill>
                <a:latin typeface="Segoe UI"/>
                <a:cs typeface="Segoe UI"/>
              </a:rPr>
              <a:t>totvotpoll</a:t>
            </a:r>
            <a:r>
              <a:rPr sz="1000" dirty="0">
                <a:solidFill>
                  <a:srgbClr val="605D5C"/>
                </a:solidFill>
                <a:latin typeface="Segoe UI"/>
                <a:cs typeface="Segoe UI"/>
              </a:rPr>
              <a:t>	Sum</a:t>
            </a:r>
            <a:r>
              <a:rPr sz="1000" spc="-20" dirty="0">
                <a:solidFill>
                  <a:srgbClr val="605D5C"/>
                </a:solidFill>
                <a:latin typeface="Segoe UI"/>
                <a:cs typeface="Segoe UI"/>
              </a:rPr>
              <a:t> </a:t>
            </a:r>
            <a:r>
              <a:rPr sz="1000" dirty="0">
                <a:solidFill>
                  <a:srgbClr val="605D5C"/>
                </a:solidFill>
                <a:latin typeface="Segoe UI"/>
                <a:cs typeface="Segoe UI"/>
              </a:rPr>
              <a:t>of</a:t>
            </a:r>
            <a:r>
              <a:rPr sz="1000" spc="-20" dirty="0">
                <a:solidFill>
                  <a:srgbClr val="605D5C"/>
                </a:solidFill>
                <a:latin typeface="Segoe UI"/>
                <a:cs typeface="Segoe UI"/>
              </a:rPr>
              <a:t> </a:t>
            </a:r>
            <a:r>
              <a:rPr sz="1000" spc="-10" dirty="0">
                <a:solidFill>
                  <a:srgbClr val="605D5C"/>
                </a:solidFill>
                <a:latin typeface="Segoe UI"/>
                <a:cs typeface="Segoe UI"/>
              </a:rPr>
              <a:t>pc_no</a:t>
            </a:r>
            <a:endParaRPr sz="1000">
              <a:latin typeface="Segoe UI"/>
              <a:cs typeface="Segoe UI"/>
            </a:endParaRPr>
          </a:p>
          <a:p>
            <a:pPr marL="219075">
              <a:lnSpc>
                <a:spcPct val="100000"/>
              </a:lnSpc>
              <a:spcBef>
                <a:spcPts val="575"/>
              </a:spcBef>
            </a:pPr>
            <a:r>
              <a:rPr sz="900" spc="-25" dirty="0">
                <a:solidFill>
                  <a:srgbClr val="605D5C"/>
                </a:solidFill>
                <a:latin typeface="Segoe UI"/>
                <a:cs typeface="Segoe UI"/>
              </a:rPr>
              <a:t>3bn</a:t>
            </a:r>
            <a:endParaRPr sz="900">
              <a:latin typeface="Segoe UI"/>
              <a:cs typeface="Segoe UI"/>
            </a:endParaRPr>
          </a:p>
        </p:txBody>
      </p:sp>
      <p:sp>
        <p:nvSpPr>
          <p:cNvPr id="456" name="object 456"/>
          <p:cNvSpPr/>
          <p:nvPr/>
        </p:nvSpPr>
        <p:spPr>
          <a:xfrm>
            <a:off x="10563225" y="1971675"/>
            <a:ext cx="9525" cy="9525"/>
          </a:xfrm>
          <a:custGeom>
            <a:avLst/>
            <a:gdLst/>
            <a:ahLst/>
            <a:cxnLst/>
            <a:rect l="l" t="t" r="r" b="b"/>
            <a:pathLst>
              <a:path w="9525" h="9525">
                <a:moveTo>
                  <a:pt x="9525" y="9525"/>
                </a:moveTo>
                <a:lnTo>
                  <a:pt x="0" y="9525"/>
                </a:lnTo>
                <a:lnTo>
                  <a:pt x="0" y="0"/>
                </a:lnTo>
                <a:lnTo>
                  <a:pt x="9525" y="0"/>
                </a:lnTo>
                <a:lnTo>
                  <a:pt x="9525" y="9525"/>
                </a:lnTo>
                <a:close/>
              </a:path>
            </a:pathLst>
          </a:custGeom>
          <a:solidFill>
            <a:srgbClr val="C7C6C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57" name="object 457"/>
          <p:cNvSpPr/>
          <p:nvPr/>
        </p:nvSpPr>
        <p:spPr>
          <a:xfrm>
            <a:off x="12334875" y="1971675"/>
            <a:ext cx="9525" cy="9525"/>
          </a:xfrm>
          <a:custGeom>
            <a:avLst/>
            <a:gdLst/>
            <a:ahLst/>
            <a:cxnLst/>
            <a:rect l="l" t="t" r="r" b="b"/>
            <a:pathLst>
              <a:path w="9525" h="9525">
                <a:moveTo>
                  <a:pt x="9525" y="9525"/>
                </a:moveTo>
                <a:lnTo>
                  <a:pt x="0" y="9525"/>
                </a:lnTo>
                <a:lnTo>
                  <a:pt x="0" y="0"/>
                </a:lnTo>
                <a:lnTo>
                  <a:pt x="9525" y="0"/>
                </a:lnTo>
                <a:lnTo>
                  <a:pt x="9525" y="9525"/>
                </a:lnTo>
                <a:close/>
              </a:path>
            </a:pathLst>
          </a:custGeom>
          <a:solidFill>
            <a:srgbClr val="C7C6C3"/>
          </a:solidFill>
        </p:spPr>
        <p:txBody>
          <a:bodyPr wrap="square" lIns="0" tIns="0" rIns="0" bIns="0" rtlCol="0"/>
          <a:lstStyle/>
          <a:p>
            <a:endParaRPr/>
          </a:p>
        </p:txBody>
      </p:sp>
      <p:grpSp>
        <p:nvGrpSpPr>
          <p:cNvPr id="458" name="object 458"/>
          <p:cNvGrpSpPr/>
          <p:nvPr/>
        </p:nvGrpSpPr>
        <p:grpSpPr>
          <a:xfrm>
            <a:off x="10620375" y="1371511"/>
            <a:ext cx="180975" cy="610235"/>
            <a:chOff x="10620375" y="1371511"/>
            <a:chExt cx="180975" cy="610235"/>
          </a:xfrm>
        </p:grpSpPr>
        <p:sp>
          <p:nvSpPr>
            <p:cNvPr id="459" name="object 459"/>
            <p:cNvSpPr/>
            <p:nvPr/>
          </p:nvSpPr>
          <p:spPr>
            <a:xfrm>
              <a:off x="10620375" y="1971687"/>
              <a:ext cx="180975" cy="9525"/>
            </a:xfrm>
            <a:custGeom>
              <a:avLst/>
              <a:gdLst/>
              <a:ahLst/>
              <a:cxnLst/>
              <a:rect l="l" t="t" r="r" b="b"/>
              <a:pathLst>
                <a:path w="180975" h="9525">
                  <a:moveTo>
                    <a:pt x="9525" y="0"/>
                  </a:moveTo>
                  <a:lnTo>
                    <a:pt x="0" y="0"/>
                  </a:lnTo>
                  <a:lnTo>
                    <a:pt x="0" y="9525"/>
                  </a:lnTo>
                  <a:lnTo>
                    <a:pt x="9525" y="9525"/>
                  </a:lnTo>
                  <a:lnTo>
                    <a:pt x="9525" y="0"/>
                  </a:lnTo>
                  <a:close/>
                </a:path>
                <a:path w="180975" h="9525">
                  <a:moveTo>
                    <a:pt x="66675" y="0"/>
                  </a:moveTo>
                  <a:lnTo>
                    <a:pt x="57150" y="0"/>
                  </a:lnTo>
                  <a:lnTo>
                    <a:pt x="57150" y="9525"/>
                  </a:lnTo>
                  <a:lnTo>
                    <a:pt x="66675" y="9525"/>
                  </a:lnTo>
                  <a:lnTo>
                    <a:pt x="66675" y="0"/>
                  </a:lnTo>
                  <a:close/>
                </a:path>
                <a:path w="180975" h="9525">
                  <a:moveTo>
                    <a:pt x="123825" y="0"/>
                  </a:moveTo>
                  <a:lnTo>
                    <a:pt x="114300" y="0"/>
                  </a:lnTo>
                  <a:lnTo>
                    <a:pt x="114300" y="9525"/>
                  </a:lnTo>
                  <a:lnTo>
                    <a:pt x="123825" y="9525"/>
                  </a:lnTo>
                  <a:lnTo>
                    <a:pt x="123825" y="0"/>
                  </a:lnTo>
                  <a:close/>
                </a:path>
                <a:path w="180975" h="9525">
                  <a:moveTo>
                    <a:pt x="180975" y="0"/>
                  </a:moveTo>
                  <a:lnTo>
                    <a:pt x="171450" y="0"/>
                  </a:lnTo>
                  <a:lnTo>
                    <a:pt x="171450" y="9525"/>
                  </a:lnTo>
                  <a:lnTo>
                    <a:pt x="180975" y="9525"/>
                  </a:lnTo>
                  <a:lnTo>
                    <a:pt x="180975" y="0"/>
                  </a:lnTo>
                  <a:close/>
                </a:path>
              </a:pathLst>
            </a:custGeom>
            <a:solidFill>
              <a:srgbClr val="C7C6C3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60" name="object 460"/>
            <p:cNvSpPr/>
            <p:nvPr/>
          </p:nvSpPr>
          <p:spPr>
            <a:xfrm>
              <a:off x="10647399" y="1371511"/>
              <a:ext cx="50800" cy="600710"/>
            </a:xfrm>
            <a:custGeom>
              <a:avLst/>
              <a:gdLst/>
              <a:ahLst/>
              <a:cxnLst/>
              <a:rect l="l" t="t" r="r" b="b"/>
              <a:pathLst>
                <a:path w="50800" h="600710">
                  <a:moveTo>
                    <a:pt x="50800" y="600163"/>
                  </a:moveTo>
                  <a:lnTo>
                    <a:pt x="0" y="600163"/>
                  </a:lnTo>
                  <a:lnTo>
                    <a:pt x="0" y="0"/>
                  </a:lnTo>
                  <a:lnTo>
                    <a:pt x="50800" y="0"/>
                  </a:lnTo>
                  <a:lnTo>
                    <a:pt x="50800" y="600163"/>
                  </a:lnTo>
                  <a:close/>
                </a:path>
              </a:pathLst>
            </a:custGeom>
            <a:solidFill>
              <a:srgbClr val="118C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61" name="object 461"/>
            <p:cNvSpPr/>
            <p:nvPr/>
          </p:nvSpPr>
          <p:spPr>
            <a:xfrm>
              <a:off x="10698199" y="1962150"/>
              <a:ext cx="50800" cy="9525"/>
            </a:xfrm>
            <a:custGeom>
              <a:avLst/>
              <a:gdLst/>
              <a:ahLst/>
              <a:cxnLst/>
              <a:rect l="l" t="t" r="r" b="b"/>
              <a:pathLst>
                <a:path w="50800" h="9525">
                  <a:moveTo>
                    <a:pt x="50799" y="9525"/>
                  </a:moveTo>
                  <a:lnTo>
                    <a:pt x="0" y="9525"/>
                  </a:lnTo>
                  <a:lnTo>
                    <a:pt x="0" y="0"/>
                  </a:lnTo>
                  <a:lnTo>
                    <a:pt x="50799" y="0"/>
                  </a:lnTo>
                  <a:lnTo>
                    <a:pt x="50799" y="9525"/>
                  </a:lnTo>
                  <a:close/>
                </a:path>
              </a:pathLst>
            </a:custGeom>
            <a:solidFill>
              <a:srgbClr val="12239D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62" name="object 462"/>
            <p:cNvSpPr/>
            <p:nvPr/>
          </p:nvSpPr>
          <p:spPr>
            <a:xfrm>
              <a:off x="10748999" y="1962150"/>
              <a:ext cx="50800" cy="9525"/>
            </a:xfrm>
            <a:custGeom>
              <a:avLst/>
              <a:gdLst/>
              <a:ahLst/>
              <a:cxnLst/>
              <a:rect l="l" t="t" r="r" b="b"/>
              <a:pathLst>
                <a:path w="50800" h="9525">
                  <a:moveTo>
                    <a:pt x="50800" y="9525"/>
                  </a:moveTo>
                  <a:lnTo>
                    <a:pt x="0" y="9525"/>
                  </a:lnTo>
                  <a:lnTo>
                    <a:pt x="0" y="0"/>
                  </a:lnTo>
                  <a:lnTo>
                    <a:pt x="50800" y="0"/>
                  </a:lnTo>
                  <a:lnTo>
                    <a:pt x="50800" y="9525"/>
                  </a:lnTo>
                  <a:close/>
                </a:path>
              </a:pathLst>
            </a:custGeom>
            <a:solidFill>
              <a:srgbClr val="E66B37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463" name="object 463"/>
          <p:cNvGrpSpPr/>
          <p:nvPr/>
        </p:nvGrpSpPr>
        <p:grpSpPr>
          <a:xfrm>
            <a:off x="10848975" y="1904116"/>
            <a:ext cx="582295" cy="77470"/>
            <a:chOff x="10848975" y="1904116"/>
            <a:chExt cx="582295" cy="77470"/>
          </a:xfrm>
        </p:grpSpPr>
        <p:sp>
          <p:nvSpPr>
            <p:cNvPr id="464" name="object 464"/>
            <p:cNvSpPr/>
            <p:nvPr/>
          </p:nvSpPr>
          <p:spPr>
            <a:xfrm>
              <a:off x="10848975" y="1971687"/>
              <a:ext cx="581025" cy="9525"/>
            </a:xfrm>
            <a:custGeom>
              <a:avLst/>
              <a:gdLst/>
              <a:ahLst/>
              <a:cxnLst/>
              <a:rect l="l" t="t" r="r" b="b"/>
              <a:pathLst>
                <a:path w="581025" h="9525">
                  <a:moveTo>
                    <a:pt x="9525" y="0"/>
                  </a:moveTo>
                  <a:lnTo>
                    <a:pt x="0" y="0"/>
                  </a:lnTo>
                  <a:lnTo>
                    <a:pt x="0" y="9525"/>
                  </a:lnTo>
                  <a:lnTo>
                    <a:pt x="9525" y="9525"/>
                  </a:lnTo>
                  <a:lnTo>
                    <a:pt x="9525" y="0"/>
                  </a:lnTo>
                  <a:close/>
                </a:path>
                <a:path w="581025" h="9525">
                  <a:moveTo>
                    <a:pt x="66675" y="0"/>
                  </a:moveTo>
                  <a:lnTo>
                    <a:pt x="57150" y="0"/>
                  </a:lnTo>
                  <a:lnTo>
                    <a:pt x="57150" y="9525"/>
                  </a:lnTo>
                  <a:lnTo>
                    <a:pt x="66675" y="9525"/>
                  </a:lnTo>
                  <a:lnTo>
                    <a:pt x="66675" y="0"/>
                  </a:lnTo>
                  <a:close/>
                </a:path>
                <a:path w="581025" h="9525">
                  <a:moveTo>
                    <a:pt x="123825" y="0"/>
                  </a:moveTo>
                  <a:lnTo>
                    <a:pt x="114300" y="0"/>
                  </a:lnTo>
                  <a:lnTo>
                    <a:pt x="114300" y="9525"/>
                  </a:lnTo>
                  <a:lnTo>
                    <a:pt x="123825" y="9525"/>
                  </a:lnTo>
                  <a:lnTo>
                    <a:pt x="123825" y="0"/>
                  </a:lnTo>
                  <a:close/>
                </a:path>
                <a:path w="581025" h="9525">
                  <a:moveTo>
                    <a:pt x="180975" y="0"/>
                  </a:moveTo>
                  <a:lnTo>
                    <a:pt x="171450" y="0"/>
                  </a:lnTo>
                  <a:lnTo>
                    <a:pt x="171450" y="9525"/>
                  </a:lnTo>
                  <a:lnTo>
                    <a:pt x="180975" y="9525"/>
                  </a:lnTo>
                  <a:lnTo>
                    <a:pt x="180975" y="0"/>
                  </a:lnTo>
                  <a:close/>
                </a:path>
                <a:path w="581025" h="9525">
                  <a:moveTo>
                    <a:pt x="238125" y="0"/>
                  </a:moveTo>
                  <a:lnTo>
                    <a:pt x="228600" y="0"/>
                  </a:lnTo>
                  <a:lnTo>
                    <a:pt x="228600" y="9525"/>
                  </a:lnTo>
                  <a:lnTo>
                    <a:pt x="238125" y="9525"/>
                  </a:lnTo>
                  <a:lnTo>
                    <a:pt x="238125" y="0"/>
                  </a:lnTo>
                  <a:close/>
                </a:path>
                <a:path w="581025" h="9525">
                  <a:moveTo>
                    <a:pt x="295275" y="0"/>
                  </a:moveTo>
                  <a:lnTo>
                    <a:pt x="285750" y="0"/>
                  </a:lnTo>
                  <a:lnTo>
                    <a:pt x="285750" y="9525"/>
                  </a:lnTo>
                  <a:lnTo>
                    <a:pt x="295275" y="9525"/>
                  </a:lnTo>
                  <a:lnTo>
                    <a:pt x="295275" y="0"/>
                  </a:lnTo>
                  <a:close/>
                </a:path>
                <a:path w="581025" h="9525">
                  <a:moveTo>
                    <a:pt x="352425" y="0"/>
                  </a:moveTo>
                  <a:lnTo>
                    <a:pt x="342900" y="0"/>
                  </a:lnTo>
                  <a:lnTo>
                    <a:pt x="342900" y="9525"/>
                  </a:lnTo>
                  <a:lnTo>
                    <a:pt x="352425" y="9525"/>
                  </a:lnTo>
                  <a:lnTo>
                    <a:pt x="352425" y="0"/>
                  </a:lnTo>
                  <a:close/>
                </a:path>
                <a:path w="581025" h="9525">
                  <a:moveTo>
                    <a:pt x="409575" y="0"/>
                  </a:moveTo>
                  <a:lnTo>
                    <a:pt x="400050" y="0"/>
                  </a:lnTo>
                  <a:lnTo>
                    <a:pt x="400050" y="9525"/>
                  </a:lnTo>
                  <a:lnTo>
                    <a:pt x="409575" y="9525"/>
                  </a:lnTo>
                  <a:lnTo>
                    <a:pt x="409575" y="0"/>
                  </a:lnTo>
                  <a:close/>
                </a:path>
                <a:path w="581025" h="9525">
                  <a:moveTo>
                    <a:pt x="466725" y="0"/>
                  </a:moveTo>
                  <a:lnTo>
                    <a:pt x="457200" y="0"/>
                  </a:lnTo>
                  <a:lnTo>
                    <a:pt x="457200" y="9525"/>
                  </a:lnTo>
                  <a:lnTo>
                    <a:pt x="466725" y="9525"/>
                  </a:lnTo>
                  <a:lnTo>
                    <a:pt x="466725" y="0"/>
                  </a:lnTo>
                  <a:close/>
                </a:path>
                <a:path w="581025" h="9525">
                  <a:moveTo>
                    <a:pt x="523875" y="0"/>
                  </a:moveTo>
                  <a:lnTo>
                    <a:pt x="514350" y="0"/>
                  </a:lnTo>
                  <a:lnTo>
                    <a:pt x="514350" y="9525"/>
                  </a:lnTo>
                  <a:lnTo>
                    <a:pt x="523875" y="9525"/>
                  </a:lnTo>
                  <a:lnTo>
                    <a:pt x="523875" y="0"/>
                  </a:lnTo>
                  <a:close/>
                </a:path>
                <a:path w="581025" h="9525">
                  <a:moveTo>
                    <a:pt x="581025" y="0"/>
                  </a:moveTo>
                  <a:lnTo>
                    <a:pt x="571500" y="0"/>
                  </a:lnTo>
                  <a:lnTo>
                    <a:pt x="571500" y="9525"/>
                  </a:lnTo>
                  <a:lnTo>
                    <a:pt x="581025" y="9525"/>
                  </a:lnTo>
                  <a:lnTo>
                    <a:pt x="581025" y="0"/>
                  </a:lnTo>
                  <a:close/>
                </a:path>
              </a:pathLst>
            </a:custGeom>
            <a:solidFill>
              <a:srgbClr val="C7C6C3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65" name="object 465"/>
            <p:cNvSpPr/>
            <p:nvPr/>
          </p:nvSpPr>
          <p:spPr>
            <a:xfrm>
              <a:off x="10857827" y="1904123"/>
              <a:ext cx="471805" cy="67945"/>
            </a:xfrm>
            <a:custGeom>
              <a:avLst/>
              <a:gdLst/>
              <a:ahLst/>
              <a:cxnLst/>
              <a:rect l="l" t="t" r="r" b="b"/>
              <a:pathLst>
                <a:path w="471804" h="67944">
                  <a:moveTo>
                    <a:pt x="50800" y="0"/>
                  </a:moveTo>
                  <a:lnTo>
                    <a:pt x="0" y="0"/>
                  </a:lnTo>
                  <a:lnTo>
                    <a:pt x="0" y="67564"/>
                  </a:lnTo>
                  <a:lnTo>
                    <a:pt x="50800" y="67564"/>
                  </a:lnTo>
                  <a:lnTo>
                    <a:pt x="50800" y="0"/>
                  </a:lnTo>
                  <a:close/>
                </a:path>
                <a:path w="471804" h="67944">
                  <a:moveTo>
                    <a:pt x="261239" y="15976"/>
                  </a:moveTo>
                  <a:lnTo>
                    <a:pt x="210439" y="15976"/>
                  </a:lnTo>
                  <a:lnTo>
                    <a:pt x="210439" y="67564"/>
                  </a:lnTo>
                  <a:lnTo>
                    <a:pt x="261239" y="67564"/>
                  </a:lnTo>
                  <a:lnTo>
                    <a:pt x="261239" y="15976"/>
                  </a:lnTo>
                  <a:close/>
                </a:path>
                <a:path w="471804" h="67944">
                  <a:moveTo>
                    <a:pt x="471678" y="23482"/>
                  </a:moveTo>
                  <a:lnTo>
                    <a:pt x="420878" y="23482"/>
                  </a:lnTo>
                  <a:lnTo>
                    <a:pt x="420878" y="67564"/>
                  </a:lnTo>
                  <a:lnTo>
                    <a:pt x="471678" y="67564"/>
                  </a:lnTo>
                  <a:lnTo>
                    <a:pt x="471678" y="23482"/>
                  </a:lnTo>
                  <a:close/>
                </a:path>
              </a:pathLst>
            </a:custGeom>
            <a:solidFill>
              <a:srgbClr val="118C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66" name="object 466"/>
            <p:cNvSpPr/>
            <p:nvPr/>
          </p:nvSpPr>
          <p:spPr>
            <a:xfrm>
              <a:off x="10908627" y="1957958"/>
              <a:ext cx="471805" cy="13970"/>
            </a:xfrm>
            <a:custGeom>
              <a:avLst/>
              <a:gdLst/>
              <a:ahLst/>
              <a:cxnLst/>
              <a:rect l="l" t="t" r="r" b="b"/>
              <a:pathLst>
                <a:path w="471804" h="13969">
                  <a:moveTo>
                    <a:pt x="50800" y="0"/>
                  </a:moveTo>
                  <a:lnTo>
                    <a:pt x="0" y="0"/>
                  </a:lnTo>
                  <a:lnTo>
                    <a:pt x="0" y="13728"/>
                  </a:lnTo>
                  <a:lnTo>
                    <a:pt x="50800" y="13728"/>
                  </a:lnTo>
                  <a:lnTo>
                    <a:pt x="50800" y="0"/>
                  </a:lnTo>
                  <a:close/>
                </a:path>
                <a:path w="471804" h="13969">
                  <a:moveTo>
                    <a:pt x="261239" y="4203"/>
                  </a:moveTo>
                  <a:lnTo>
                    <a:pt x="210439" y="4203"/>
                  </a:lnTo>
                  <a:lnTo>
                    <a:pt x="210439" y="13728"/>
                  </a:lnTo>
                  <a:lnTo>
                    <a:pt x="261239" y="13728"/>
                  </a:lnTo>
                  <a:lnTo>
                    <a:pt x="261239" y="4203"/>
                  </a:lnTo>
                  <a:close/>
                </a:path>
                <a:path w="471804" h="13969">
                  <a:moveTo>
                    <a:pt x="471678" y="4203"/>
                  </a:moveTo>
                  <a:lnTo>
                    <a:pt x="420878" y="4203"/>
                  </a:lnTo>
                  <a:lnTo>
                    <a:pt x="420878" y="13728"/>
                  </a:lnTo>
                  <a:lnTo>
                    <a:pt x="471678" y="13728"/>
                  </a:lnTo>
                  <a:lnTo>
                    <a:pt x="471678" y="4203"/>
                  </a:lnTo>
                  <a:close/>
                </a:path>
              </a:pathLst>
            </a:custGeom>
            <a:solidFill>
              <a:srgbClr val="12239D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67" name="object 467"/>
            <p:cNvSpPr/>
            <p:nvPr/>
          </p:nvSpPr>
          <p:spPr>
            <a:xfrm>
              <a:off x="10959427" y="1962162"/>
              <a:ext cx="471805" cy="9525"/>
            </a:xfrm>
            <a:custGeom>
              <a:avLst/>
              <a:gdLst/>
              <a:ahLst/>
              <a:cxnLst/>
              <a:rect l="l" t="t" r="r" b="b"/>
              <a:pathLst>
                <a:path w="471804" h="9525">
                  <a:moveTo>
                    <a:pt x="50800" y="0"/>
                  </a:moveTo>
                  <a:lnTo>
                    <a:pt x="0" y="0"/>
                  </a:lnTo>
                  <a:lnTo>
                    <a:pt x="0" y="9525"/>
                  </a:lnTo>
                  <a:lnTo>
                    <a:pt x="50800" y="9525"/>
                  </a:lnTo>
                  <a:lnTo>
                    <a:pt x="50800" y="0"/>
                  </a:lnTo>
                  <a:close/>
                </a:path>
                <a:path w="471804" h="9525">
                  <a:moveTo>
                    <a:pt x="261239" y="0"/>
                  </a:moveTo>
                  <a:lnTo>
                    <a:pt x="210439" y="0"/>
                  </a:lnTo>
                  <a:lnTo>
                    <a:pt x="210439" y="9525"/>
                  </a:lnTo>
                  <a:lnTo>
                    <a:pt x="261239" y="9525"/>
                  </a:lnTo>
                  <a:lnTo>
                    <a:pt x="261239" y="0"/>
                  </a:lnTo>
                  <a:close/>
                </a:path>
                <a:path w="471804" h="9525">
                  <a:moveTo>
                    <a:pt x="471678" y="0"/>
                  </a:moveTo>
                  <a:lnTo>
                    <a:pt x="420878" y="0"/>
                  </a:lnTo>
                  <a:lnTo>
                    <a:pt x="420878" y="9525"/>
                  </a:lnTo>
                  <a:lnTo>
                    <a:pt x="471678" y="9525"/>
                  </a:lnTo>
                  <a:lnTo>
                    <a:pt x="471678" y="0"/>
                  </a:lnTo>
                  <a:close/>
                </a:path>
              </a:pathLst>
            </a:custGeom>
            <a:solidFill>
              <a:srgbClr val="E66B37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468" name="object 468"/>
          <p:cNvGrpSpPr/>
          <p:nvPr/>
        </p:nvGrpSpPr>
        <p:grpSpPr>
          <a:xfrm>
            <a:off x="11477625" y="1952926"/>
            <a:ext cx="809625" cy="28575"/>
            <a:chOff x="11477625" y="1952926"/>
            <a:chExt cx="809625" cy="28575"/>
          </a:xfrm>
        </p:grpSpPr>
        <p:sp>
          <p:nvSpPr>
            <p:cNvPr id="469" name="object 469"/>
            <p:cNvSpPr/>
            <p:nvPr/>
          </p:nvSpPr>
          <p:spPr>
            <a:xfrm>
              <a:off x="11477625" y="1971687"/>
              <a:ext cx="809625" cy="9525"/>
            </a:xfrm>
            <a:custGeom>
              <a:avLst/>
              <a:gdLst/>
              <a:ahLst/>
              <a:cxnLst/>
              <a:rect l="l" t="t" r="r" b="b"/>
              <a:pathLst>
                <a:path w="809625" h="9525">
                  <a:moveTo>
                    <a:pt x="9525" y="0"/>
                  </a:moveTo>
                  <a:lnTo>
                    <a:pt x="0" y="0"/>
                  </a:lnTo>
                  <a:lnTo>
                    <a:pt x="0" y="9525"/>
                  </a:lnTo>
                  <a:lnTo>
                    <a:pt x="9525" y="9525"/>
                  </a:lnTo>
                  <a:lnTo>
                    <a:pt x="9525" y="0"/>
                  </a:lnTo>
                  <a:close/>
                </a:path>
                <a:path w="809625" h="9525">
                  <a:moveTo>
                    <a:pt x="66675" y="0"/>
                  </a:moveTo>
                  <a:lnTo>
                    <a:pt x="57150" y="0"/>
                  </a:lnTo>
                  <a:lnTo>
                    <a:pt x="57150" y="9525"/>
                  </a:lnTo>
                  <a:lnTo>
                    <a:pt x="66675" y="9525"/>
                  </a:lnTo>
                  <a:lnTo>
                    <a:pt x="66675" y="0"/>
                  </a:lnTo>
                  <a:close/>
                </a:path>
                <a:path w="809625" h="9525">
                  <a:moveTo>
                    <a:pt x="123825" y="0"/>
                  </a:moveTo>
                  <a:lnTo>
                    <a:pt x="114300" y="0"/>
                  </a:lnTo>
                  <a:lnTo>
                    <a:pt x="114300" y="9525"/>
                  </a:lnTo>
                  <a:lnTo>
                    <a:pt x="123825" y="9525"/>
                  </a:lnTo>
                  <a:lnTo>
                    <a:pt x="123825" y="0"/>
                  </a:lnTo>
                  <a:close/>
                </a:path>
                <a:path w="809625" h="9525">
                  <a:moveTo>
                    <a:pt x="180975" y="0"/>
                  </a:moveTo>
                  <a:lnTo>
                    <a:pt x="171450" y="0"/>
                  </a:lnTo>
                  <a:lnTo>
                    <a:pt x="171450" y="9525"/>
                  </a:lnTo>
                  <a:lnTo>
                    <a:pt x="180975" y="9525"/>
                  </a:lnTo>
                  <a:lnTo>
                    <a:pt x="180975" y="0"/>
                  </a:lnTo>
                  <a:close/>
                </a:path>
                <a:path w="809625" h="9525">
                  <a:moveTo>
                    <a:pt x="238125" y="0"/>
                  </a:moveTo>
                  <a:lnTo>
                    <a:pt x="228600" y="0"/>
                  </a:lnTo>
                  <a:lnTo>
                    <a:pt x="228600" y="9525"/>
                  </a:lnTo>
                  <a:lnTo>
                    <a:pt x="238125" y="9525"/>
                  </a:lnTo>
                  <a:lnTo>
                    <a:pt x="238125" y="0"/>
                  </a:lnTo>
                  <a:close/>
                </a:path>
                <a:path w="809625" h="9525">
                  <a:moveTo>
                    <a:pt x="295275" y="0"/>
                  </a:moveTo>
                  <a:lnTo>
                    <a:pt x="285750" y="0"/>
                  </a:lnTo>
                  <a:lnTo>
                    <a:pt x="285750" y="9525"/>
                  </a:lnTo>
                  <a:lnTo>
                    <a:pt x="295275" y="9525"/>
                  </a:lnTo>
                  <a:lnTo>
                    <a:pt x="295275" y="0"/>
                  </a:lnTo>
                  <a:close/>
                </a:path>
                <a:path w="809625" h="9525">
                  <a:moveTo>
                    <a:pt x="352425" y="0"/>
                  </a:moveTo>
                  <a:lnTo>
                    <a:pt x="342900" y="0"/>
                  </a:lnTo>
                  <a:lnTo>
                    <a:pt x="342900" y="9525"/>
                  </a:lnTo>
                  <a:lnTo>
                    <a:pt x="352425" y="9525"/>
                  </a:lnTo>
                  <a:lnTo>
                    <a:pt x="352425" y="0"/>
                  </a:lnTo>
                  <a:close/>
                </a:path>
                <a:path w="809625" h="9525">
                  <a:moveTo>
                    <a:pt x="409575" y="0"/>
                  </a:moveTo>
                  <a:lnTo>
                    <a:pt x="400050" y="0"/>
                  </a:lnTo>
                  <a:lnTo>
                    <a:pt x="400050" y="9525"/>
                  </a:lnTo>
                  <a:lnTo>
                    <a:pt x="409575" y="9525"/>
                  </a:lnTo>
                  <a:lnTo>
                    <a:pt x="409575" y="0"/>
                  </a:lnTo>
                  <a:close/>
                </a:path>
                <a:path w="809625" h="9525">
                  <a:moveTo>
                    <a:pt x="466725" y="0"/>
                  </a:moveTo>
                  <a:lnTo>
                    <a:pt x="457200" y="0"/>
                  </a:lnTo>
                  <a:lnTo>
                    <a:pt x="457200" y="9525"/>
                  </a:lnTo>
                  <a:lnTo>
                    <a:pt x="466725" y="9525"/>
                  </a:lnTo>
                  <a:lnTo>
                    <a:pt x="466725" y="0"/>
                  </a:lnTo>
                  <a:close/>
                </a:path>
                <a:path w="809625" h="9525">
                  <a:moveTo>
                    <a:pt x="523875" y="0"/>
                  </a:moveTo>
                  <a:lnTo>
                    <a:pt x="514350" y="0"/>
                  </a:lnTo>
                  <a:lnTo>
                    <a:pt x="514350" y="9525"/>
                  </a:lnTo>
                  <a:lnTo>
                    <a:pt x="523875" y="9525"/>
                  </a:lnTo>
                  <a:lnTo>
                    <a:pt x="523875" y="0"/>
                  </a:lnTo>
                  <a:close/>
                </a:path>
                <a:path w="809625" h="9525">
                  <a:moveTo>
                    <a:pt x="581025" y="0"/>
                  </a:moveTo>
                  <a:lnTo>
                    <a:pt x="571500" y="0"/>
                  </a:lnTo>
                  <a:lnTo>
                    <a:pt x="571500" y="9525"/>
                  </a:lnTo>
                  <a:lnTo>
                    <a:pt x="581025" y="9525"/>
                  </a:lnTo>
                  <a:lnTo>
                    <a:pt x="581025" y="0"/>
                  </a:lnTo>
                  <a:close/>
                </a:path>
                <a:path w="809625" h="9525">
                  <a:moveTo>
                    <a:pt x="638175" y="0"/>
                  </a:moveTo>
                  <a:lnTo>
                    <a:pt x="628650" y="0"/>
                  </a:lnTo>
                  <a:lnTo>
                    <a:pt x="628650" y="9525"/>
                  </a:lnTo>
                  <a:lnTo>
                    <a:pt x="638175" y="9525"/>
                  </a:lnTo>
                  <a:lnTo>
                    <a:pt x="638175" y="0"/>
                  </a:lnTo>
                  <a:close/>
                </a:path>
                <a:path w="809625" h="9525">
                  <a:moveTo>
                    <a:pt x="695325" y="0"/>
                  </a:moveTo>
                  <a:lnTo>
                    <a:pt x="685800" y="0"/>
                  </a:lnTo>
                  <a:lnTo>
                    <a:pt x="685800" y="9525"/>
                  </a:lnTo>
                  <a:lnTo>
                    <a:pt x="695325" y="9525"/>
                  </a:lnTo>
                  <a:lnTo>
                    <a:pt x="695325" y="0"/>
                  </a:lnTo>
                  <a:close/>
                </a:path>
                <a:path w="809625" h="9525">
                  <a:moveTo>
                    <a:pt x="752475" y="0"/>
                  </a:moveTo>
                  <a:lnTo>
                    <a:pt x="742950" y="0"/>
                  </a:lnTo>
                  <a:lnTo>
                    <a:pt x="742950" y="9525"/>
                  </a:lnTo>
                  <a:lnTo>
                    <a:pt x="752475" y="9525"/>
                  </a:lnTo>
                  <a:lnTo>
                    <a:pt x="752475" y="0"/>
                  </a:lnTo>
                  <a:close/>
                </a:path>
                <a:path w="809625" h="9525">
                  <a:moveTo>
                    <a:pt x="809625" y="0"/>
                  </a:moveTo>
                  <a:lnTo>
                    <a:pt x="800100" y="0"/>
                  </a:lnTo>
                  <a:lnTo>
                    <a:pt x="800100" y="9525"/>
                  </a:lnTo>
                  <a:lnTo>
                    <a:pt x="809625" y="9525"/>
                  </a:lnTo>
                  <a:lnTo>
                    <a:pt x="809625" y="0"/>
                  </a:lnTo>
                  <a:close/>
                </a:path>
              </a:pathLst>
            </a:custGeom>
            <a:solidFill>
              <a:srgbClr val="C7C6C3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70" name="object 470"/>
            <p:cNvSpPr/>
            <p:nvPr/>
          </p:nvSpPr>
          <p:spPr>
            <a:xfrm>
              <a:off x="11489131" y="1952929"/>
              <a:ext cx="682625" cy="19050"/>
            </a:xfrm>
            <a:custGeom>
              <a:avLst/>
              <a:gdLst/>
              <a:ahLst/>
              <a:cxnLst/>
              <a:rect l="l" t="t" r="r" b="b"/>
              <a:pathLst>
                <a:path w="682625" h="19050">
                  <a:moveTo>
                    <a:pt x="50800" y="0"/>
                  </a:moveTo>
                  <a:lnTo>
                    <a:pt x="0" y="0"/>
                  </a:lnTo>
                  <a:lnTo>
                    <a:pt x="0" y="18757"/>
                  </a:lnTo>
                  <a:lnTo>
                    <a:pt x="50800" y="18757"/>
                  </a:lnTo>
                  <a:lnTo>
                    <a:pt x="50800" y="0"/>
                  </a:lnTo>
                  <a:close/>
                </a:path>
                <a:path w="682625" h="19050">
                  <a:moveTo>
                    <a:pt x="261239" y="5981"/>
                  </a:moveTo>
                  <a:lnTo>
                    <a:pt x="210439" y="5981"/>
                  </a:lnTo>
                  <a:lnTo>
                    <a:pt x="210439" y="18757"/>
                  </a:lnTo>
                  <a:lnTo>
                    <a:pt x="261239" y="18757"/>
                  </a:lnTo>
                  <a:lnTo>
                    <a:pt x="261239" y="5981"/>
                  </a:lnTo>
                  <a:close/>
                </a:path>
                <a:path w="682625" h="19050">
                  <a:moveTo>
                    <a:pt x="471678" y="7632"/>
                  </a:moveTo>
                  <a:lnTo>
                    <a:pt x="420878" y="7632"/>
                  </a:lnTo>
                  <a:lnTo>
                    <a:pt x="420878" y="18757"/>
                  </a:lnTo>
                  <a:lnTo>
                    <a:pt x="471678" y="18757"/>
                  </a:lnTo>
                  <a:lnTo>
                    <a:pt x="471678" y="7632"/>
                  </a:lnTo>
                  <a:close/>
                </a:path>
                <a:path w="682625" h="19050">
                  <a:moveTo>
                    <a:pt x="682117" y="8077"/>
                  </a:moveTo>
                  <a:lnTo>
                    <a:pt x="631317" y="8077"/>
                  </a:lnTo>
                  <a:lnTo>
                    <a:pt x="631317" y="18757"/>
                  </a:lnTo>
                  <a:lnTo>
                    <a:pt x="682117" y="18757"/>
                  </a:lnTo>
                  <a:lnTo>
                    <a:pt x="682117" y="8077"/>
                  </a:lnTo>
                  <a:close/>
                </a:path>
              </a:pathLst>
            </a:custGeom>
            <a:solidFill>
              <a:srgbClr val="118C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71" name="object 471"/>
            <p:cNvSpPr/>
            <p:nvPr/>
          </p:nvSpPr>
          <p:spPr>
            <a:xfrm>
              <a:off x="11539931" y="1962162"/>
              <a:ext cx="682625" cy="9525"/>
            </a:xfrm>
            <a:custGeom>
              <a:avLst/>
              <a:gdLst/>
              <a:ahLst/>
              <a:cxnLst/>
              <a:rect l="l" t="t" r="r" b="b"/>
              <a:pathLst>
                <a:path w="682625" h="9525">
                  <a:moveTo>
                    <a:pt x="50800" y="0"/>
                  </a:moveTo>
                  <a:lnTo>
                    <a:pt x="0" y="0"/>
                  </a:lnTo>
                  <a:lnTo>
                    <a:pt x="0" y="9525"/>
                  </a:lnTo>
                  <a:lnTo>
                    <a:pt x="50800" y="9525"/>
                  </a:lnTo>
                  <a:lnTo>
                    <a:pt x="50800" y="0"/>
                  </a:lnTo>
                  <a:close/>
                </a:path>
                <a:path w="682625" h="9525">
                  <a:moveTo>
                    <a:pt x="261239" y="0"/>
                  </a:moveTo>
                  <a:lnTo>
                    <a:pt x="210439" y="0"/>
                  </a:lnTo>
                  <a:lnTo>
                    <a:pt x="210439" y="9525"/>
                  </a:lnTo>
                  <a:lnTo>
                    <a:pt x="261239" y="9525"/>
                  </a:lnTo>
                  <a:lnTo>
                    <a:pt x="261239" y="0"/>
                  </a:lnTo>
                  <a:close/>
                </a:path>
                <a:path w="682625" h="9525">
                  <a:moveTo>
                    <a:pt x="471678" y="0"/>
                  </a:moveTo>
                  <a:lnTo>
                    <a:pt x="420878" y="0"/>
                  </a:lnTo>
                  <a:lnTo>
                    <a:pt x="420878" y="9525"/>
                  </a:lnTo>
                  <a:lnTo>
                    <a:pt x="471678" y="9525"/>
                  </a:lnTo>
                  <a:lnTo>
                    <a:pt x="471678" y="0"/>
                  </a:lnTo>
                  <a:close/>
                </a:path>
                <a:path w="682625" h="9525">
                  <a:moveTo>
                    <a:pt x="682117" y="0"/>
                  </a:moveTo>
                  <a:lnTo>
                    <a:pt x="631317" y="0"/>
                  </a:lnTo>
                  <a:lnTo>
                    <a:pt x="631317" y="9525"/>
                  </a:lnTo>
                  <a:lnTo>
                    <a:pt x="682117" y="9525"/>
                  </a:lnTo>
                  <a:lnTo>
                    <a:pt x="682117" y="0"/>
                  </a:lnTo>
                  <a:close/>
                </a:path>
              </a:pathLst>
            </a:custGeom>
            <a:solidFill>
              <a:srgbClr val="12239D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72" name="object 472"/>
            <p:cNvSpPr/>
            <p:nvPr/>
          </p:nvSpPr>
          <p:spPr>
            <a:xfrm>
              <a:off x="11590731" y="1962162"/>
              <a:ext cx="682625" cy="9525"/>
            </a:xfrm>
            <a:custGeom>
              <a:avLst/>
              <a:gdLst/>
              <a:ahLst/>
              <a:cxnLst/>
              <a:rect l="l" t="t" r="r" b="b"/>
              <a:pathLst>
                <a:path w="682625" h="9525">
                  <a:moveTo>
                    <a:pt x="50800" y="0"/>
                  </a:moveTo>
                  <a:lnTo>
                    <a:pt x="0" y="0"/>
                  </a:lnTo>
                  <a:lnTo>
                    <a:pt x="0" y="9525"/>
                  </a:lnTo>
                  <a:lnTo>
                    <a:pt x="50800" y="9525"/>
                  </a:lnTo>
                  <a:lnTo>
                    <a:pt x="50800" y="0"/>
                  </a:lnTo>
                  <a:close/>
                </a:path>
                <a:path w="682625" h="9525">
                  <a:moveTo>
                    <a:pt x="261239" y="0"/>
                  </a:moveTo>
                  <a:lnTo>
                    <a:pt x="210439" y="0"/>
                  </a:lnTo>
                  <a:lnTo>
                    <a:pt x="210439" y="9525"/>
                  </a:lnTo>
                  <a:lnTo>
                    <a:pt x="261239" y="9525"/>
                  </a:lnTo>
                  <a:lnTo>
                    <a:pt x="261239" y="0"/>
                  </a:lnTo>
                  <a:close/>
                </a:path>
                <a:path w="682625" h="9525">
                  <a:moveTo>
                    <a:pt x="471678" y="0"/>
                  </a:moveTo>
                  <a:lnTo>
                    <a:pt x="420878" y="0"/>
                  </a:lnTo>
                  <a:lnTo>
                    <a:pt x="420878" y="9525"/>
                  </a:lnTo>
                  <a:lnTo>
                    <a:pt x="471678" y="9525"/>
                  </a:lnTo>
                  <a:lnTo>
                    <a:pt x="471678" y="0"/>
                  </a:lnTo>
                  <a:close/>
                </a:path>
                <a:path w="682625" h="9525">
                  <a:moveTo>
                    <a:pt x="682117" y="0"/>
                  </a:moveTo>
                  <a:lnTo>
                    <a:pt x="631317" y="0"/>
                  </a:lnTo>
                  <a:lnTo>
                    <a:pt x="631317" y="9525"/>
                  </a:lnTo>
                  <a:lnTo>
                    <a:pt x="682117" y="9525"/>
                  </a:lnTo>
                  <a:lnTo>
                    <a:pt x="682117" y="0"/>
                  </a:lnTo>
                  <a:close/>
                </a:path>
              </a:pathLst>
            </a:custGeom>
            <a:solidFill>
              <a:srgbClr val="E66B37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473" name="object 473"/>
          <p:cNvSpPr txBox="1"/>
          <p:nvPr/>
        </p:nvSpPr>
        <p:spPr>
          <a:xfrm>
            <a:off x="10261649" y="1886049"/>
            <a:ext cx="219075" cy="1625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900" spc="-25" dirty="0">
                <a:solidFill>
                  <a:srgbClr val="605D5C"/>
                </a:solidFill>
                <a:latin typeface="Segoe UI"/>
                <a:cs typeface="Segoe UI"/>
              </a:rPr>
              <a:t>0bn</a:t>
            </a:r>
            <a:endParaRPr sz="900">
              <a:latin typeface="Segoe UI"/>
              <a:cs typeface="Segoe UI"/>
            </a:endParaRPr>
          </a:p>
        </p:txBody>
      </p:sp>
      <p:sp>
        <p:nvSpPr>
          <p:cNvPr id="474" name="object 474"/>
          <p:cNvSpPr/>
          <p:nvPr/>
        </p:nvSpPr>
        <p:spPr>
          <a:xfrm>
            <a:off x="10563225" y="1304925"/>
            <a:ext cx="9525" cy="9525"/>
          </a:xfrm>
          <a:custGeom>
            <a:avLst/>
            <a:gdLst/>
            <a:ahLst/>
            <a:cxnLst/>
            <a:rect l="l" t="t" r="r" b="b"/>
            <a:pathLst>
              <a:path w="9525" h="9525">
                <a:moveTo>
                  <a:pt x="9525" y="9525"/>
                </a:moveTo>
                <a:lnTo>
                  <a:pt x="0" y="9525"/>
                </a:lnTo>
                <a:lnTo>
                  <a:pt x="0" y="0"/>
                </a:lnTo>
                <a:lnTo>
                  <a:pt x="9525" y="0"/>
                </a:lnTo>
                <a:lnTo>
                  <a:pt x="9525" y="9525"/>
                </a:lnTo>
                <a:close/>
              </a:path>
            </a:pathLst>
          </a:custGeom>
          <a:solidFill>
            <a:srgbClr val="C7C6C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75" name="object 475"/>
          <p:cNvSpPr/>
          <p:nvPr/>
        </p:nvSpPr>
        <p:spPr>
          <a:xfrm>
            <a:off x="10620375" y="1304925"/>
            <a:ext cx="9525" cy="9525"/>
          </a:xfrm>
          <a:custGeom>
            <a:avLst/>
            <a:gdLst/>
            <a:ahLst/>
            <a:cxnLst/>
            <a:rect l="l" t="t" r="r" b="b"/>
            <a:pathLst>
              <a:path w="9525" h="9525">
                <a:moveTo>
                  <a:pt x="9525" y="9525"/>
                </a:moveTo>
                <a:lnTo>
                  <a:pt x="0" y="9525"/>
                </a:lnTo>
                <a:lnTo>
                  <a:pt x="0" y="0"/>
                </a:lnTo>
                <a:lnTo>
                  <a:pt x="9525" y="0"/>
                </a:lnTo>
                <a:lnTo>
                  <a:pt x="9525" y="9525"/>
                </a:lnTo>
                <a:close/>
              </a:path>
            </a:pathLst>
          </a:custGeom>
          <a:solidFill>
            <a:srgbClr val="C7C6C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76" name="object 476"/>
          <p:cNvSpPr/>
          <p:nvPr/>
        </p:nvSpPr>
        <p:spPr>
          <a:xfrm>
            <a:off x="10677525" y="1304925"/>
            <a:ext cx="9525" cy="9525"/>
          </a:xfrm>
          <a:custGeom>
            <a:avLst/>
            <a:gdLst/>
            <a:ahLst/>
            <a:cxnLst/>
            <a:rect l="l" t="t" r="r" b="b"/>
            <a:pathLst>
              <a:path w="9525" h="9525">
                <a:moveTo>
                  <a:pt x="9525" y="9525"/>
                </a:moveTo>
                <a:lnTo>
                  <a:pt x="0" y="9525"/>
                </a:lnTo>
                <a:lnTo>
                  <a:pt x="0" y="0"/>
                </a:lnTo>
                <a:lnTo>
                  <a:pt x="9525" y="0"/>
                </a:lnTo>
                <a:lnTo>
                  <a:pt x="9525" y="9525"/>
                </a:lnTo>
                <a:close/>
              </a:path>
            </a:pathLst>
          </a:custGeom>
          <a:solidFill>
            <a:srgbClr val="C7C6C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77" name="object 477"/>
          <p:cNvSpPr/>
          <p:nvPr/>
        </p:nvSpPr>
        <p:spPr>
          <a:xfrm>
            <a:off x="10734675" y="1304925"/>
            <a:ext cx="9525" cy="9525"/>
          </a:xfrm>
          <a:custGeom>
            <a:avLst/>
            <a:gdLst/>
            <a:ahLst/>
            <a:cxnLst/>
            <a:rect l="l" t="t" r="r" b="b"/>
            <a:pathLst>
              <a:path w="9525" h="9525">
                <a:moveTo>
                  <a:pt x="9525" y="9525"/>
                </a:moveTo>
                <a:lnTo>
                  <a:pt x="0" y="9525"/>
                </a:lnTo>
                <a:lnTo>
                  <a:pt x="0" y="0"/>
                </a:lnTo>
                <a:lnTo>
                  <a:pt x="9525" y="0"/>
                </a:lnTo>
                <a:lnTo>
                  <a:pt x="9525" y="9525"/>
                </a:lnTo>
                <a:close/>
              </a:path>
            </a:pathLst>
          </a:custGeom>
          <a:solidFill>
            <a:srgbClr val="C7C6C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78" name="object 478"/>
          <p:cNvSpPr/>
          <p:nvPr/>
        </p:nvSpPr>
        <p:spPr>
          <a:xfrm>
            <a:off x="10791825" y="1304925"/>
            <a:ext cx="9525" cy="9525"/>
          </a:xfrm>
          <a:custGeom>
            <a:avLst/>
            <a:gdLst/>
            <a:ahLst/>
            <a:cxnLst/>
            <a:rect l="l" t="t" r="r" b="b"/>
            <a:pathLst>
              <a:path w="9525" h="9525">
                <a:moveTo>
                  <a:pt x="9525" y="9525"/>
                </a:moveTo>
                <a:lnTo>
                  <a:pt x="0" y="9525"/>
                </a:lnTo>
                <a:lnTo>
                  <a:pt x="0" y="0"/>
                </a:lnTo>
                <a:lnTo>
                  <a:pt x="9525" y="0"/>
                </a:lnTo>
                <a:lnTo>
                  <a:pt x="9525" y="9525"/>
                </a:lnTo>
                <a:close/>
              </a:path>
            </a:pathLst>
          </a:custGeom>
          <a:solidFill>
            <a:srgbClr val="C7C6C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79" name="object 479"/>
          <p:cNvSpPr/>
          <p:nvPr/>
        </p:nvSpPr>
        <p:spPr>
          <a:xfrm>
            <a:off x="10848975" y="1304925"/>
            <a:ext cx="9525" cy="9525"/>
          </a:xfrm>
          <a:custGeom>
            <a:avLst/>
            <a:gdLst/>
            <a:ahLst/>
            <a:cxnLst/>
            <a:rect l="l" t="t" r="r" b="b"/>
            <a:pathLst>
              <a:path w="9525" h="9525">
                <a:moveTo>
                  <a:pt x="9525" y="9525"/>
                </a:moveTo>
                <a:lnTo>
                  <a:pt x="0" y="9525"/>
                </a:lnTo>
                <a:lnTo>
                  <a:pt x="0" y="0"/>
                </a:lnTo>
                <a:lnTo>
                  <a:pt x="9525" y="0"/>
                </a:lnTo>
                <a:lnTo>
                  <a:pt x="9525" y="9525"/>
                </a:lnTo>
                <a:close/>
              </a:path>
            </a:pathLst>
          </a:custGeom>
          <a:solidFill>
            <a:srgbClr val="C7C6C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80" name="object 480"/>
          <p:cNvSpPr/>
          <p:nvPr/>
        </p:nvSpPr>
        <p:spPr>
          <a:xfrm>
            <a:off x="10906125" y="1304925"/>
            <a:ext cx="9525" cy="9525"/>
          </a:xfrm>
          <a:custGeom>
            <a:avLst/>
            <a:gdLst/>
            <a:ahLst/>
            <a:cxnLst/>
            <a:rect l="l" t="t" r="r" b="b"/>
            <a:pathLst>
              <a:path w="9525" h="9525">
                <a:moveTo>
                  <a:pt x="9525" y="9525"/>
                </a:moveTo>
                <a:lnTo>
                  <a:pt x="0" y="9525"/>
                </a:lnTo>
                <a:lnTo>
                  <a:pt x="0" y="0"/>
                </a:lnTo>
                <a:lnTo>
                  <a:pt x="9525" y="0"/>
                </a:lnTo>
                <a:lnTo>
                  <a:pt x="9525" y="9525"/>
                </a:lnTo>
                <a:close/>
              </a:path>
            </a:pathLst>
          </a:custGeom>
          <a:solidFill>
            <a:srgbClr val="C7C6C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81" name="object 481"/>
          <p:cNvSpPr/>
          <p:nvPr/>
        </p:nvSpPr>
        <p:spPr>
          <a:xfrm>
            <a:off x="10963275" y="1304925"/>
            <a:ext cx="9525" cy="9525"/>
          </a:xfrm>
          <a:custGeom>
            <a:avLst/>
            <a:gdLst/>
            <a:ahLst/>
            <a:cxnLst/>
            <a:rect l="l" t="t" r="r" b="b"/>
            <a:pathLst>
              <a:path w="9525" h="9525">
                <a:moveTo>
                  <a:pt x="9525" y="9525"/>
                </a:moveTo>
                <a:lnTo>
                  <a:pt x="0" y="9525"/>
                </a:lnTo>
                <a:lnTo>
                  <a:pt x="0" y="0"/>
                </a:lnTo>
                <a:lnTo>
                  <a:pt x="9525" y="0"/>
                </a:lnTo>
                <a:lnTo>
                  <a:pt x="9525" y="9525"/>
                </a:lnTo>
                <a:close/>
              </a:path>
            </a:pathLst>
          </a:custGeom>
          <a:solidFill>
            <a:srgbClr val="C7C6C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82" name="object 482"/>
          <p:cNvSpPr/>
          <p:nvPr/>
        </p:nvSpPr>
        <p:spPr>
          <a:xfrm>
            <a:off x="11020425" y="1304925"/>
            <a:ext cx="9525" cy="9525"/>
          </a:xfrm>
          <a:custGeom>
            <a:avLst/>
            <a:gdLst/>
            <a:ahLst/>
            <a:cxnLst/>
            <a:rect l="l" t="t" r="r" b="b"/>
            <a:pathLst>
              <a:path w="9525" h="9525">
                <a:moveTo>
                  <a:pt x="9525" y="9525"/>
                </a:moveTo>
                <a:lnTo>
                  <a:pt x="0" y="9525"/>
                </a:lnTo>
                <a:lnTo>
                  <a:pt x="0" y="0"/>
                </a:lnTo>
                <a:lnTo>
                  <a:pt x="9525" y="0"/>
                </a:lnTo>
                <a:lnTo>
                  <a:pt x="9525" y="9525"/>
                </a:lnTo>
                <a:close/>
              </a:path>
            </a:pathLst>
          </a:custGeom>
          <a:solidFill>
            <a:srgbClr val="C7C6C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83" name="object 483"/>
          <p:cNvSpPr/>
          <p:nvPr/>
        </p:nvSpPr>
        <p:spPr>
          <a:xfrm>
            <a:off x="11077575" y="1304925"/>
            <a:ext cx="9525" cy="9525"/>
          </a:xfrm>
          <a:custGeom>
            <a:avLst/>
            <a:gdLst/>
            <a:ahLst/>
            <a:cxnLst/>
            <a:rect l="l" t="t" r="r" b="b"/>
            <a:pathLst>
              <a:path w="9525" h="9525">
                <a:moveTo>
                  <a:pt x="9525" y="9525"/>
                </a:moveTo>
                <a:lnTo>
                  <a:pt x="0" y="9525"/>
                </a:lnTo>
                <a:lnTo>
                  <a:pt x="0" y="0"/>
                </a:lnTo>
                <a:lnTo>
                  <a:pt x="9525" y="0"/>
                </a:lnTo>
                <a:lnTo>
                  <a:pt x="9525" y="9525"/>
                </a:lnTo>
                <a:close/>
              </a:path>
            </a:pathLst>
          </a:custGeom>
          <a:solidFill>
            <a:srgbClr val="C7C6C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84" name="object 484"/>
          <p:cNvSpPr/>
          <p:nvPr/>
        </p:nvSpPr>
        <p:spPr>
          <a:xfrm>
            <a:off x="11134725" y="1304925"/>
            <a:ext cx="9525" cy="9525"/>
          </a:xfrm>
          <a:custGeom>
            <a:avLst/>
            <a:gdLst/>
            <a:ahLst/>
            <a:cxnLst/>
            <a:rect l="l" t="t" r="r" b="b"/>
            <a:pathLst>
              <a:path w="9525" h="9525">
                <a:moveTo>
                  <a:pt x="9525" y="9525"/>
                </a:moveTo>
                <a:lnTo>
                  <a:pt x="0" y="9525"/>
                </a:lnTo>
                <a:lnTo>
                  <a:pt x="0" y="0"/>
                </a:lnTo>
                <a:lnTo>
                  <a:pt x="9525" y="0"/>
                </a:lnTo>
                <a:lnTo>
                  <a:pt x="9525" y="9525"/>
                </a:lnTo>
                <a:close/>
              </a:path>
            </a:pathLst>
          </a:custGeom>
          <a:solidFill>
            <a:srgbClr val="C7C6C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85" name="object 485"/>
          <p:cNvSpPr/>
          <p:nvPr/>
        </p:nvSpPr>
        <p:spPr>
          <a:xfrm>
            <a:off x="11191875" y="1304925"/>
            <a:ext cx="9525" cy="9525"/>
          </a:xfrm>
          <a:custGeom>
            <a:avLst/>
            <a:gdLst/>
            <a:ahLst/>
            <a:cxnLst/>
            <a:rect l="l" t="t" r="r" b="b"/>
            <a:pathLst>
              <a:path w="9525" h="9525">
                <a:moveTo>
                  <a:pt x="9525" y="9525"/>
                </a:moveTo>
                <a:lnTo>
                  <a:pt x="0" y="9525"/>
                </a:lnTo>
                <a:lnTo>
                  <a:pt x="0" y="0"/>
                </a:lnTo>
                <a:lnTo>
                  <a:pt x="9525" y="0"/>
                </a:lnTo>
                <a:lnTo>
                  <a:pt x="9525" y="9525"/>
                </a:lnTo>
                <a:close/>
              </a:path>
            </a:pathLst>
          </a:custGeom>
          <a:solidFill>
            <a:srgbClr val="C7C6C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86" name="object 486"/>
          <p:cNvSpPr/>
          <p:nvPr/>
        </p:nvSpPr>
        <p:spPr>
          <a:xfrm>
            <a:off x="11249025" y="1304925"/>
            <a:ext cx="9525" cy="9525"/>
          </a:xfrm>
          <a:custGeom>
            <a:avLst/>
            <a:gdLst/>
            <a:ahLst/>
            <a:cxnLst/>
            <a:rect l="l" t="t" r="r" b="b"/>
            <a:pathLst>
              <a:path w="9525" h="9525">
                <a:moveTo>
                  <a:pt x="9525" y="9525"/>
                </a:moveTo>
                <a:lnTo>
                  <a:pt x="0" y="9525"/>
                </a:lnTo>
                <a:lnTo>
                  <a:pt x="0" y="0"/>
                </a:lnTo>
                <a:lnTo>
                  <a:pt x="9525" y="0"/>
                </a:lnTo>
                <a:lnTo>
                  <a:pt x="9525" y="9525"/>
                </a:lnTo>
                <a:close/>
              </a:path>
            </a:pathLst>
          </a:custGeom>
          <a:solidFill>
            <a:srgbClr val="C7C6C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87" name="object 487"/>
          <p:cNvSpPr/>
          <p:nvPr/>
        </p:nvSpPr>
        <p:spPr>
          <a:xfrm>
            <a:off x="11306175" y="1304925"/>
            <a:ext cx="9525" cy="9525"/>
          </a:xfrm>
          <a:custGeom>
            <a:avLst/>
            <a:gdLst/>
            <a:ahLst/>
            <a:cxnLst/>
            <a:rect l="l" t="t" r="r" b="b"/>
            <a:pathLst>
              <a:path w="9525" h="9525">
                <a:moveTo>
                  <a:pt x="9525" y="9525"/>
                </a:moveTo>
                <a:lnTo>
                  <a:pt x="0" y="9525"/>
                </a:lnTo>
                <a:lnTo>
                  <a:pt x="0" y="0"/>
                </a:lnTo>
                <a:lnTo>
                  <a:pt x="9525" y="0"/>
                </a:lnTo>
                <a:lnTo>
                  <a:pt x="9525" y="9525"/>
                </a:lnTo>
                <a:close/>
              </a:path>
            </a:pathLst>
          </a:custGeom>
          <a:solidFill>
            <a:srgbClr val="C7C6C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88" name="object 488"/>
          <p:cNvSpPr/>
          <p:nvPr/>
        </p:nvSpPr>
        <p:spPr>
          <a:xfrm>
            <a:off x="11363325" y="1304925"/>
            <a:ext cx="9525" cy="9525"/>
          </a:xfrm>
          <a:custGeom>
            <a:avLst/>
            <a:gdLst/>
            <a:ahLst/>
            <a:cxnLst/>
            <a:rect l="l" t="t" r="r" b="b"/>
            <a:pathLst>
              <a:path w="9525" h="9525">
                <a:moveTo>
                  <a:pt x="9525" y="9525"/>
                </a:moveTo>
                <a:lnTo>
                  <a:pt x="0" y="9525"/>
                </a:lnTo>
                <a:lnTo>
                  <a:pt x="0" y="0"/>
                </a:lnTo>
                <a:lnTo>
                  <a:pt x="9525" y="0"/>
                </a:lnTo>
                <a:lnTo>
                  <a:pt x="9525" y="9525"/>
                </a:lnTo>
                <a:close/>
              </a:path>
            </a:pathLst>
          </a:custGeom>
          <a:solidFill>
            <a:srgbClr val="C7C6C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89" name="object 489"/>
          <p:cNvSpPr/>
          <p:nvPr/>
        </p:nvSpPr>
        <p:spPr>
          <a:xfrm>
            <a:off x="11420475" y="1304925"/>
            <a:ext cx="9525" cy="9525"/>
          </a:xfrm>
          <a:custGeom>
            <a:avLst/>
            <a:gdLst/>
            <a:ahLst/>
            <a:cxnLst/>
            <a:rect l="l" t="t" r="r" b="b"/>
            <a:pathLst>
              <a:path w="9525" h="9525">
                <a:moveTo>
                  <a:pt x="9525" y="9525"/>
                </a:moveTo>
                <a:lnTo>
                  <a:pt x="0" y="9525"/>
                </a:lnTo>
                <a:lnTo>
                  <a:pt x="0" y="0"/>
                </a:lnTo>
                <a:lnTo>
                  <a:pt x="9525" y="0"/>
                </a:lnTo>
                <a:lnTo>
                  <a:pt x="9525" y="9525"/>
                </a:lnTo>
                <a:close/>
              </a:path>
            </a:pathLst>
          </a:custGeom>
          <a:solidFill>
            <a:srgbClr val="C7C6C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90" name="object 490"/>
          <p:cNvSpPr/>
          <p:nvPr/>
        </p:nvSpPr>
        <p:spPr>
          <a:xfrm>
            <a:off x="11477625" y="1304925"/>
            <a:ext cx="9525" cy="9525"/>
          </a:xfrm>
          <a:custGeom>
            <a:avLst/>
            <a:gdLst/>
            <a:ahLst/>
            <a:cxnLst/>
            <a:rect l="l" t="t" r="r" b="b"/>
            <a:pathLst>
              <a:path w="9525" h="9525">
                <a:moveTo>
                  <a:pt x="9525" y="9525"/>
                </a:moveTo>
                <a:lnTo>
                  <a:pt x="0" y="9525"/>
                </a:lnTo>
                <a:lnTo>
                  <a:pt x="0" y="0"/>
                </a:lnTo>
                <a:lnTo>
                  <a:pt x="9525" y="0"/>
                </a:lnTo>
                <a:lnTo>
                  <a:pt x="9525" y="9525"/>
                </a:lnTo>
                <a:close/>
              </a:path>
            </a:pathLst>
          </a:custGeom>
          <a:solidFill>
            <a:srgbClr val="C7C6C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91" name="object 491"/>
          <p:cNvSpPr/>
          <p:nvPr/>
        </p:nvSpPr>
        <p:spPr>
          <a:xfrm>
            <a:off x="11534775" y="1304925"/>
            <a:ext cx="9525" cy="9525"/>
          </a:xfrm>
          <a:custGeom>
            <a:avLst/>
            <a:gdLst/>
            <a:ahLst/>
            <a:cxnLst/>
            <a:rect l="l" t="t" r="r" b="b"/>
            <a:pathLst>
              <a:path w="9525" h="9525">
                <a:moveTo>
                  <a:pt x="9525" y="9525"/>
                </a:moveTo>
                <a:lnTo>
                  <a:pt x="0" y="9525"/>
                </a:lnTo>
                <a:lnTo>
                  <a:pt x="0" y="0"/>
                </a:lnTo>
                <a:lnTo>
                  <a:pt x="9525" y="0"/>
                </a:lnTo>
                <a:lnTo>
                  <a:pt x="9525" y="9525"/>
                </a:lnTo>
                <a:close/>
              </a:path>
            </a:pathLst>
          </a:custGeom>
          <a:solidFill>
            <a:srgbClr val="C7C6C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92" name="object 492"/>
          <p:cNvSpPr/>
          <p:nvPr/>
        </p:nvSpPr>
        <p:spPr>
          <a:xfrm>
            <a:off x="11591925" y="1304925"/>
            <a:ext cx="9525" cy="9525"/>
          </a:xfrm>
          <a:custGeom>
            <a:avLst/>
            <a:gdLst/>
            <a:ahLst/>
            <a:cxnLst/>
            <a:rect l="l" t="t" r="r" b="b"/>
            <a:pathLst>
              <a:path w="9525" h="9525">
                <a:moveTo>
                  <a:pt x="9525" y="9525"/>
                </a:moveTo>
                <a:lnTo>
                  <a:pt x="0" y="9525"/>
                </a:lnTo>
                <a:lnTo>
                  <a:pt x="0" y="0"/>
                </a:lnTo>
                <a:lnTo>
                  <a:pt x="9525" y="0"/>
                </a:lnTo>
                <a:lnTo>
                  <a:pt x="9525" y="9525"/>
                </a:lnTo>
                <a:close/>
              </a:path>
            </a:pathLst>
          </a:custGeom>
          <a:solidFill>
            <a:srgbClr val="C7C6C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93" name="object 493"/>
          <p:cNvSpPr/>
          <p:nvPr/>
        </p:nvSpPr>
        <p:spPr>
          <a:xfrm>
            <a:off x="11649075" y="1304925"/>
            <a:ext cx="9525" cy="9525"/>
          </a:xfrm>
          <a:custGeom>
            <a:avLst/>
            <a:gdLst/>
            <a:ahLst/>
            <a:cxnLst/>
            <a:rect l="l" t="t" r="r" b="b"/>
            <a:pathLst>
              <a:path w="9525" h="9525">
                <a:moveTo>
                  <a:pt x="9525" y="9525"/>
                </a:moveTo>
                <a:lnTo>
                  <a:pt x="0" y="9525"/>
                </a:lnTo>
                <a:lnTo>
                  <a:pt x="0" y="0"/>
                </a:lnTo>
                <a:lnTo>
                  <a:pt x="9525" y="0"/>
                </a:lnTo>
                <a:lnTo>
                  <a:pt x="9525" y="9525"/>
                </a:lnTo>
                <a:close/>
              </a:path>
            </a:pathLst>
          </a:custGeom>
          <a:solidFill>
            <a:srgbClr val="C7C6C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94" name="object 494"/>
          <p:cNvSpPr/>
          <p:nvPr/>
        </p:nvSpPr>
        <p:spPr>
          <a:xfrm>
            <a:off x="11706225" y="1304925"/>
            <a:ext cx="9525" cy="9525"/>
          </a:xfrm>
          <a:custGeom>
            <a:avLst/>
            <a:gdLst/>
            <a:ahLst/>
            <a:cxnLst/>
            <a:rect l="l" t="t" r="r" b="b"/>
            <a:pathLst>
              <a:path w="9525" h="9525">
                <a:moveTo>
                  <a:pt x="9525" y="9525"/>
                </a:moveTo>
                <a:lnTo>
                  <a:pt x="0" y="9525"/>
                </a:lnTo>
                <a:lnTo>
                  <a:pt x="0" y="0"/>
                </a:lnTo>
                <a:lnTo>
                  <a:pt x="9525" y="0"/>
                </a:lnTo>
                <a:lnTo>
                  <a:pt x="9525" y="9525"/>
                </a:lnTo>
                <a:close/>
              </a:path>
            </a:pathLst>
          </a:custGeom>
          <a:solidFill>
            <a:srgbClr val="C7C6C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95" name="object 495"/>
          <p:cNvSpPr/>
          <p:nvPr/>
        </p:nvSpPr>
        <p:spPr>
          <a:xfrm>
            <a:off x="11763375" y="1304925"/>
            <a:ext cx="9525" cy="9525"/>
          </a:xfrm>
          <a:custGeom>
            <a:avLst/>
            <a:gdLst/>
            <a:ahLst/>
            <a:cxnLst/>
            <a:rect l="l" t="t" r="r" b="b"/>
            <a:pathLst>
              <a:path w="9525" h="9525">
                <a:moveTo>
                  <a:pt x="9525" y="9525"/>
                </a:moveTo>
                <a:lnTo>
                  <a:pt x="0" y="9525"/>
                </a:lnTo>
                <a:lnTo>
                  <a:pt x="0" y="0"/>
                </a:lnTo>
                <a:lnTo>
                  <a:pt x="9525" y="0"/>
                </a:lnTo>
                <a:lnTo>
                  <a:pt x="9525" y="9525"/>
                </a:lnTo>
                <a:close/>
              </a:path>
            </a:pathLst>
          </a:custGeom>
          <a:solidFill>
            <a:srgbClr val="C7C6C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96" name="object 496"/>
          <p:cNvSpPr/>
          <p:nvPr/>
        </p:nvSpPr>
        <p:spPr>
          <a:xfrm>
            <a:off x="11820525" y="1304925"/>
            <a:ext cx="9525" cy="9525"/>
          </a:xfrm>
          <a:custGeom>
            <a:avLst/>
            <a:gdLst/>
            <a:ahLst/>
            <a:cxnLst/>
            <a:rect l="l" t="t" r="r" b="b"/>
            <a:pathLst>
              <a:path w="9525" h="9525">
                <a:moveTo>
                  <a:pt x="9525" y="9525"/>
                </a:moveTo>
                <a:lnTo>
                  <a:pt x="0" y="9525"/>
                </a:lnTo>
                <a:lnTo>
                  <a:pt x="0" y="0"/>
                </a:lnTo>
                <a:lnTo>
                  <a:pt x="9525" y="0"/>
                </a:lnTo>
                <a:lnTo>
                  <a:pt x="9525" y="9525"/>
                </a:lnTo>
                <a:close/>
              </a:path>
            </a:pathLst>
          </a:custGeom>
          <a:solidFill>
            <a:srgbClr val="C7C6C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97" name="object 497"/>
          <p:cNvSpPr/>
          <p:nvPr/>
        </p:nvSpPr>
        <p:spPr>
          <a:xfrm>
            <a:off x="11877675" y="1304925"/>
            <a:ext cx="9525" cy="9525"/>
          </a:xfrm>
          <a:custGeom>
            <a:avLst/>
            <a:gdLst/>
            <a:ahLst/>
            <a:cxnLst/>
            <a:rect l="l" t="t" r="r" b="b"/>
            <a:pathLst>
              <a:path w="9525" h="9525">
                <a:moveTo>
                  <a:pt x="9525" y="9525"/>
                </a:moveTo>
                <a:lnTo>
                  <a:pt x="0" y="9525"/>
                </a:lnTo>
                <a:lnTo>
                  <a:pt x="0" y="0"/>
                </a:lnTo>
                <a:lnTo>
                  <a:pt x="9525" y="0"/>
                </a:lnTo>
                <a:lnTo>
                  <a:pt x="9525" y="9525"/>
                </a:lnTo>
                <a:close/>
              </a:path>
            </a:pathLst>
          </a:custGeom>
          <a:solidFill>
            <a:srgbClr val="C7C6C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98" name="object 498"/>
          <p:cNvSpPr/>
          <p:nvPr/>
        </p:nvSpPr>
        <p:spPr>
          <a:xfrm>
            <a:off x="11934825" y="1304925"/>
            <a:ext cx="9525" cy="9525"/>
          </a:xfrm>
          <a:custGeom>
            <a:avLst/>
            <a:gdLst/>
            <a:ahLst/>
            <a:cxnLst/>
            <a:rect l="l" t="t" r="r" b="b"/>
            <a:pathLst>
              <a:path w="9525" h="9525">
                <a:moveTo>
                  <a:pt x="9525" y="9525"/>
                </a:moveTo>
                <a:lnTo>
                  <a:pt x="0" y="9525"/>
                </a:lnTo>
                <a:lnTo>
                  <a:pt x="0" y="0"/>
                </a:lnTo>
                <a:lnTo>
                  <a:pt x="9525" y="0"/>
                </a:lnTo>
                <a:lnTo>
                  <a:pt x="9525" y="9525"/>
                </a:lnTo>
                <a:close/>
              </a:path>
            </a:pathLst>
          </a:custGeom>
          <a:solidFill>
            <a:srgbClr val="C7C6C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99" name="object 499"/>
          <p:cNvSpPr/>
          <p:nvPr/>
        </p:nvSpPr>
        <p:spPr>
          <a:xfrm>
            <a:off x="11991975" y="1304925"/>
            <a:ext cx="9525" cy="9525"/>
          </a:xfrm>
          <a:custGeom>
            <a:avLst/>
            <a:gdLst/>
            <a:ahLst/>
            <a:cxnLst/>
            <a:rect l="l" t="t" r="r" b="b"/>
            <a:pathLst>
              <a:path w="9525" h="9525">
                <a:moveTo>
                  <a:pt x="9525" y="9525"/>
                </a:moveTo>
                <a:lnTo>
                  <a:pt x="0" y="9525"/>
                </a:lnTo>
                <a:lnTo>
                  <a:pt x="0" y="0"/>
                </a:lnTo>
                <a:lnTo>
                  <a:pt x="9525" y="0"/>
                </a:lnTo>
                <a:lnTo>
                  <a:pt x="9525" y="9525"/>
                </a:lnTo>
                <a:close/>
              </a:path>
            </a:pathLst>
          </a:custGeom>
          <a:solidFill>
            <a:srgbClr val="C7C6C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00" name="object 500"/>
          <p:cNvSpPr/>
          <p:nvPr/>
        </p:nvSpPr>
        <p:spPr>
          <a:xfrm>
            <a:off x="12049125" y="1304925"/>
            <a:ext cx="9525" cy="9525"/>
          </a:xfrm>
          <a:custGeom>
            <a:avLst/>
            <a:gdLst/>
            <a:ahLst/>
            <a:cxnLst/>
            <a:rect l="l" t="t" r="r" b="b"/>
            <a:pathLst>
              <a:path w="9525" h="9525">
                <a:moveTo>
                  <a:pt x="9525" y="9525"/>
                </a:moveTo>
                <a:lnTo>
                  <a:pt x="0" y="9525"/>
                </a:lnTo>
                <a:lnTo>
                  <a:pt x="0" y="0"/>
                </a:lnTo>
                <a:lnTo>
                  <a:pt x="9525" y="0"/>
                </a:lnTo>
                <a:lnTo>
                  <a:pt x="9525" y="9525"/>
                </a:lnTo>
                <a:close/>
              </a:path>
            </a:pathLst>
          </a:custGeom>
          <a:solidFill>
            <a:srgbClr val="C7C6C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01" name="object 501"/>
          <p:cNvSpPr/>
          <p:nvPr/>
        </p:nvSpPr>
        <p:spPr>
          <a:xfrm>
            <a:off x="12106275" y="1304925"/>
            <a:ext cx="9525" cy="9525"/>
          </a:xfrm>
          <a:custGeom>
            <a:avLst/>
            <a:gdLst/>
            <a:ahLst/>
            <a:cxnLst/>
            <a:rect l="l" t="t" r="r" b="b"/>
            <a:pathLst>
              <a:path w="9525" h="9525">
                <a:moveTo>
                  <a:pt x="9525" y="9525"/>
                </a:moveTo>
                <a:lnTo>
                  <a:pt x="0" y="9525"/>
                </a:lnTo>
                <a:lnTo>
                  <a:pt x="0" y="0"/>
                </a:lnTo>
                <a:lnTo>
                  <a:pt x="9525" y="0"/>
                </a:lnTo>
                <a:lnTo>
                  <a:pt x="9525" y="9525"/>
                </a:lnTo>
                <a:close/>
              </a:path>
            </a:pathLst>
          </a:custGeom>
          <a:solidFill>
            <a:srgbClr val="C7C6C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02" name="object 502"/>
          <p:cNvSpPr/>
          <p:nvPr/>
        </p:nvSpPr>
        <p:spPr>
          <a:xfrm>
            <a:off x="12163425" y="1304925"/>
            <a:ext cx="9525" cy="9525"/>
          </a:xfrm>
          <a:custGeom>
            <a:avLst/>
            <a:gdLst/>
            <a:ahLst/>
            <a:cxnLst/>
            <a:rect l="l" t="t" r="r" b="b"/>
            <a:pathLst>
              <a:path w="9525" h="9525">
                <a:moveTo>
                  <a:pt x="9525" y="9525"/>
                </a:moveTo>
                <a:lnTo>
                  <a:pt x="0" y="9525"/>
                </a:lnTo>
                <a:lnTo>
                  <a:pt x="0" y="0"/>
                </a:lnTo>
                <a:lnTo>
                  <a:pt x="9525" y="0"/>
                </a:lnTo>
                <a:lnTo>
                  <a:pt x="9525" y="9525"/>
                </a:lnTo>
                <a:close/>
              </a:path>
            </a:pathLst>
          </a:custGeom>
          <a:solidFill>
            <a:srgbClr val="C7C6C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03" name="object 503"/>
          <p:cNvSpPr/>
          <p:nvPr/>
        </p:nvSpPr>
        <p:spPr>
          <a:xfrm>
            <a:off x="12220575" y="1304925"/>
            <a:ext cx="9525" cy="9525"/>
          </a:xfrm>
          <a:custGeom>
            <a:avLst/>
            <a:gdLst/>
            <a:ahLst/>
            <a:cxnLst/>
            <a:rect l="l" t="t" r="r" b="b"/>
            <a:pathLst>
              <a:path w="9525" h="9525">
                <a:moveTo>
                  <a:pt x="9525" y="9525"/>
                </a:moveTo>
                <a:lnTo>
                  <a:pt x="0" y="9525"/>
                </a:lnTo>
                <a:lnTo>
                  <a:pt x="0" y="0"/>
                </a:lnTo>
                <a:lnTo>
                  <a:pt x="9525" y="0"/>
                </a:lnTo>
                <a:lnTo>
                  <a:pt x="9525" y="9525"/>
                </a:lnTo>
                <a:close/>
              </a:path>
            </a:pathLst>
          </a:custGeom>
          <a:solidFill>
            <a:srgbClr val="C7C6C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04" name="object 504"/>
          <p:cNvSpPr/>
          <p:nvPr/>
        </p:nvSpPr>
        <p:spPr>
          <a:xfrm>
            <a:off x="12277725" y="1304925"/>
            <a:ext cx="9525" cy="9525"/>
          </a:xfrm>
          <a:custGeom>
            <a:avLst/>
            <a:gdLst/>
            <a:ahLst/>
            <a:cxnLst/>
            <a:rect l="l" t="t" r="r" b="b"/>
            <a:pathLst>
              <a:path w="9525" h="9525">
                <a:moveTo>
                  <a:pt x="9525" y="9525"/>
                </a:moveTo>
                <a:lnTo>
                  <a:pt x="0" y="9525"/>
                </a:lnTo>
                <a:lnTo>
                  <a:pt x="0" y="0"/>
                </a:lnTo>
                <a:lnTo>
                  <a:pt x="9525" y="0"/>
                </a:lnTo>
                <a:lnTo>
                  <a:pt x="9525" y="9525"/>
                </a:lnTo>
                <a:close/>
              </a:path>
            </a:pathLst>
          </a:custGeom>
          <a:solidFill>
            <a:srgbClr val="C7C6C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05" name="object 505"/>
          <p:cNvSpPr/>
          <p:nvPr/>
        </p:nvSpPr>
        <p:spPr>
          <a:xfrm>
            <a:off x="12334875" y="1304925"/>
            <a:ext cx="9525" cy="9525"/>
          </a:xfrm>
          <a:custGeom>
            <a:avLst/>
            <a:gdLst/>
            <a:ahLst/>
            <a:cxnLst/>
            <a:rect l="l" t="t" r="r" b="b"/>
            <a:pathLst>
              <a:path w="9525" h="9525">
                <a:moveTo>
                  <a:pt x="9525" y="9525"/>
                </a:moveTo>
                <a:lnTo>
                  <a:pt x="0" y="9525"/>
                </a:lnTo>
                <a:lnTo>
                  <a:pt x="0" y="0"/>
                </a:lnTo>
                <a:lnTo>
                  <a:pt x="9525" y="0"/>
                </a:lnTo>
                <a:lnTo>
                  <a:pt x="9525" y="9525"/>
                </a:lnTo>
                <a:close/>
              </a:path>
            </a:pathLst>
          </a:custGeom>
          <a:solidFill>
            <a:srgbClr val="C7C6C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06" name="object 506"/>
          <p:cNvSpPr txBox="1"/>
          <p:nvPr/>
        </p:nvSpPr>
        <p:spPr>
          <a:xfrm>
            <a:off x="11205071" y="2444750"/>
            <a:ext cx="526415" cy="1625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900" spc="-40" dirty="0">
                <a:solidFill>
                  <a:srgbClr val="252423"/>
                </a:solidFill>
                <a:latin typeface="Tahoma"/>
                <a:cs typeface="Tahoma"/>
              </a:rPr>
              <a:t>partyabbre</a:t>
            </a:r>
            <a:endParaRPr sz="900">
              <a:latin typeface="Tahoma"/>
              <a:cs typeface="Tahoma"/>
            </a:endParaRPr>
          </a:p>
        </p:txBody>
      </p:sp>
      <p:sp>
        <p:nvSpPr>
          <p:cNvPr id="507" name="object 507"/>
          <p:cNvSpPr txBox="1"/>
          <p:nvPr/>
        </p:nvSpPr>
        <p:spPr>
          <a:xfrm>
            <a:off x="10032834" y="1157907"/>
            <a:ext cx="139700" cy="828040"/>
          </a:xfrm>
          <a:prstGeom prst="rect">
            <a:avLst/>
          </a:prstGeom>
        </p:spPr>
        <p:txBody>
          <a:bodyPr vert="vert270" wrap="square" lIns="0" tIns="0" rIns="0" bIns="0" rtlCol="0">
            <a:spAutoFit/>
          </a:bodyPr>
          <a:lstStyle/>
          <a:p>
            <a:pPr marL="12700">
              <a:lnSpc>
                <a:spcPts val="980"/>
              </a:lnSpc>
            </a:pPr>
            <a:r>
              <a:rPr sz="900" spc="-55" dirty="0">
                <a:solidFill>
                  <a:srgbClr val="252423"/>
                </a:solidFill>
                <a:latin typeface="Tahoma"/>
                <a:cs typeface="Tahoma"/>
              </a:rPr>
              <a:t>Sum of </a:t>
            </a:r>
            <a:r>
              <a:rPr sz="900" spc="-50" dirty="0">
                <a:solidFill>
                  <a:srgbClr val="252423"/>
                </a:solidFill>
                <a:latin typeface="Tahoma"/>
                <a:cs typeface="Tahoma"/>
              </a:rPr>
              <a:t>electors,…</a:t>
            </a:r>
            <a:endParaRPr sz="900">
              <a:latin typeface="Tahoma"/>
              <a:cs typeface="Tahoma"/>
            </a:endParaRPr>
          </a:p>
        </p:txBody>
      </p:sp>
      <p:sp>
        <p:nvSpPr>
          <p:cNvPr id="508" name="object 508"/>
          <p:cNvSpPr txBox="1"/>
          <p:nvPr/>
        </p:nvSpPr>
        <p:spPr>
          <a:xfrm>
            <a:off x="10635567" y="2019306"/>
            <a:ext cx="1651000" cy="318135"/>
          </a:xfrm>
          <a:prstGeom prst="rect">
            <a:avLst/>
          </a:prstGeom>
        </p:spPr>
        <p:txBody>
          <a:bodyPr vert="vert270" wrap="square" lIns="0" tIns="21590" rIns="0" bIns="0" rtlCol="0">
            <a:spAutoFit/>
          </a:bodyPr>
          <a:lstStyle/>
          <a:p>
            <a:pPr marR="5080" algn="r">
              <a:lnSpc>
                <a:spcPct val="100000"/>
              </a:lnSpc>
              <a:spcBef>
                <a:spcPts val="170"/>
              </a:spcBef>
            </a:pPr>
            <a:r>
              <a:rPr sz="900" spc="-25" dirty="0">
                <a:solidFill>
                  <a:srgbClr val="605D5C"/>
                </a:solidFill>
                <a:latin typeface="Segoe UI"/>
                <a:cs typeface="Segoe UI"/>
              </a:rPr>
              <a:t>IND</a:t>
            </a:r>
            <a:endParaRPr sz="900">
              <a:latin typeface="Segoe UI"/>
              <a:cs typeface="Segoe UI"/>
            </a:endParaRPr>
          </a:p>
          <a:p>
            <a:pPr marL="114300" marR="5080" indent="3175" algn="r">
              <a:lnSpc>
                <a:spcPct val="153400"/>
              </a:lnSpc>
            </a:pPr>
            <a:r>
              <a:rPr sz="900" spc="-25" dirty="0">
                <a:solidFill>
                  <a:srgbClr val="605D5C"/>
                </a:solidFill>
                <a:latin typeface="Segoe UI"/>
                <a:cs typeface="Segoe UI"/>
              </a:rPr>
              <a:t>INC BJP BSP SP JD</a:t>
            </a:r>
            <a:endParaRPr sz="900">
              <a:latin typeface="Segoe UI"/>
              <a:cs typeface="Segoe UI"/>
            </a:endParaRPr>
          </a:p>
          <a:p>
            <a:pPr marL="67310" marR="5080" indent="-55244" algn="r">
              <a:lnSpc>
                <a:spcPct val="153400"/>
              </a:lnSpc>
            </a:pPr>
            <a:r>
              <a:rPr sz="900" spc="-40" dirty="0">
                <a:solidFill>
                  <a:srgbClr val="605D5C"/>
                </a:solidFill>
                <a:latin typeface="Segoe UI"/>
                <a:cs typeface="Segoe UI"/>
              </a:rPr>
              <a:t>NOTA </a:t>
            </a:r>
            <a:r>
              <a:rPr sz="900" spc="-25" dirty="0">
                <a:solidFill>
                  <a:srgbClr val="605D5C"/>
                </a:solidFill>
                <a:latin typeface="Segoe UI"/>
                <a:cs typeface="Segoe UI"/>
              </a:rPr>
              <a:t>CPM</a:t>
            </a:r>
            <a:endParaRPr sz="900">
              <a:latin typeface="Segoe UI"/>
              <a:cs typeface="Segoe UI"/>
            </a:endParaRPr>
          </a:p>
        </p:txBody>
      </p:sp>
      <p:grpSp>
        <p:nvGrpSpPr>
          <p:cNvPr id="509" name="object 509"/>
          <p:cNvGrpSpPr/>
          <p:nvPr/>
        </p:nvGrpSpPr>
        <p:grpSpPr>
          <a:xfrm>
            <a:off x="10558462" y="2586037"/>
            <a:ext cx="1814830" cy="85725"/>
            <a:chOff x="10558462" y="2586037"/>
            <a:chExt cx="1814830" cy="85725"/>
          </a:xfrm>
        </p:grpSpPr>
        <p:sp>
          <p:nvSpPr>
            <p:cNvPr id="510" name="object 510"/>
            <p:cNvSpPr/>
            <p:nvPr/>
          </p:nvSpPr>
          <p:spPr>
            <a:xfrm>
              <a:off x="10563225" y="2590800"/>
              <a:ext cx="1809750" cy="76200"/>
            </a:xfrm>
            <a:custGeom>
              <a:avLst/>
              <a:gdLst/>
              <a:ahLst/>
              <a:cxnLst/>
              <a:rect l="l" t="t" r="r" b="b"/>
              <a:pathLst>
                <a:path w="1809750" h="76200">
                  <a:moveTo>
                    <a:pt x="1776702" y="76199"/>
                  </a:moveTo>
                  <a:lnTo>
                    <a:pt x="33047" y="76199"/>
                  </a:lnTo>
                  <a:lnTo>
                    <a:pt x="28187" y="75233"/>
                  </a:lnTo>
                  <a:lnTo>
                    <a:pt x="966" y="48012"/>
                  </a:lnTo>
                  <a:lnTo>
                    <a:pt x="0" y="43152"/>
                  </a:lnTo>
                  <a:lnTo>
                    <a:pt x="0" y="33047"/>
                  </a:lnTo>
                  <a:lnTo>
                    <a:pt x="28187" y="966"/>
                  </a:lnTo>
                  <a:lnTo>
                    <a:pt x="33047" y="0"/>
                  </a:lnTo>
                  <a:lnTo>
                    <a:pt x="38100" y="0"/>
                  </a:lnTo>
                  <a:lnTo>
                    <a:pt x="1776702" y="0"/>
                  </a:lnTo>
                  <a:lnTo>
                    <a:pt x="1808783" y="28187"/>
                  </a:lnTo>
                  <a:lnTo>
                    <a:pt x="1809749" y="33047"/>
                  </a:lnTo>
                  <a:lnTo>
                    <a:pt x="1809749" y="43152"/>
                  </a:lnTo>
                  <a:lnTo>
                    <a:pt x="1781562" y="75233"/>
                  </a:lnTo>
                  <a:lnTo>
                    <a:pt x="1776702" y="76199"/>
                  </a:lnTo>
                  <a:close/>
                </a:path>
              </a:pathLst>
            </a:custGeom>
            <a:solidFill>
              <a:srgbClr val="E1E1E1">
                <a:alpha val="50000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11" name="object 511"/>
            <p:cNvSpPr/>
            <p:nvPr/>
          </p:nvSpPr>
          <p:spPr>
            <a:xfrm>
              <a:off x="10563225" y="2590800"/>
              <a:ext cx="14604" cy="76200"/>
            </a:xfrm>
            <a:custGeom>
              <a:avLst/>
              <a:gdLst/>
              <a:ahLst/>
              <a:cxnLst/>
              <a:rect l="l" t="t" r="r" b="b"/>
              <a:pathLst>
                <a:path w="14604" h="76200">
                  <a:moveTo>
                    <a:pt x="8097" y="76199"/>
                  </a:moveTo>
                  <a:lnTo>
                    <a:pt x="6201" y="76199"/>
                  </a:lnTo>
                  <a:lnTo>
                    <a:pt x="5289" y="75233"/>
                  </a:lnTo>
                  <a:lnTo>
                    <a:pt x="0" y="43152"/>
                  </a:lnTo>
                  <a:lnTo>
                    <a:pt x="0" y="33047"/>
                  </a:lnTo>
                  <a:lnTo>
                    <a:pt x="6201" y="0"/>
                  </a:lnTo>
                  <a:lnTo>
                    <a:pt x="7149" y="0"/>
                  </a:lnTo>
                  <a:lnTo>
                    <a:pt x="8097" y="0"/>
                  </a:lnTo>
                  <a:lnTo>
                    <a:pt x="14298" y="33047"/>
                  </a:lnTo>
                  <a:lnTo>
                    <a:pt x="14298" y="43152"/>
                  </a:lnTo>
                  <a:lnTo>
                    <a:pt x="9009" y="75233"/>
                  </a:lnTo>
                  <a:lnTo>
                    <a:pt x="8097" y="76199"/>
                  </a:lnTo>
                  <a:close/>
                </a:path>
              </a:pathLst>
            </a:custGeom>
            <a:solidFill>
              <a:srgbClr val="000000">
                <a:alpha val="23999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12" name="object 512"/>
            <p:cNvSpPr/>
            <p:nvPr/>
          </p:nvSpPr>
          <p:spPr>
            <a:xfrm>
              <a:off x="10563225" y="2590800"/>
              <a:ext cx="14604" cy="76200"/>
            </a:xfrm>
            <a:custGeom>
              <a:avLst/>
              <a:gdLst/>
              <a:ahLst/>
              <a:cxnLst/>
              <a:rect l="l" t="t" r="r" b="b"/>
              <a:pathLst>
                <a:path w="14604" h="76200">
                  <a:moveTo>
                    <a:pt x="7149" y="0"/>
                  </a:moveTo>
                  <a:lnTo>
                    <a:pt x="8097" y="0"/>
                  </a:lnTo>
                  <a:lnTo>
                    <a:pt x="9009" y="966"/>
                  </a:lnTo>
                  <a:lnTo>
                    <a:pt x="9885" y="2900"/>
                  </a:lnTo>
                  <a:lnTo>
                    <a:pt x="10760" y="4833"/>
                  </a:lnTo>
                  <a:lnTo>
                    <a:pt x="13754" y="23519"/>
                  </a:lnTo>
                  <a:lnTo>
                    <a:pt x="14117" y="28187"/>
                  </a:lnTo>
                  <a:lnTo>
                    <a:pt x="14298" y="33047"/>
                  </a:lnTo>
                  <a:lnTo>
                    <a:pt x="14298" y="38100"/>
                  </a:lnTo>
                  <a:lnTo>
                    <a:pt x="14298" y="43152"/>
                  </a:lnTo>
                  <a:lnTo>
                    <a:pt x="14117" y="48012"/>
                  </a:lnTo>
                  <a:lnTo>
                    <a:pt x="13754" y="52680"/>
                  </a:lnTo>
                  <a:lnTo>
                    <a:pt x="13391" y="57348"/>
                  </a:lnTo>
                  <a:lnTo>
                    <a:pt x="9885" y="73299"/>
                  </a:lnTo>
                  <a:lnTo>
                    <a:pt x="9009" y="75233"/>
                  </a:lnTo>
                  <a:lnTo>
                    <a:pt x="8097" y="76199"/>
                  </a:lnTo>
                  <a:lnTo>
                    <a:pt x="7149" y="76200"/>
                  </a:lnTo>
                  <a:lnTo>
                    <a:pt x="6201" y="76199"/>
                  </a:lnTo>
                  <a:lnTo>
                    <a:pt x="5289" y="75233"/>
                  </a:lnTo>
                  <a:lnTo>
                    <a:pt x="4413" y="73299"/>
                  </a:lnTo>
                  <a:lnTo>
                    <a:pt x="3537" y="71366"/>
                  </a:lnTo>
                  <a:lnTo>
                    <a:pt x="0" y="43152"/>
                  </a:lnTo>
                  <a:lnTo>
                    <a:pt x="0" y="38100"/>
                  </a:lnTo>
                  <a:lnTo>
                    <a:pt x="0" y="33047"/>
                  </a:lnTo>
                  <a:lnTo>
                    <a:pt x="2093" y="11159"/>
                  </a:lnTo>
                  <a:lnTo>
                    <a:pt x="2764" y="7586"/>
                  </a:lnTo>
                  <a:lnTo>
                    <a:pt x="3537" y="4833"/>
                  </a:lnTo>
                  <a:lnTo>
                    <a:pt x="4413" y="2900"/>
                  </a:lnTo>
                  <a:lnTo>
                    <a:pt x="5289" y="966"/>
                  </a:lnTo>
                  <a:lnTo>
                    <a:pt x="6201" y="0"/>
                  </a:lnTo>
                  <a:lnTo>
                    <a:pt x="7149" y="0"/>
                  </a:lnTo>
                  <a:close/>
                </a:path>
              </a:pathLst>
            </a:custGeom>
            <a:ln w="9525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pic>
        <p:nvPicPr>
          <p:cNvPr id="513" name="object 513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10056495" y="910209"/>
            <a:ext cx="95249" cy="95249"/>
          </a:xfrm>
          <a:prstGeom prst="rect">
            <a:avLst/>
          </a:prstGeom>
        </p:spPr>
      </p:pic>
      <p:pic>
        <p:nvPicPr>
          <p:cNvPr id="514" name="object 514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10894695" y="910209"/>
            <a:ext cx="95249" cy="95249"/>
          </a:xfrm>
          <a:prstGeom prst="rect">
            <a:avLst/>
          </a:prstGeom>
        </p:spPr>
      </p:pic>
      <p:pic>
        <p:nvPicPr>
          <p:cNvPr id="515" name="object 515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11570970" y="910209"/>
            <a:ext cx="95249" cy="95249"/>
          </a:xfrm>
          <a:prstGeom prst="rect">
            <a:avLst/>
          </a:prstGeom>
        </p:spPr>
      </p:pic>
      <p:sp>
        <p:nvSpPr>
          <p:cNvPr id="516" name="object 516"/>
          <p:cNvSpPr txBox="1"/>
          <p:nvPr/>
        </p:nvSpPr>
        <p:spPr>
          <a:xfrm>
            <a:off x="10036175" y="190563"/>
            <a:ext cx="2190115" cy="1191895"/>
          </a:xfrm>
          <a:prstGeom prst="rect">
            <a:avLst/>
          </a:prstGeom>
        </p:spPr>
        <p:txBody>
          <a:bodyPr vert="horz" wrap="square" lIns="0" tIns="45085" rIns="0" bIns="0" rtlCol="0">
            <a:spAutoFit/>
          </a:bodyPr>
          <a:lstStyle/>
          <a:p>
            <a:pPr marL="12700" marR="83185">
              <a:lnSpc>
                <a:spcPts val="1430"/>
              </a:lnSpc>
              <a:spcBef>
                <a:spcPts val="355"/>
              </a:spcBef>
            </a:pPr>
            <a:r>
              <a:rPr sz="1400" spc="-80" dirty="0">
                <a:solidFill>
                  <a:srgbClr val="252423"/>
                </a:solidFill>
                <a:latin typeface="Tahoma"/>
                <a:cs typeface="Tahoma"/>
              </a:rPr>
              <a:t>Sum </a:t>
            </a:r>
            <a:r>
              <a:rPr sz="1400" spc="-85" dirty="0">
                <a:solidFill>
                  <a:srgbClr val="252423"/>
                </a:solidFill>
                <a:latin typeface="Tahoma"/>
                <a:cs typeface="Tahoma"/>
              </a:rPr>
              <a:t>of</a:t>
            </a:r>
            <a:r>
              <a:rPr sz="1400" spc="-80" dirty="0">
                <a:solidFill>
                  <a:srgbClr val="252423"/>
                </a:solidFill>
                <a:latin typeface="Tahoma"/>
                <a:cs typeface="Tahoma"/>
              </a:rPr>
              <a:t> </a:t>
            </a:r>
            <a:r>
              <a:rPr sz="1400" spc="-55" dirty="0">
                <a:solidFill>
                  <a:srgbClr val="252423"/>
                </a:solidFill>
                <a:latin typeface="Tahoma"/>
                <a:cs typeface="Tahoma"/>
              </a:rPr>
              <a:t>electors,</a:t>
            </a:r>
            <a:r>
              <a:rPr sz="1400" spc="-75" dirty="0">
                <a:solidFill>
                  <a:srgbClr val="252423"/>
                </a:solidFill>
                <a:latin typeface="Tahoma"/>
                <a:cs typeface="Tahoma"/>
              </a:rPr>
              <a:t> </a:t>
            </a:r>
            <a:r>
              <a:rPr sz="1400" spc="-80" dirty="0">
                <a:solidFill>
                  <a:srgbClr val="252423"/>
                </a:solidFill>
                <a:latin typeface="Tahoma"/>
                <a:cs typeface="Tahoma"/>
              </a:rPr>
              <a:t>Sum </a:t>
            </a:r>
            <a:r>
              <a:rPr sz="1400" spc="-25" dirty="0">
                <a:solidFill>
                  <a:srgbClr val="252423"/>
                </a:solidFill>
                <a:latin typeface="Tahoma"/>
                <a:cs typeface="Tahoma"/>
              </a:rPr>
              <a:t>of </a:t>
            </a:r>
            <a:r>
              <a:rPr sz="1400" spc="-55" dirty="0">
                <a:solidFill>
                  <a:srgbClr val="252423"/>
                </a:solidFill>
                <a:latin typeface="Tahoma"/>
                <a:cs typeface="Tahoma"/>
              </a:rPr>
              <a:t>totvotpoll</a:t>
            </a:r>
            <a:r>
              <a:rPr sz="1400" spc="-80" dirty="0">
                <a:solidFill>
                  <a:srgbClr val="252423"/>
                </a:solidFill>
                <a:latin typeface="Tahoma"/>
                <a:cs typeface="Tahoma"/>
              </a:rPr>
              <a:t> </a:t>
            </a:r>
            <a:r>
              <a:rPr sz="1400" spc="-95" dirty="0">
                <a:solidFill>
                  <a:srgbClr val="252423"/>
                </a:solidFill>
                <a:latin typeface="Tahoma"/>
                <a:cs typeface="Tahoma"/>
              </a:rPr>
              <a:t>and</a:t>
            </a:r>
            <a:r>
              <a:rPr sz="1400" spc="-80" dirty="0">
                <a:solidFill>
                  <a:srgbClr val="252423"/>
                </a:solidFill>
                <a:latin typeface="Tahoma"/>
                <a:cs typeface="Tahoma"/>
              </a:rPr>
              <a:t> Sum</a:t>
            </a:r>
            <a:r>
              <a:rPr sz="1400" spc="-75" dirty="0">
                <a:solidFill>
                  <a:srgbClr val="252423"/>
                </a:solidFill>
                <a:latin typeface="Tahoma"/>
                <a:cs typeface="Tahoma"/>
              </a:rPr>
              <a:t> </a:t>
            </a:r>
            <a:r>
              <a:rPr sz="1400" spc="-85" dirty="0">
                <a:solidFill>
                  <a:srgbClr val="252423"/>
                </a:solidFill>
                <a:latin typeface="Tahoma"/>
                <a:cs typeface="Tahoma"/>
              </a:rPr>
              <a:t>of</a:t>
            </a:r>
            <a:r>
              <a:rPr sz="1400" spc="-80" dirty="0">
                <a:solidFill>
                  <a:srgbClr val="252423"/>
                </a:solidFill>
                <a:latin typeface="Tahoma"/>
                <a:cs typeface="Tahoma"/>
              </a:rPr>
              <a:t> </a:t>
            </a:r>
            <a:r>
              <a:rPr sz="1400" spc="-60" dirty="0">
                <a:solidFill>
                  <a:srgbClr val="252423"/>
                </a:solidFill>
                <a:latin typeface="Tahoma"/>
                <a:cs typeface="Tahoma"/>
              </a:rPr>
              <a:t>year</a:t>
            </a:r>
            <a:r>
              <a:rPr sz="1400" spc="-75" dirty="0">
                <a:solidFill>
                  <a:srgbClr val="252423"/>
                </a:solidFill>
                <a:latin typeface="Tahoma"/>
                <a:cs typeface="Tahoma"/>
              </a:rPr>
              <a:t> </a:t>
            </a:r>
            <a:r>
              <a:rPr sz="1400" spc="-55" dirty="0">
                <a:solidFill>
                  <a:srgbClr val="252423"/>
                </a:solidFill>
                <a:latin typeface="Tahoma"/>
                <a:cs typeface="Tahoma"/>
              </a:rPr>
              <a:t>by </a:t>
            </a:r>
            <a:r>
              <a:rPr sz="1400" spc="-10" dirty="0">
                <a:solidFill>
                  <a:srgbClr val="252423"/>
                </a:solidFill>
                <a:latin typeface="Tahoma"/>
                <a:cs typeface="Tahoma"/>
              </a:rPr>
              <a:t>partyabbre</a:t>
            </a:r>
            <a:endParaRPr sz="1400">
              <a:latin typeface="Tahoma"/>
              <a:cs typeface="Tahoma"/>
            </a:endParaRPr>
          </a:p>
          <a:p>
            <a:pPr marL="132080">
              <a:lnSpc>
                <a:spcPct val="100000"/>
              </a:lnSpc>
              <a:spcBef>
                <a:spcPts val="830"/>
              </a:spcBef>
              <a:tabLst>
                <a:tab pos="970915" algn="l"/>
                <a:tab pos="1648460" algn="l"/>
              </a:tabLst>
            </a:pPr>
            <a:r>
              <a:rPr sz="900" dirty="0">
                <a:solidFill>
                  <a:srgbClr val="605D5C"/>
                </a:solidFill>
                <a:latin typeface="Segoe UI"/>
                <a:cs typeface="Segoe UI"/>
              </a:rPr>
              <a:t>Sum</a:t>
            </a:r>
            <a:r>
              <a:rPr sz="900" spc="-5" dirty="0">
                <a:solidFill>
                  <a:srgbClr val="605D5C"/>
                </a:solidFill>
                <a:latin typeface="Segoe UI"/>
                <a:cs typeface="Segoe UI"/>
              </a:rPr>
              <a:t> </a:t>
            </a:r>
            <a:r>
              <a:rPr sz="900" dirty="0">
                <a:solidFill>
                  <a:srgbClr val="605D5C"/>
                </a:solidFill>
                <a:latin typeface="Segoe UI"/>
                <a:cs typeface="Segoe UI"/>
              </a:rPr>
              <a:t>of</a:t>
            </a:r>
            <a:r>
              <a:rPr sz="900" spc="-5" dirty="0">
                <a:solidFill>
                  <a:srgbClr val="605D5C"/>
                </a:solidFill>
                <a:latin typeface="Segoe UI"/>
                <a:cs typeface="Segoe UI"/>
              </a:rPr>
              <a:t> </a:t>
            </a:r>
            <a:r>
              <a:rPr sz="900" spc="-10" dirty="0">
                <a:solidFill>
                  <a:srgbClr val="605D5C"/>
                </a:solidFill>
                <a:latin typeface="Segoe UI"/>
                <a:cs typeface="Segoe UI"/>
              </a:rPr>
              <a:t>elec…</a:t>
            </a:r>
            <a:r>
              <a:rPr sz="900" dirty="0">
                <a:solidFill>
                  <a:srgbClr val="605D5C"/>
                </a:solidFill>
                <a:latin typeface="Segoe UI"/>
                <a:cs typeface="Segoe UI"/>
              </a:rPr>
              <a:t>	Sum</a:t>
            </a:r>
            <a:r>
              <a:rPr sz="900" spc="-5" dirty="0">
                <a:solidFill>
                  <a:srgbClr val="605D5C"/>
                </a:solidFill>
                <a:latin typeface="Segoe UI"/>
                <a:cs typeface="Segoe UI"/>
              </a:rPr>
              <a:t> </a:t>
            </a:r>
            <a:r>
              <a:rPr sz="900" dirty="0">
                <a:solidFill>
                  <a:srgbClr val="605D5C"/>
                </a:solidFill>
                <a:latin typeface="Segoe UI"/>
                <a:cs typeface="Segoe UI"/>
              </a:rPr>
              <a:t>of</a:t>
            </a:r>
            <a:r>
              <a:rPr sz="900" spc="-5" dirty="0">
                <a:solidFill>
                  <a:srgbClr val="605D5C"/>
                </a:solidFill>
                <a:latin typeface="Segoe UI"/>
                <a:cs typeface="Segoe UI"/>
              </a:rPr>
              <a:t> </a:t>
            </a:r>
            <a:r>
              <a:rPr sz="900" spc="-25" dirty="0">
                <a:solidFill>
                  <a:srgbClr val="605D5C"/>
                </a:solidFill>
                <a:latin typeface="Segoe UI"/>
                <a:cs typeface="Segoe UI"/>
              </a:rPr>
              <a:t>t…</a:t>
            </a:r>
            <a:r>
              <a:rPr sz="900" dirty="0">
                <a:solidFill>
                  <a:srgbClr val="605D5C"/>
                </a:solidFill>
                <a:latin typeface="Segoe UI"/>
                <a:cs typeface="Segoe UI"/>
              </a:rPr>
              <a:t>	Sum</a:t>
            </a:r>
            <a:r>
              <a:rPr sz="900" spc="-5" dirty="0">
                <a:solidFill>
                  <a:srgbClr val="605D5C"/>
                </a:solidFill>
                <a:latin typeface="Segoe UI"/>
                <a:cs typeface="Segoe UI"/>
              </a:rPr>
              <a:t> </a:t>
            </a:r>
            <a:r>
              <a:rPr sz="900" dirty="0">
                <a:solidFill>
                  <a:srgbClr val="605D5C"/>
                </a:solidFill>
                <a:latin typeface="Segoe UI"/>
                <a:cs typeface="Segoe UI"/>
              </a:rPr>
              <a:t>of</a:t>
            </a:r>
            <a:r>
              <a:rPr sz="900" spc="-5" dirty="0">
                <a:solidFill>
                  <a:srgbClr val="605D5C"/>
                </a:solidFill>
                <a:latin typeface="Segoe UI"/>
                <a:cs typeface="Segoe UI"/>
              </a:rPr>
              <a:t> </a:t>
            </a:r>
            <a:r>
              <a:rPr sz="900" spc="-25" dirty="0">
                <a:solidFill>
                  <a:srgbClr val="605D5C"/>
                </a:solidFill>
                <a:latin typeface="Segoe UI"/>
                <a:cs typeface="Segoe UI"/>
              </a:rPr>
              <a:t>y…</a:t>
            </a:r>
            <a:endParaRPr sz="900">
              <a:latin typeface="Segoe UI"/>
              <a:cs typeface="Segoe UI"/>
            </a:endParaRPr>
          </a:p>
          <a:p>
            <a:pPr>
              <a:lnSpc>
                <a:spcPct val="100000"/>
              </a:lnSpc>
              <a:spcBef>
                <a:spcPts val="445"/>
              </a:spcBef>
            </a:pPr>
            <a:endParaRPr sz="900">
              <a:latin typeface="Segoe UI"/>
              <a:cs typeface="Segoe UI"/>
            </a:endParaRPr>
          </a:p>
          <a:p>
            <a:pPr marL="176530">
              <a:lnSpc>
                <a:spcPct val="100000"/>
              </a:lnSpc>
            </a:pPr>
            <a:r>
              <a:rPr sz="900" spc="-20" dirty="0">
                <a:solidFill>
                  <a:srgbClr val="605D5C"/>
                </a:solidFill>
                <a:latin typeface="Segoe UI"/>
                <a:cs typeface="Segoe UI"/>
              </a:rPr>
              <a:t>50bn</a:t>
            </a:r>
            <a:endParaRPr sz="900">
              <a:latin typeface="Segoe UI"/>
              <a:cs typeface="Segoe UI"/>
            </a:endParaRPr>
          </a:p>
        </p:txBody>
      </p:sp>
      <p:sp>
        <p:nvSpPr>
          <p:cNvPr id="517" name="object 517"/>
          <p:cNvSpPr/>
          <p:nvPr/>
        </p:nvSpPr>
        <p:spPr>
          <a:xfrm>
            <a:off x="10629900" y="4759325"/>
            <a:ext cx="9525" cy="9525"/>
          </a:xfrm>
          <a:custGeom>
            <a:avLst/>
            <a:gdLst/>
            <a:ahLst/>
            <a:cxnLst/>
            <a:rect l="l" t="t" r="r" b="b"/>
            <a:pathLst>
              <a:path w="9525" h="9525">
                <a:moveTo>
                  <a:pt x="9525" y="9525"/>
                </a:moveTo>
                <a:lnTo>
                  <a:pt x="0" y="9525"/>
                </a:lnTo>
                <a:lnTo>
                  <a:pt x="0" y="0"/>
                </a:lnTo>
                <a:lnTo>
                  <a:pt x="9525" y="0"/>
                </a:lnTo>
                <a:lnTo>
                  <a:pt x="9525" y="9525"/>
                </a:lnTo>
                <a:close/>
              </a:path>
            </a:pathLst>
          </a:custGeom>
          <a:solidFill>
            <a:srgbClr val="C7C6C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18" name="object 518"/>
          <p:cNvSpPr/>
          <p:nvPr/>
        </p:nvSpPr>
        <p:spPr>
          <a:xfrm>
            <a:off x="10915650" y="4759337"/>
            <a:ext cx="352425" cy="9525"/>
          </a:xfrm>
          <a:custGeom>
            <a:avLst/>
            <a:gdLst/>
            <a:ahLst/>
            <a:cxnLst/>
            <a:rect l="l" t="t" r="r" b="b"/>
            <a:pathLst>
              <a:path w="352425" h="9525">
                <a:moveTo>
                  <a:pt x="9525" y="0"/>
                </a:moveTo>
                <a:lnTo>
                  <a:pt x="0" y="0"/>
                </a:lnTo>
                <a:lnTo>
                  <a:pt x="0" y="9525"/>
                </a:lnTo>
                <a:lnTo>
                  <a:pt x="9525" y="9525"/>
                </a:lnTo>
                <a:lnTo>
                  <a:pt x="9525" y="0"/>
                </a:lnTo>
                <a:close/>
              </a:path>
              <a:path w="352425" h="9525">
                <a:moveTo>
                  <a:pt x="66675" y="0"/>
                </a:moveTo>
                <a:lnTo>
                  <a:pt x="57150" y="0"/>
                </a:lnTo>
                <a:lnTo>
                  <a:pt x="57150" y="9525"/>
                </a:lnTo>
                <a:lnTo>
                  <a:pt x="66675" y="9525"/>
                </a:lnTo>
                <a:lnTo>
                  <a:pt x="66675" y="0"/>
                </a:lnTo>
                <a:close/>
              </a:path>
              <a:path w="352425" h="9525">
                <a:moveTo>
                  <a:pt x="123825" y="0"/>
                </a:moveTo>
                <a:lnTo>
                  <a:pt x="114300" y="0"/>
                </a:lnTo>
                <a:lnTo>
                  <a:pt x="114300" y="9525"/>
                </a:lnTo>
                <a:lnTo>
                  <a:pt x="123825" y="9525"/>
                </a:lnTo>
                <a:lnTo>
                  <a:pt x="123825" y="0"/>
                </a:lnTo>
                <a:close/>
              </a:path>
              <a:path w="352425" h="9525">
                <a:moveTo>
                  <a:pt x="180975" y="0"/>
                </a:moveTo>
                <a:lnTo>
                  <a:pt x="171450" y="0"/>
                </a:lnTo>
                <a:lnTo>
                  <a:pt x="171450" y="9525"/>
                </a:lnTo>
                <a:lnTo>
                  <a:pt x="180975" y="9525"/>
                </a:lnTo>
                <a:lnTo>
                  <a:pt x="180975" y="0"/>
                </a:lnTo>
                <a:close/>
              </a:path>
              <a:path w="352425" h="9525">
                <a:moveTo>
                  <a:pt x="238125" y="0"/>
                </a:moveTo>
                <a:lnTo>
                  <a:pt x="228600" y="0"/>
                </a:lnTo>
                <a:lnTo>
                  <a:pt x="228600" y="9525"/>
                </a:lnTo>
                <a:lnTo>
                  <a:pt x="238125" y="9525"/>
                </a:lnTo>
                <a:lnTo>
                  <a:pt x="238125" y="0"/>
                </a:lnTo>
                <a:close/>
              </a:path>
              <a:path w="352425" h="9525">
                <a:moveTo>
                  <a:pt x="295275" y="0"/>
                </a:moveTo>
                <a:lnTo>
                  <a:pt x="285750" y="0"/>
                </a:lnTo>
                <a:lnTo>
                  <a:pt x="285750" y="9525"/>
                </a:lnTo>
                <a:lnTo>
                  <a:pt x="295275" y="9525"/>
                </a:lnTo>
                <a:lnTo>
                  <a:pt x="295275" y="0"/>
                </a:lnTo>
                <a:close/>
              </a:path>
              <a:path w="352425" h="9525">
                <a:moveTo>
                  <a:pt x="352425" y="0"/>
                </a:moveTo>
                <a:lnTo>
                  <a:pt x="342900" y="0"/>
                </a:lnTo>
                <a:lnTo>
                  <a:pt x="342900" y="9525"/>
                </a:lnTo>
                <a:lnTo>
                  <a:pt x="352425" y="9525"/>
                </a:lnTo>
                <a:lnTo>
                  <a:pt x="352425" y="0"/>
                </a:lnTo>
                <a:close/>
              </a:path>
            </a:pathLst>
          </a:custGeom>
          <a:solidFill>
            <a:srgbClr val="C7C6C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19" name="object 519"/>
          <p:cNvSpPr/>
          <p:nvPr/>
        </p:nvSpPr>
        <p:spPr>
          <a:xfrm>
            <a:off x="11315700" y="4759337"/>
            <a:ext cx="981075" cy="9525"/>
          </a:xfrm>
          <a:custGeom>
            <a:avLst/>
            <a:gdLst/>
            <a:ahLst/>
            <a:cxnLst/>
            <a:rect l="l" t="t" r="r" b="b"/>
            <a:pathLst>
              <a:path w="981075" h="9525">
                <a:moveTo>
                  <a:pt x="9525" y="0"/>
                </a:moveTo>
                <a:lnTo>
                  <a:pt x="0" y="0"/>
                </a:lnTo>
                <a:lnTo>
                  <a:pt x="0" y="9525"/>
                </a:lnTo>
                <a:lnTo>
                  <a:pt x="9525" y="9525"/>
                </a:lnTo>
                <a:lnTo>
                  <a:pt x="9525" y="0"/>
                </a:lnTo>
                <a:close/>
              </a:path>
              <a:path w="981075" h="9525">
                <a:moveTo>
                  <a:pt x="66675" y="0"/>
                </a:moveTo>
                <a:lnTo>
                  <a:pt x="57150" y="0"/>
                </a:lnTo>
                <a:lnTo>
                  <a:pt x="57150" y="9525"/>
                </a:lnTo>
                <a:lnTo>
                  <a:pt x="66675" y="9525"/>
                </a:lnTo>
                <a:lnTo>
                  <a:pt x="66675" y="0"/>
                </a:lnTo>
                <a:close/>
              </a:path>
              <a:path w="981075" h="9525">
                <a:moveTo>
                  <a:pt x="123825" y="0"/>
                </a:moveTo>
                <a:lnTo>
                  <a:pt x="114300" y="0"/>
                </a:lnTo>
                <a:lnTo>
                  <a:pt x="114300" y="9525"/>
                </a:lnTo>
                <a:lnTo>
                  <a:pt x="123825" y="9525"/>
                </a:lnTo>
                <a:lnTo>
                  <a:pt x="123825" y="0"/>
                </a:lnTo>
                <a:close/>
              </a:path>
              <a:path w="981075" h="9525">
                <a:moveTo>
                  <a:pt x="180975" y="0"/>
                </a:moveTo>
                <a:lnTo>
                  <a:pt x="171450" y="0"/>
                </a:lnTo>
                <a:lnTo>
                  <a:pt x="171450" y="9525"/>
                </a:lnTo>
                <a:lnTo>
                  <a:pt x="180975" y="9525"/>
                </a:lnTo>
                <a:lnTo>
                  <a:pt x="180975" y="0"/>
                </a:lnTo>
                <a:close/>
              </a:path>
              <a:path w="981075" h="9525">
                <a:moveTo>
                  <a:pt x="238125" y="0"/>
                </a:moveTo>
                <a:lnTo>
                  <a:pt x="228600" y="0"/>
                </a:lnTo>
                <a:lnTo>
                  <a:pt x="228600" y="9525"/>
                </a:lnTo>
                <a:lnTo>
                  <a:pt x="238125" y="9525"/>
                </a:lnTo>
                <a:lnTo>
                  <a:pt x="238125" y="0"/>
                </a:lnTo>
                <a:close/>
              </a:path>
              <a:path w="981075" h="9525">
                <a:moveTo>
                  <a:pt x="295275" y="0"/>
                </a:moveTo>
                <a:lnTo>
                  <a:pt x="285750" y="0"/>
                </a:lnTo>
                <a:lnTo>
                  <a:pt x="285750" y="9525"/>
                </a:lnTo>
                <a:lnTo>
                  <a:pt x="295275" y="9525"/>
                </a:lnTo>
                <a:lnTo>
                  <a:pt x="295275" y="0"/>
                </a:lnTo>
                <a:close/>
              </a:path>
              <a:path w="981075" h="9525">
                <a:moveTo>
                  <a:pt x="352425" y="0"/>
                </a:moveTo>
                <a:lnTo>
                  <a:pt x="342900" y="0"/>
                </a:lnTo>
                <a:lnTo>
                  <a:pt x="342900" y="9525"/>
                </a:lnTo>
                <a:lnTo>
                  <a:pt x="352425" y="9525"/>
                </a:lnTo>
                <a:lnTo>
                  <a:pt x="352425" y="0"/>
                </a:lnTo>
                <a:close/>
              </a:path>
              <a:path w="981075" h="9525">
                <a:moveTo>
                  <a:pt x="409575" y="0"/>
                </a:moveTo>
                <a:lnTo>
                  <a:pt x="400050" y="0"/>
                </a:lnTo>
                <a:lnTo>
                  <a:pt x="400050" y="9525"/>
                </a:lnTo>
                <a:lnTo>
                  <a:pt x="409575" y="9525"/>
                </a:lnTo>
                <a:lnTo>
                  <a:pt x="409575" y="0"/>
                </a:lnTo>
                <a:close/>
              </a:path>
              <a:path w="981075" h="9525">
                <a:moveTo>
                  <a:pt x="466725" y="0"/>
                </a:moveTo>
                <a:lnTo>
                  <a:pt x="457200" y="0"/>
                </a:lnTo>
                <a:lnTo>
                  <a:pt x="457200" y="9525"/>
                </a:lnTo>
                <a:lnTo>
                  <a:pt x="466725" y="9525"/>
                </a:lnTo>
                <a:lnTo>
                  <a:pt x="466725" y="0"/>
                </a:lnTo>
                <a:close/>
              </a:path>
              <a:path w="981075" h="9525">
                <a:moveTo>
                  <a:pt x="523875" y="0"/>
                </a:moveTo>
                <a:lnTo>
                  <a:pt x="514350" y="0"/>
                </a:lnTo>
                <a:lnTo>
                  <a:pt x="514350" y="9525"/>
                </a:lnTo>
                <a:lnTo>
                  <a:pt x="523875" y="9525"/>
                </a:lnTo>
                <a:lnTo>
                  <a:pt x="523875" y="0"/>
                </a:lnTo>
                <a:close/>
              </a:path>
              <a:path w="981075" h="9525">
                <a:moveTo>
                  <a:pt x="581025" y="0"/>
                </a:moveTo>
                <a:lnTo>
                  <a:pt x="571500" y="0"/>
                </a:lnTo>
                <a:lnTo>
                  <a:pt x="571500" y="9525"/>
                </a:lnTo>
                <a:lnTo>
                  <a:pt x="581025" y="9525"/>
                </a:lnTo>
                <a:lnTo>
                  <a:pt x="581025" y="0"/>
                </a:lnTo>
                <a:close/>
              </a:path>
              <a:path w="981075" h="9525">
                <a:moveTo>
                  <a:pt x="638175" y="0"/>
                </a:moveTo>
                <a:lnTo>
                  <a:pt x="628650" y="0"/>
                </a:lnTo>
                <a:lnTo>
                  <a:pt x="628650" y="9525"/>
                </a:lnTo>
                <a:lnTo>
                  <a:pt x="638175" y="9525"/>
                </a:lnTo>
                <a:lnTo>
                  <a:pt x="638175" y="0"/>
                </a:lnTo>
                <a:close/>
              </a:path>
              <a:path w="981075" h="9525">
                <a:moveTo>
                  <a:pt x="695325" y="0"/>
                </a:moveTo>
                <a:lnTo>
                  <a:pt x="685800" y="0"/>
                </a:lnTo>
                <a:lnTo>
                  <a:pt x="685800" y="9525"/>
                </a:lnTo>
                <a:lnTo>
                  <a:pt x="695325" y="9525"/>
                </a:lnTo>
                <a:lnTo>
                  <a:pt x="695325" y="0"/>
                </a:lnTo>
                <a:close/>
              </a:path>
              <a:path w="981075" h="9525">
                <a:moveTo>
                  <a:pt x="752475" y="0"/>
                </a:moveTo>
                <a:lnTo>
                  <a:pt x="742950" y="0"/>
                </a:lnTo>
                <a:lnTo>
                  <a:pt x="742950" y="9525"/>
                </a:lnTo>
                <a:lnTo>
                  <a:pt x="752475" y="9525"/>
                </a:lnTo>
                <a:lnTo>
                  <a:pt x="752475" y="0"/>
                </a:lnTo>
                <a:close/>
              </a:path>
              <a:path w="981075" h="9525">
                <a:moveTo>
                  <a:pt x="809625" y="0"/>
                </a:moveTo>
                <a:lnTo>
                  <a:pt x="800100" y="0"/>
                </a:lnTo>
                <a:lnTo>
                  <a:pt x="800100" y="9525"/>
                </a:lnTo>
                <a:lnTo>
                  <a:pt x="809625" y="9525"/>
                </a:lnTo>
                <a:lnTo>
                  <a:pt x="809625" y="0"/>
                </a:lnTo>
                <a:close/>
              </a:path>
              <a:path w="981075" h="9525">
                <a:moveTo>
                  <a:pt x="866775" y="0"/>
                </a:moveTo>
                <a:lnTo>
                  <a:pt x="857250" y="0"/>
                </a:lnTo>
                <a:lnTo>
                  <a:pt x="857250" y="9525"/>
                </a:lnTo>
                <a:lnTo>
                  <a:pt x="866775" y="9525"/>
                </a:lnTo>
                <a:lnTo>
                  <a:pt x="866775" y="0"/>
                </a:lnTo>
                <a:close/>
              </a:path>
              <a:path w="981075" h="9525">
                <a:moveTo>
                  <a:pt x="923925" y="0"/>
                </a:moveTo>
                <a:lnTo>
                  <a:pt x="914400" y="0"/>
                </a:lnTo>
                <a:lnTo>
                  <a:pt x="914400" y="9525"/>
                </a:lnTo>
                <a:lnTo>
                  <a:pt x="923925" y="9525"/>
                </a:lnTo>
                <a:lnTo>
                  <a:pt x="923925" y="0"/>
                </a:lnTo>
                <a:close/>
              </a:path>
              <a:path w="981075" h="9525">
                <a:moveTo>
                  <a:pt x="981075" y="0"/>
                </a:moveTo>
                <a:lnTo>
                  <a:pt x="971550" y="0"/>
                </a:lnTo>
                <a:lnTo>
                  <a:pt x="971550" y="9525"/>
                </a:lnTo>
                <a:lnTo>
                  <a:pt x="981075" y="9525"/>
                </a:lnTo>
                <a:lnTo>
                  <a:pt x="981075" y="0"/>
                </a:lnTo>
                <a:close/>
              </a:path>
            </a:pathLst>
          </a:custGeom>
          <a:solidFill>
            <a:srgbClr val="C7C6C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20" name="object 520"/>
          <p:cNvSpPr/>
          <p:nvPr/>
        </p:nvSpPr>
        <p:spPr>
          <a:xfrm>
            <a:off x="12344400" y="4759325"/>
            <a:ext cx="9525" cy="9525"/>
          </a:xfrm>
          <a:custGeom>
            <a:avLst/>
            <a:gdLst/>
            <a:ahLst/>
            <a:cxnLst/>
            <a:rect l="l" t="t" r="r" b="b"/>
            <a:pathLst>
              <a:path w="9525" h="9525">
                <a:moveTo>
                  <a:pt x="9525" y="9525"/>
                </a:moveTo>
                <a:lnTo>
                  <a:pt x="0" y="9525"/>
                </a:lnTo>
                <a:lnTo>
                  <a:pt x="0" y="0"/>
                </a:lnTo>
                <a:lnTo>
                  <a:pt x="9525" y="0"/>
                </a:lnTo>
                <a:lnTo>
                  <a:pt x="9525" y="9525"/>
                </a:lnTo>
                <a:close/>
              </a:path>
            </a:pathLst>
          </a:custGeom>
          <a:solidFill>
            <a:srgbClr val="C7C6C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21" name="object 521"/>
          <p:cNvSpPr/>
          <p:nvPr/>
        </p:nvSpPr>
        <p:spPr>
          <a:xfrm>
            <a:off x="10687050" y="3849166"/>
            <a:ext cx="180975" cy="920115"/>
          </a:xfrm>
          <a:custGeom>
            <a:avLst/>
            <a:gdLst/>
            <a:ahLst/>
            <a:cxnLst/>
            <a:rect l="l" t="t" r="r" b="b"/>
            <a:pathLst>
              <a:path w="180975" h="920114">
                <a:moveTo>
                  <a:pt x="9525" y="910170"/>
                </a:moveTo>
                <a:lnTo>
                  <a:pt x="0" y="910170"/>
                </a:lnTo>
                <a:lnTo>
                  <a:pt x="0" y="919695"/>
                </a:lnTo>
                <a:lnTo>
                  <a:pt x="9525" y="919695"/>
                </a:lnTo>
                <a:lnTo>
                  <a:pt x="9525" y="910170"/>
                </a:lnTo>
                <a:close/>
              </a:path>
              <a:path w="180975" h="920114">
                <a:moveTo>
                  <a:pt x="9525" y="0"/>
                </a:moveTo>
                <a:lnTo>
                  <a:pt x="0" y="0"/>
                </a:lnTo>
                <a:lnTo>
                  <a:pt x="0" y="9525"/>
                </a:lnTo>
                <a:lnTo>
                  <a:pt x="9525" y="9525"/>
                </a:lnTo>
                <a:lnTo>
                  <a:pt x="9525" y="0"/>
                </a:lnTo>
                <a:close/>
              </a:path>
              <a:path w="180975" h="920114">
                <a:moveTo>
                  <a:pt x="66675" y="910170"/>
                </a:moveTo>
                <a:lnTo>
                  <a:pt x="57150" y="910170"/>
                </a:lnTo>
                <a:lnTo>
                  <a:pt x="57150" y="919695"/>
                </a:lnTo>
                <a:lnTo>
                  <a:pt x="66675" y="919695"/>
                </a:lnTo>
                <a:lnTo>
                  <a:pt x="66675" y="910170"/>
                </a:lnTo>
                <a:close/>
              </a:path>
              <a:path w="180975" h="920114">
                <a:moveTo>
                  <a:pt x="123825" y="910170"/>
                </a:moveTo>
                <a:lnTo>
                  <a:pt x="114300" y="910170"/>
                </a:lnTo>
                <a:lnTo>
                  <a:pt x="114300" y="919695"/>
                </a:lnTo>
                <a:lnTo>
                  <a:pt x="123825" y="919695"/>
                </a:lnTo>
                <a:lnTo>
                  <a:pt x="123825" y="910170"/>
                </a:lnTo>
                <a:close/>
              </a:path>
              <a:path w="180975" h="920114">
                <a:moveTo>
                  <a:pt x="123825" y="0"/>
                </a:moveTo>
                <a:lnTo>
                  <a:pt x="114300" y="0"/>
                </a:lnTo>
                <a:lnTo>
                  <a:pt x="114300" y="9525"/>
                </a:lnTo>
                <a:lnTo>
                  <a:pt x="123825" y="9525"/>
                </a:lnTo>
                <a:lnTo>
                  <a:pt x="123825" y="0"/>
                </a:lnTo>
                <a:close/>
              </a:path>
              <a:path w="180975" h="920114">
                <a:moveTo>
                  <a:pt x="180975" y="910170"/>
                </a:moveTo>
                <a:lnTo>
                  <a:pt x="171450" y="910170"/>
                </a:lnTo>
                <a:lnTo>
                  <a:pt x="171450" y="919695"/>
                </a:lnTo>
                <a:lnTo>
                  <a:pt x="180975" y="919695"/>
                </a:lnTo>
                <a:lnTo>
                  <a:pt x="180975" y="910170"/>
                </a:lnTo>
                <a:close/>
              </a:path>
            </a:pathLst>
          </a:custGeom>
          <a:solidFill>
            <a:srgbClr val="C7C6C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22" name="object 522"/>
          <p:cNvSpPr txBox="1"/>
          <p:nvPr/>
        </p:nvSpPr>
        <p:spPr>
          <a:xfrm>
            <a:off x="10242004" y="4673699"/>
            <a:ext cx="305435" cy="1625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900" spc="-10" dirty="0">
                <a:solidFill>
                  <a:srgbClr val="605D5C"/>
                </a:solidFill>
                <a:latin typeface="Segoe UI"/>
                <a:cs typeface="Segoe UI"/>
              </a:rPr>
              <a:t>0.0bn</a:t>
            </a:r>
            <a:endParaRPr sz="900">
              <a:latin typeface="Segoe UI"/>
              <a:cs typeface="Segoe UI"/>
            </a:endParaRPr>
          </a:p>
        </p:txBody>
      </p:sp>
      <p:sp>
        <p:nvSpPr>
          <p:cNvPr id="523" name="object 523"/>
          <p:cNvSpPr/>
          <p:nvPr/>
        </p:nvSpPr>
        <p:spPr>
          <a:xfrm>
            <a:off x="10629900" y="3849158"/>
            <a:ext cx="9525" cy="9525"/>
          </a:xfrm>
          <a:custGeom>
            <a:avLst/>
            <a:gdLst/>
            <a:ahLst/>
            <a:cxnLst/>
            <a:rect l="l" t="t" r="r" b="b"/>
            <a:pathLst>
              <a:path w="9525" h="9525">
                <a:moveTo>
                  <a:pt x="9525" y="9525"/>
                </a:moveTo>
                <a:lnTo>
                  <a:pt x="0" y="9525"/>
                </a:lnTo>
                <a:lnTo>
                  <a:pt x="0" y="0"/>
                </a:lnTo>
                <a:lnTo>
                  <a:pt x="9525" y="0"/>
                </a:lnTo>
                <a:lnTo>
                  <a:pt x="9525" y="9525"/>
                </a:lnTo>
                <a:close/>
              </a:path>
            </a:pathLst>
          </a:custGeom>
          <a:solidFill>
            <a:srgbClr val="C7C6C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24" name="object 524"/>
          <p:cNvSpPr/>
          <p:nvPr/>
        </p:nvSpPr>
        <p:spPr>
          <a:xfrm>
            <a:off x="10858500" y="3849158"/>
            <a:ext cx="9525" cy="9525"/>
          </a:xfrm>
          <a:custGeom>
            <a:avLst/>
            <a:gdLst/>
            <a:ahLst/>
            <a:cxnLst/>
            <a:rect l="l" t="t" r="r" b="b"/>
            <a:pathLst>
              <a:path w="9525" h="9525">
                <a:moveTo>
                  <a:pt x="9525" y="9525"/>
                </a:moveTo>
                <a:lnTo>
                  <a:pt x="0" y="9525"/>
                </a:lnTo>
                <a:lnTo>
                  <a:pt x="0" y="0"/>
                </a:lnTo>
                <a:lnTo>
                  <a:pt x="9525" y="0"/>
                </a:lnTo>
                <a:lnTo>
                  <a:pt x="9525" y="9525"/>
                </a:lnTo>
                <a:close/>
              </a:path>
            </a:pathLst>
          </a:custGeom>
          <a:solidFill>
            <a:srgbClr val="C7C6C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25" name="object 525"/>
          <p:cNvSpPr/>
          <p:nvPr/>
        </p:nvSpPr>
        <p:spPr>
          <a:xfrm>
            <a:off x="10915650" y="3849158"/>
            <a:ext cx="9525" cy="9525"/>
          </a:xfrm>
          <a:custGeom>
            <a:avLst/>
            <a:gdLst/>
            <a:ahLst/>
            <a:cxnLst/>
            <a:rect l="l" t="t" r="r" b="b"/>
            <a:pathLst>
              <a:path w="9525" h="9525">
                <a:moveTo>
                  <a:pt x="9525" y="9525"/>
                </a:moveTo>
                <a:lnTo>
                  <a:pt x="0" y="9525"/>
                </a:lnTo>
                <a:lnTo>
                  <a:pt x="0" y="0"/>
                </a:lnTo>
                <a:lnTo>
                  <a:pt x="9525" y="0"/>
                </a:lnTo>
                <a:lnTo>
                  <a:pt x="9525" y="9525"/>
                </a:lnTo>
                <a:close/>
              </a:path>
            </a:pathLst>
          </a:custGeom>
          <a:solidFill>
            <a:srgbClr val="C7C6C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26" name="object 526"/>
          <p:cNvSpPr/>
          <p:nvPr/>
        </p:nvSpPr>
        <p:spPr>
          <a:xfrm>
            <a:off x="10972800" y="3849158"/>
            <a:ext cx="9525" cy="9525"/>
          </a:xfrm>
          <a:custGeom>
            <a:avLst/>
            <a:gdLst/>
            <a:ahLst/>
            <a:cxnLst/>
            <a:rect l="l" t="t" r="r" b="b"/>
            <a:pathLst>
              <a:path w="9525" h="9525">
                <a:moveTo>
                  <a:pt x="9525" y="9525"/>
                </a:moveTo>
                <a:lnTo>
                  <a:pt x="0" y="9525"/>
                </a:lnTo>
                <a:lnTo>
                  <a:pt x="0" y="0"/>
                </a:lnTo>
                <a:lnTo>
                  <a:pt x="9525" y="0"/>
                </a:lnTo>
                <a:lnTo>
                  <a:pt x="9525" y="9525"/>
                </a:lnTo>
                <a:close/>
              </a:path>
            </a:pathLst>
          </a:custGeom>
          <a:solidFill>
            <a:srgbClr val="C7C6C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27" name="object 527"/>
          <p:cNvSpPr/>
          <p:nvPr/>
        </p:nvSpPr>
        <p:spPr>
          <a:xfrm>
            <a:off x="11029950" y="3849158"/>
            <a:ext cx="9525" cy="9525"/>
          </a:xfrm>
          <a:custGeom>
            <a:avLst/>
            <a:gdLst/>
            <a:ahLst/>
            <a:cxnLst/>
            <a:rect l="l" t="t" r="r" b="b"/>
            <a:pathLst>
              <a:path w="9525" h="9525">
                <a:moveTo>
                  <a:pt x="9525" y="9525"/>
                </a:moveTo>
                <a:lnTo>
                  <a:pt x="0" y="9525"/>
                </a:lnTo>
                <a:lnTo>
                  <a:pt x="0" y="0"/>
                </a:lnTo>
                <a:lnTo>
                  <a:pt x="9525" y="0"/>
                </a:lnTo>
                <a:lnTo>
                  <a:pt x="9525" y="9525"/>
                </a:lnTo>
                <a:close/>
              </a:path>
            </a:pathLst>
          </a:custGeom>
          <a:solidFill>
            <a:srgbClr val="C7C6C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28" name="object 528"/>
          <p:cNvSpPr/>
          <p:nvPr/>
        </p:nvSpPr>
        <p:spPr>
          <a:xfrm>
            <a:off x="11087100" y="3849158"/>
            <a:ext cx="9525" cy="9525"/>
          </a:xfrm>
          <a:custGeom>
            <a:avLst/>
            <a:gdLst/>
            <a:ahLst/>
            <a:cxnLst/>
            <a:rect l="l" t="t" r="r" b="b"/>
            <a:pathLst>
              <a:path w="9525" h="9525">
                <a:moveTo>
                  <a:pt x="9525" y="9525"/>
                </a:moveTo>
                <a:lnTo>
                  <a:pt x="0" y="9525"/>
                </a:lnTo>
                <a:lnTo>
                  <a:pt x="0" y="0"/>
                </a:lnTo>
                <a:lnTo>
                  <a:pt x="9525" y="0"/>
                </a:lnTo>
                <a:lnTo>
                  <a:pt x="9525" y="9525"/>
                </a:lnTo>
                <a:close/>
              </a:path>
            </a:pathLst>
          </a:custGeom>
          <a:solidFill>
            <a:srgbClr val="C7C6C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29" name="object 529"/>
          <p:cNvSpPr/>
          <p:nvPr/>
        </p:nvSpPr>
        <p:spPr>
          <a:xfrm>
            <a:off x="11144250" y="3849158"/>
            <a:ext cx="9525" cy="9525"/>
          </a:xfrm>
          <a:custGeom>
            <a:avLst/>
            <a:gdLst/>
            <a:ahLst/>
            <a:cxnLst/>
            <a:rect l="l" t="t" r="r" b="b"/>
            <a:pathLst>
              <a:path w="9525" h="9525">
                <a:moveTo>
                  <a:pt x="9525" y="9525"/>
                </a:moveTo>
                <a:lnTo>
                  <a:pt x="0" y="9525"/>
                </a:lnTo>
                <a:lnTo>
                  <a:pt x="0" y="0"/>
                </a:lnTo>
                <a:lnTo>
                  <a:pt x="9525" y="0"/>
                </a:lnTo>
                <a:lnTo>
                  <a:pt x="9525" y="9525"/>
                </a:lnTo>
                <a:close/>
              </a:path>
            </a:pathLst>
          </a:custGeom>
          <a:solidFill>
            <a:srgbClr val="C7C6C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30" name="object 530"/>
          <p:cNvSpPr/>
          <p:nvPr/>
        </p:nvSpPr>
        <p:spPr>
          <a:xfrm>
            <a:off x="11201400" y="3849158"/>
            <a:ext cx="9525" cy="9525"/>
          </a:xfrm>
          <a:custGeom>
            <a:avLst/>
            <a:gdLst/>
            <a:ahLst/>
            <a:cxnLst/>
            <a:rect l="l" t="t" r="r" b="b"/>
            <a:pathLst>
              <a:path w="9525" h="9525">
                <a:moveTo>
                  <a:pt x="9525" y="9525"/>
                </a:moveTo>
                <a:lnTo>
                  <a:pt x="0" y="9525"/>
                </a:lnTo>
                <a:lnTo>
                  <a:pt x="0" y="0"/>
                </a:lnTo>
                <a:lnTo>
                  <a:pt x="9525" y="0"/>
                </a:lnTo>
                <a:lnTo>
                  <a:pt x="9525" y="9525"/>
                </a:lnTo>
                <a:close/>
              </a:path>
            </a:pathLst>
          </a:custGeom>
          <a:solidFill>
            <a:srgbClr val="C7C6C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31" name="object 531"/>
          <p:cNvSpPr/>
          <p:nvPr/>
        </p:nvSpPr>
        <p:spPr>
          <a:xfrm>
            <a:off x="11258550" y="3849158"/>
            <a:ext cx="9525" cy="9525"/>
          </a:xfrm>
          <a:custGeom>
            <a:avLst/>
            <a:gdLst/>
            <a:ahLst/>
            <a:cxnLst/>
            <a:rect l="l" t="t" r="r" b="b"/>
            <a:pathLst>
              <a:path w="9525" h="9525">
                <a:moveTo>
                  <a:pt x="9525" y="9525"/>
                </a:moveTo>
                <a:lnTo>
                  <a:pt x="0" y="9525"/>
                </a:lnTo>
                <a:lnTo>
                  <a:pt x="0" y="0"/>
                </a:lnTo>
                <a:lnTo>
                  <a:pt x="9525" y="0"/>
                </a:lnTo>
                <a:lnTo>
                  <a:pt x="9525" y="9525"/>
                </a:lnTo>
                <a:close/>
              </a:path>
            </a:pathLst>
          </a:custGeom>
          <a:solidFill>
            <a:srgbClr val="C7C6C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32" name="object 532"/>
          <p:cNvSpPr/>
          <p:nvPr/>
        </p:nvSpPr>
        <p:spPr>
          <a:xfrm>
            <a:off x="11315700" y="3849158"/>
            <a:ext cx="9525" cy="9525"/>
          </a:xfrm>
          <a:custGeom>
            <a:avLst/>
            <a:gdLst/>
            <a:ahLst/>
            <a:cxnLst/>
            <a:rect l="l" t="t" r="r" b="b"/>
            <a:pathLst>
              <a:path w="9525" h="9525">
                <a:moveTo>
                  <a:pt x="9525" y="9525"/>
                </a:moveTo>
                <a:lnTo>
                  <a:pt x="0" y="9525"/>
                </a:lnTo>
                <a:lnTo>
                  <a:pt x="0" y="0"/>
                </a:lnTo>
                <a:lnTo>
                  <a:pt x="9525" y="0"/>
                </a:lnTo>
                <a:lnTo>
                  <a:pt x="9525" y="9525"/>
                </a:lnTo>
                <a:close/>
              </a:path>
            </a:pathLst>
          </a:custGeom>
          <a:solidFill>
            <a:srgbClr val="C7C6C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33" name="object 533"/>
          <p:cNvSpPr/>
          <p:nvPr/>
        </p:nvSpPr>
        <p:spPr>
          <a:xfrm>
            <a:off x="11372850" y="3849158"/>
            <a:ext cx="9525" cy="9525"/>
          </a:xfrm>
          <a:custGeom>
            <a:avLst/>
            <a:gdLst/>
            <a:ahLst/>
            <a:cxnLst/>
            <a:rect l="l" t="t" r="r" b="b"/>
            <a:pathLst>
              <a:path w="9525" h="9525">
                <a:moveTo>
                  <a:pt x="9525" y="9525"/>
                </a:moveTo>
                <a:lnTo>
                  <a:pt x="0" y="9525"/>
                </a:lnTo>
                <a:lnTo>
                  <a:pt x="0" y="0"/>
                </a:lnTo>
                <a:lnTo>
                  <a:pt x="9525" y="0"/>
                </a:lnTo>
                <a:lnTo>
                  <a:pt x="9525" y="9525"/>
                </a:lnTo>
                <a:close/>
              </a:path>
            </a:pathLst>
          </a:custGeom>
          <a:solidFill>
            <a:srgbClr val="C7C6C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34" name="object 534"/>
          <p:cNvSpPr/>
          <p:nvPr/>
        </p:nvSpPr>
        <p:spPr>
          <a:xfrm>
            <a:off x="11430000" y="3849158"/>
            <a:ext cx="9525" cy="9525"/>
          </a:xfrm>
          <a:custGeom>
            <a:avLst/>
            <a:gdLst/>
            <a:ahLst/>
            <a:cxnLst/>
            <a:rect l="l" t="t" r="r" b="b"/>
            <a:pathLst>
              <a:path w="9525" h="9525">
                <a:moveTo>
                  <a:pt x="9525" y="9525"/>
                </a:moveTo>
                <a:lnTo>
                  <a:pt x="0" y="9525"/>
                </a:lnTo>
                <a:lnTo>
                  <a:pt x="0" y="0"/>
                </a:lnTo>
                <a:lnTo>
                  <a:pt x="9525" y="0"/>
                </a:lnTo>
                <a:lnTo>
                  <a:pt x="9525" y="9525"/>
                </a:lnTo>
                <a:close/>
              </a:path>
            </a:pathLst>
          </a:custGeom>
          <a:solidFill>
            <a:srgbClr val="C7C6C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35" name="object 535"/>
          <p:cNvSpPr/>
          <p:nvPr/>
        </p:nvSpPr>
        <p:spPr>
          <a:xfrm>
            <a:off x="11487150" y="3849158"/>
            <a:ext cx="9525" cy="9525"/>
          </a:xfrm>
          <a:custGeom>
            <a:avLst/>
            <a:gdLst/>
            <a:ahLst/>
            <a:cxnLst/>
            <a:rect l="l" t="t" r="r" b="b"/>
            <a:pathLst>
              <a:path w="9525" h="9525">
                <a:moveTo>
                  <a:pt x="9525" y="9525"/>
                </a:moveTo>
                <a:lnTo>
                  <a:pt x="0" y="9525"/>
                </a:lnTo>
                <a:lnTo>
                  <a:pt x="0" y="0"/>
                </a:lnTo>
                <a:lnTo>
                  <a:pt x="9525" y="0"/>
                </a:lnTo>
                <a:lnTo>
                  <a:pt x="9525" y="9525"/>
                </a:lnTo>
                <a:close/>
              </a:path>
            </a:pathLst>
          </a:custGeom>
          <a:solidFill>
            <a:srgbClr val="C7C6C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36" name="object 536"/>
          <p:cNvSpPr/>
          <p:nvPr/>
        </p:nvSpPr>
        <p:spPr>
          <a:xfrm>
            <a:off x="11544300" y="3849158"/>
            <a:ext cx="9525" cy="9525"/>
          </a:xfrm>
          <a:custGeom>
            <a:avLst/>
            <a:gdLst/>
            <a:ahLst/>
            <a:cxnLst/>
            <a:rect l="l" t="t" r="r" b="b"/>
            <a:pathLst>
              <a:path w="9525" h="9525">
                <a:moveTo>
                  <a:pt x="9525" y="9525"/>
                </a:moveTo>
                <a:lnTo>
                  <a:pt x="0" y="9525"/>
                </a:lnTo>
                <a:lnTo>
                  <a:pt x="0" y="0"/>
                </a:lnTo>
                <a:lnTo>
                  <a:pt x="9525" y="0"/>
                </a:lnTo>
                <a:lnTo>
                  <a:pt x="9525" y="9525"/>
                </a:lnTo>
                <a:close/>
              </a:path>
            </a:pathLst>
          </a:custGeom>
          <a:solidFill>
            <a:srgbClr val="C7C6C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37" name="object 537"/>
          <p:cNvSpPr/>
          <p:nvPr/>
        </p:nvSpPr>
        <p:spPr>
          <a:xfrm>
            <a:off x="11601450" y="3849158"/>
            <a:ext cx="9525" cy="9525"/>
          </a:xfrm>
          <a:custGeom>
            <a:avLst/>
            <a:gdLst/>
            <a:ahLst/>
            <a:cxnLst/>
            <a:rect l="l" t="t" r="r" b="b"/>
            <a:pathLst>
              <a:path w="9525" h="9525">
                <a:moveTo>
                  <a:pt x="9525" y="9525"/>
                </a:moveTo>
                <a:lnTo>
                  <a:pt x="0" y="9525"/>
                </a:lnTo>
                <a:lnTo>
                  <a:pt x="0" y="0"/>
                </a:lnTo>
                <a:lnTo>
                  <a:pt x="9525" y="0"/>
                </a:lnTo>
                <a:lnTo>
                  <a:pt x="9525" y="9525"/>
                </a:lnTo>
                <a:close/>
              </a:path>
            </a:pathLst>
          </a:custGeom>
          <a:solidFill>
            <a:srgbClr val="C7C6C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38" name="object 538"/>
          <p:cNvSpPr/>
          <p:nvPr/>
        </p:nvSpPr>
        <p:spPr>
          <a:xfrm>
            <a:off x="11658600" y="3849158"/>
            <a:ext cx="9525" cy="9525"/>
          </a:xfrm>
          <a:custGeom>
            <a:avLst/>
            <a:gdLst/>
            <a:ahLst/>
            <a:cxnLst/>
            <a:rect l="l" t="t" r="r" b="b"/>
            <a:pathLst>
              <a:path w="9525" h="9525">
                <a:moveTo>
                  <a:pt x="9525" y="9525"/>
                </a:moveTo>
                <a:lnTo>
                  <a:pt x="0" y="9525"/>
                </a:lnTo>
                <a:lnTo>
                  <a:pt x="0" y="0"/>
                </a:lnTo>
                <a:lnTo>
                  <a:pt x="9525" y="0"/>
                </a:lnTo>
                <a:lnTo>
                  <a:pt x="9525" y="9525"/>
                </a:lnTo>
                <a:close/>
              </a:path>
            </a:pathLst>
          </a:custGeom>
          <a:solidFill>
            <a:srgbClr val="C7C6C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39" name="object 539"/>
          <p:cNvSpPr/>
          <p:nvPr/>
        </p:nvSpPr>
        <p:spPr>
          <a:xfrm>
            <a:off x="11715750" y="3849158"/>
            <a:ext cx="9525" cy="9525"/>
          </a:xfrm>
          <a:custGeom>
            <a:avLst/>
            <a:gdLst/>
            <a:ahLst/>
            <a:cxnLst/>
            <a:rect l="l" t="t" r="r" b="b"/>
            <a:pathLst>
              <a:path w="9525" h="9525">
                <a:moveTo>
                  <a:pt x="9525" y="9525"/>
                </a:moveTo>
                <a:lnTo>
                  <a:pt x="0" y="9525"/>
                </a:lnTo>
                <a:lnTo>
                  <a:pt x="0" y="0"/>
                </a:lnTo>
                <a:lnTo>
                  <a:pt x="9525" y="0"/>
                </a:lnTo>
                <a:lnTo>
                  <a:pt x="9525" y="9525"/>
                </a:lnTo>
                <a:close/>
              </a:path>
            </a:pathLst>
          </a:custGeom>
          <a:solidFill>
            <a:srgbClr val="C7C6C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40" name="object 540"/>
          <p:cNvSpPr/>
          <p:nvPr/>
        </p:nvSpPr>
        <p:spPr>
          <a:xfrm>
            <a:off x="11772900" y="3849158"/>
            <a:ext cx="9525" cy="9525"/>
          </a:xfrm>
          <a:custGeom>
            <a:avLst/>
            <a:gdLst/>
            <a:ahLst/>
            <a:cxnLst/>
            <a:rect l="l" t="t" r="r" b="b"/>
            <a:pathLst>
              <a:path w="9525" h="9525">
                <a:moveTo>
                  <a:pt x="9525" y="9525"/>
                </a:moveTo>
                <a:lnTo>
                  <a:pt x="0" y="9525"/>
                </a:lnTo>
                <a:lnTo>
                  <a:pt x="0" y="0"/>
                </a:lnTo>
                <a:lnTo>
                  <a:pt x="9525" y="0"/>
                </a:lnTo>
                <a:lnTo>
                  <a:pt x="9525" y="9525"/>
                </a:lnTo>
                <a:close/>
              </a:path>
            </a:pathLst>
          </a:custGeom>
          <a:solidFill>
            <a:srgbClr val="C7C6C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41" name="object 541"/>
          <p:cNvSpPr/>
          <p:nvPr/>
        </p:nvSpPr>
        <p:spPr>
          <a:xfrm>
            <a:off x="11830050" y="3849158"/>
            <a:ext cx="9525" cy="9525"/>
          </a:xfrm>
          <a:custGeom>
            <a:avLst/>
            <a:gdLst/>
            <a:ahLst/>
            <a:cxnLst/>
            <a:rect l="l" t="t" r="r" b="b"/>
            <a:pathLst>
              <a:path w="9525" h="9525">
                <a:moveTo>
                  <a:pt x="9525" y="9525"/>
                </a:moveTo>
                <a:lnTo>
                  <a:pt x="0" y="9525"/>
                </a:lnTo>
                <a:lnTo>
                  <a:pt x="0" y="0"/>
                </a:lnTo>
                <a:lnTo>
                  <a:pt x="9525" y="0"/>
                </a:lnTo>
                <a:lnTo>
                  <a:pt x="9525" y="9525"/>
                </a:lnTo>
                <a:close/>
              </a:path>
            </a:pathLst>
          </a:custGeom>
          <a:solidFill>
            <a:srgbClr val="C7C6C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42" name="object 542"/>
          <p:cNvSpPr/>
          <p:nvPr/>
        </p:nvSpPr>
        <p:spPr>
          <a:xfrm>
            <a:off x="11887200" y="3849158"/>
            <a:ext cx="9525" cy="9525"/>
          </a:xfrm>
          <a:custGeom>
            <a:avLst/>
            <a:gdLst/>
            <a:ahLst/>
            <a:cxnLst/>
            <a:rect l="l" t="t" r="r" b="b"/>
            <a:pathLst>
              <a:path w="9525" h="9525">
                <a:moveTo>
                  <a:pt x="9525" y="9525"/>
                </a:moveTo>
                <a:lnTo>
                  <a:pt x="0" y="9525"/>
                </a:lnTo>
                <a:lnTo>
                  <a:pt x="0" y="0"/>
                </a:lnTo>
                <a:lnTo>
                  <a:pt x="9525" y="0"/>
                </a:lnTo>
                <a:lnTo>
                  <a:pt x="9525" y="9525"/>
                </a:lnTo>
                <a:close/>
              </a:path>
            </a:pathLst>
          </a:custGeom>
          <a:solidFill>
            <a:srgbClr val="C7C6C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43" name="object 543"/>
          <p:cNvSpPr/>
          <p:nvPr/>
        </p:nvSpPr>
        <p:spPr>
          <a:xfrm>
            <a:off x="11944350" y="3849158"/>
            <a:ext cx="9525" cy="9525"/>
          </a:xfrm>
          <a:custGeom>
            <a:avLst/>
            <a:gdLst/>
            <a:ahLst/>
            <a:cxnLst/>
            <a:rect l="l" t="t" r="r" b="b"/>
            <a:pathLst>
              <a:path w="9525" h="9525">
                <a:moveTo>
                  <a:pt x="9525" y="9525"/>
                </a:moveTo>
                <a:lnTo>
                  <a:pt x="0" y="9525"/>
                </a:lnTo>
                <a:lnTo>
                  <a:pt x="0" y="0"/>
                </a:lnTo>
                <a:lnTo>
                  <a:pt x="9525" y="0"/>
                </a:lnTo>
                <a:lnTo>
                  <a:pt x="9525" y="9525"/>
                </a:lnTo>
                <a:close/>
              </a:path>
            </a:pathLst>
          </a:custGeom>
          <a:solidFill>
            <a:srgbClr val="C7C6C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44" name="object 544"/>
          <p:cNvSpPr/>
          <p:nvPr/>
        </p:nvSpPr>
        <p:spPr>
          <a:xfrm>
            <a:off x="12001500" y="3849158"/>
            <a:ext cx="9525" cy="9525"/>
          </a:xfrm>
          <a:custGeom>
            <a:avLst/>
            <a:gdLst/>
            <a:ahLst/>
            <a:cxnLst/>
            <a:rect l="l" t="t" r="r" b="b"/>
            <a:pathLst>
              <a:path w="9525" h="9525">
                <a:moveTo>
                  <a:pt x="9525" y="9525"/>
                </a:moveTo>
                <a:lnTo>
                  <a:pt x="0" y="9525"/>
                </a:lnTo>
                <a:lnTo>
                  <a:pt x="0" y="0"/>
                </a:lnTo>
                <a:lnTo>
                  <a:pt x="9525" y="0"/>
                </a:lnTo>
                <a:lnTo>
                  <a:pt x="9525" y="9525"/>
                </a:lnTo>
                <a:close/>
              </a:path>
            </a:pathLst>
          </a:custGeom>
          <a:solidFill>
            <a:srgbClr val="C7C6C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45" name="object 545"/>
          <p:cNvSpPr/>
          <p:nvPr/>
        </p:nvSpPr>
        <p:spPr>
          <a:xfrm>
            <a:off x="12058650" y="3849158"/>
            <a:ext cx="9525" cy="9525"/>
          </a:xfrm>
          <a:custGeom>
            <a:avLst/>
            <a:gdLst/>
            <a:ahLst/>
            <a:cxnLst/>
            <a:rect l="l" t="t" r="r" b="b"/>
            <a:pathLst>
              <a:path w="9525" h="9525">
                <a:moveTo>
                  <a:pt x="9525" y="9525"/>
                </a:moveTo>
                <a:lnTo>
                  <a:pt x="0" y="9525"/>
                </a:lnTo>
                <a:lnTo>
                  <a:pt x="0" y="0"/>
                </a:lnTo>
                <a:lnTo>
                  <a:pt x="9525" y="0"/>
                </a:lnTo>
                <a:lnTo>
                  <a:pt x="9525" y="9525"/>
                </a:lnTo>
                <a:close/>
              </a:path>
            </a:pathLst>
          </a:custGeom>
          <a:solidFill>
            <a:srgbClr val="C7C6C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46" name="object 546"/>
          <p:cNvSpPr/>
          <p:nvPr/>
        </p:nvSpPr>
        <p:spPr>
          <a:xfrm>
            <a:off x="12115800" y="3849158"/>
            <a:ext cx="9525" cy="9525"/>
          </a:xfrm>
          <a:custGeom>
            <a:avLst/>
            <a:gdLst/>
            <a:ahLst/>
            <a:cxnLst/>
            <a:rect l="l" t="t" r="r" b="b"/>
            <a:pathLst>
              <a:path w="9525" h="9525">
                <a:moveTo>
                  <a:pt x="9525" y="9525"/>
                </a:moveTo>
                <a:lnTo>
                  <a:pt x="0" y="9525"/>
                </a:lnTo>
                <a:lnTo>
                  <a:pt x="0" y="0"/>
                </a:lnTo>
                <a:lnTo>
                  <a:pt x="9525" y="0"/>
                </a:lnTo>
                <a:lnTo>
                  <a:pt x="9525" y="9525"/>
                </a:lnTo>
                <a:close/>
              </a:path>
            </a:pathLst>
          </a:custGeom>
          <a:solidFill>
            <a:srgbClr val="C7C6C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47" name="object 547"/>
          <p:cNvSpPr/>
          <p:nvPr/>
        </p:nvSpPr>
        <p:spPr>
          <a:xfrm>
            <a:off x="12172950" y="3849158"/>
            <a:ext cx="9525" cy="9525"/>
          </a:xfrm>
          <a:custGeom>
            <a:avLst/>
            <a:gdLst/>
            <a:ahLst/>
            <a:cxnLst/>
            <a:rect l="l" t="t" r="r" b="b"/>
            <a:pathLst>
              <a:path w="9525" h="9525">
                <a:moveTo>
                  <a:pt x="9525" y="9525"/>
                </a:moveTo>
                <a:lnTo>
                  <a:pt x="0" y="9525"/>
                </a:lnTo>
                <a:lnTo>
                  <a:pt x="0" y="0"/>
                </a:lnTo>
                <a:lnTo>
                  <a:pt x="9525" y="0"/>
                </a:lnTo>
                <a:lnTo>
                  <a:pt x="9525" y="9525"/>
                </a:lnTo>
                <a:close/>
              </a:path>
            </a:pathLst>
          </a:custGeom>
          <a:solidFill>
            <a:srgbClr val="C7C6C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48" name="object 548"/>
          <p:cNvSpPr/>
          <p:nvPr/>
        </p:nvSpPr>
        <p:spPr>
          <a:xfrm>
            <a:off x="12230100" y="3849158"/>
            <a:ext cx="9525" cy="9525"/>
          </a:xfrm>
          <a:custGeom>
            <a:avLst/>
            <a:gdLst/>
            <a:ahLst/>
            <a:cxnLst/>
            <a:rect l="l" t="t" r="r" b="b"/>
            <a:pathLst>
              <a:path w="9525" h="9525">
                <a:moveTo>
                  <a:pt x="9525" y="9525"/>
                </a:moveTo>
                <a:lnTo>
                  <a:pt x="0" y="9525"/>
                </a:lnTo>
                <a:lnTo>
                  <a:pt x="0" y="0"/>
                </a:lnTo>
                <a:lnTo>
                  <a:pt x="9525" y="0"/>
                </a:lnTo>
                <a:lnTo>
                  <a:pt x="9525" y="9525"/>
                </a:lnTo>
                <a:close/>
              </a:path>
            </a:pathLst>
          </a:custGeom>
          <a:solidFill>
            <a:srgbClr val="C7C6C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49" name="object 549"/>
          <p:cNvSpPr/>
          <p:nvPr/>
        </p:nvSpPr>
        <p:spPr>
          <a:xfrm>
            <a:off x="12287250" y="3849158"/>
            <a:ext cx="9525" cy="9525"/>
          </a:xfrm>
          <a:custGeom>
            <a:avLst/>
            <a:gdLst/>
            <a:ahLst/>
            <a:cxnLst/>
            <a:rect l="l" t="t" r="r" b="b"/>
            <a:pathLst>
              <a:path w="9525" h="9525">
                <a:moveTo>
                  <a:pt x="9525" y="9525"/>
                </a:moveTo>
                <a:lnTo>
                  <a:pt x="0" y="9525"/>
                </a:lnTo>
                <a:lnTo>
                  <a:pt x="0" y="0"/>
                </a:lnTo>
                <a:lnTo>
                  <a:pt x="9525" y="0"/>
                </a:lnTo>
                <a:lnTo>
                  <a:pt x="9525" y="9525"/>
                </a:lnTo>
                <a:close/>
              </a:path>
            </a:pathLst>
          </a:custGeom>
          <a:solidFill>
            <a:srgbClr val="C7C6C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50" name="object 550"/>
          <p:cNvSpPr/>
          <p:nvPr/>
        </p:nvSpPr>
        <p:spPr>
          <a:xfrm>
            <a:off x="12344400" y="3849158"/>
            <a:ext cx="9525" cy="9525"/>
          </a:xfrm>
          <a:custGeom>
            <a:avLst/>
            <a:gdLst/>
            <a:ahLst/>
            <a:cxnLst/>
            <a:rect l="l" t="t" r="r" b="b"/>
            <a:pathLst>
              <a:path w="9525" h="9525">
                <a:moveTo>
                  <a:pt x="9525" y="9525"/>
                </a:moveTo>
                <a:lnTo>
                  <a:pt x="0" y="9525"/>
                </a:lnTo>
                <a:lnTo>
                  <a:pt x="0" y="0"/>
                </a:lnTo>
                <a:lnTo>
                  <a:pt x="9525" y="0"/>
                </a:lnTo>
                <a:lnTo>
                  <a:pt x="9525" y="9525"/>
                </a:lnTo>
                <a:close/>
              </a:path>
            </a:pathLst>
          </a:custGeom>
          <a:solidFill>
            <a:srgbClr val="C7C6C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51" name="object 551"/>
          <p:cNvSpPr txBox="1"/>
          <p:nvPr/>
        </p:nvSpPr>
        <p:spPr>
          <a:xfrm>
            <a:off x="10242004" y="3763533"/>
            <a:ext cx="305435" cy="1625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900" spc="-10" dirty="0">
                <a:solidFill>
                  <a:srgbClr val="605D5C"/>
                </a:solidFill>
                <a:latin typeface="Segoe UI"/>
                <a:cs typeface="Segoe UI"/>
              </a:rPr>
              <a:t>0.5bn</a:t>
            </a:r>
            <a:endParaRPr sz="900">
              <a:latin typeface="Segoe UI"/>
              <a:cs typeface="Segoe UI"/>
            </a:endParaRPr>
          </a:p>
        </p:txBody>
      </p:sp>
      <p:sp>
        <p:nvSpPr>
          <p:cNvPr id="552" name="object 552"/>
          <p:cNvSpPr txBox="1"/>
          <p:nvPr/>
        </p:nvSpPr>
        <p:spPr>
          <a:xfrm>
            <a:off x="11228585" y="5337175"/>
            <a:ext cx="546100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spc="-65" dirty="0">
                <a:solidFill>
                  <a:srgbClr val="252423"/>
                </a:solidFill>
                <a:latin typeface="Tahoma"/>
                <a:cs typeface="Tahoma"/>
              </a:rPr>
              <a:t>st_name</a:t>
            </a:r>
            <a:endParaRPr sz="1200">
              <a:latin typeface="Tahoma"/>
              <a:cs typeface="Tahoma"/>
            </a:endParaRPr>
          </a:p>
        </p:txBody>
      </p:sp>
      <p:sp>
        <p:nvSpPr>
          <p:cNvPr id="553" name="object 553"/>
          <p:cNvSpPr txBox="1"/>
          <p:nvPr/>
        </p:nvSpPr>
        <p:spPr>
          <a:xfrm>
            <a:off x="10041246" y="3657029"/>
            <a:ext cx="177800" cy="1112520"/>
          </a:xfrm>
          <a:prstGeom prst="rect">
            <a:avLst/>
          </a:prstGeom>
        </p:spPr>
        <p:txBody>
          <a:bodyPr vert="vert270" wrap="square" lIns="0" tIns="0" rIns="0" bIns="0" rtlCol="0">
            <a:spAutoFit/>
          </a:bodyPr>
          <a:lstStyle/>
          <a:p>
            <a:pPr marL="12700">
              <a:lnSpc>
                <a:spcPts val="1275"/>
              </a:lnSpc>
            </a:pPr>
            <a:r>
              <a:rPr sz="1200" spc="-80" dirty="0">
                <a:solidFill>
                  <a:srgbClr val="252423"/>
                </a:solidFill>
                <a:latin typeface="Tahoma"/>
                <a:cs typeface="Tahoma"/>
              </a:rPr>
              <a:t>Sum </a:t>
            </a:r>
            <a:r>
              <a:rPr sz="1200" spc="-75" dirty="0">
                <a:solidFill>
                  <a:srgbClr val="252423"/>
                </a:solidFill>
                <a:latin typeface="Tahoma"/>
                <a:cs typeface="Tahoma"/>
              </a:rPr>
              <a:t>of</a:t>
            </a:r>
            <a:r>
              <a:rPr sz="1200" spc="-80" dirty="0">
                <a:solidFill>
                  <a:srgbClr val="252423"/>
                </a:solidFill>
                <a:latin typeface="Tahoma"/>
                <a:cs typeface="Tahoma"/>
              </a:rPr>
              <a:t> </a:t>
            </a:r>
            <a:r>
              <a:rPr sz="1200" spc="-70" dirty="0">
                <a:solidFill>
                  <a:srgbClr val="252423"/>
                </a:solidFill>
                <a:latin typeface="Tahoma"/>
                <a:cs typeface="Tahoma"/>
              </a:rPr>
              <a:t>totvotpol…</a:t>
            </a:r>
            <a:endParaRPr sz="1200">
              <a:latin typeface="Tahoma"/>
              <a:cs typeface="Tahoma"/>
            </a:endParaRPr>
          </a:p>
        </p:txBody>
      </p:sp>
      <p:sp>
        <p:nvSpPr>
          <p:cNvPr id="554" name="object 554"/>
          <p:cNvSpPr txBox="1"/>
          <p:nvPr/>
        </p:nvSpPr>
        <p:spPr>
          <a:xfrm>
            <a:off x="10696040" y="4806937"/>
            <a:ext cx="1596390" cy="498475"/>
          </a:xfrm>
          <a:prstGeom prst="rect">
            <a:avLst/>
          </a:prstGeom>
        </p:spPr>
        <p:txBody>
          <a:bodyPr vert="vert270" wrap="square" lIns="0" tIns="21590" rIns="0" bIns="0" rtlCol="0">
            <a:spAutoFit/>
          </a:bodyPr>
          <a:lstStyle/>
          <a:p>
            <a:pPr marL="12700" algn="just">
              <a:lnSpc>
                <a:spcPct val="100000"/>
              </a:lnSpc>
              <a:spcBef>
                <a:spcPts val="170"/>
              </a:spcBef>
            </a:pPr>
            <a:r>
              <a:rPr sz="900" dirty="0">
                <a:solidFill>
                  <a:srgbClr val="605D5C"/>
                </a:solidFill>
                <a:latin typeface="Segoe UI"/>
                <a:cs typeface="Segoe UI"/>
              </a:rPr>
              <a:t>Uttar </a:t>
            </a:r>
            <a:r>
              <a:rPr sz="900" spc="-25" dirty="0">
                <a:solidFill>
                  <a:srgbClr val="605D5C"/>
                </a:solidFill>
                <a:latin typeface="Segoe UI"/>
                <a:cs typeface="Segoe UI"/>
              </a:rPr>
              <a:t>Pr…</a:t>
            </a:r>
            <a:endParaRPr sz="900">
              <a:latin typeface="Segoe UI"/>
              <a:cs typeface="Segoe UI"/>
            </a:endParaRPr>
          </a:p>
          <a:p>
            <a:pPr marL="33020" marR="5080" indent="21590" algn="just">
              <a:lnSpc>
                <a:spcPct val="147800"/>
              </a:lnSpc>
            </a:pPr>
            <a:r>
              <a:rPr sz="900" dirty="0">
                <a:solidFill>
                  <a:srgbClr val="605D5C"/>
                </a:solidFill>
                <a:latin typeface="Segoe UI"/>
                <a:cs typeface="Segoe UI"/>
              </a:rPr>
              <a:t>West</a:t>
            </a:r>
            <a:r>
              <a:rPr sz="900" spc="-55" dirty="0">
                <a:solidFill>
                  <a:srgbClr val="605D5C"/>
                </a:solidFill>
                <a:latin typeface="Segoe UI"/>
                <a:cs typeface="Segoe UI"/>
              </a:rPr>
              <a:t> </a:t>
            </a:r>
            <a:r>
              <a:rPr sz="900" spc="-25" dirty="0">
                <a:solidFill>
                  <a:srgbClr val="605D5C"/>
                </a:solidFill>
                <a:latin typeface="Segoe UI"/>
                <a:cs typeface="Segoe UI"/>
              </a:rPr>
              <a:t>B… </a:t>
            </a:r>
            <a:r>
              <a:rPr sz="900" spc="-10" dirty="0">
                <a:solidFill>
                  <a:srgbClr val="605D5C"/>
                </a:solidFill>
                <a:latin typeface="Segoe UI"/>
                <a:cs typeface="Segoe UI"/>
              </a:rPr>
              <a:t>Andhra…</a:t>
            </a:r>
            <a:endParaRPr sz="900">
              <a:latin typeface="Segoe UI"/>
              <a:cs typeface="Segoe UI"/>
            </a:endParaRPr>
          </a:p>
          <a:p>
            <a:pPr marL="17145" marR="5080" indent="211454" algn="just">
              <a:lnSpc>
                <a:spcPct val="147800"/>
              </a:lnSpc>
            </a:pPr>
            <a:r>
              <a:rPr sz="900" spc="-10" dirty="0">
                <a:solidFill>
                  <a:srgbClr val="605D5C"/>
                </a:solidFill>
                <a:latin typeface="Segoe UI"/>
                <a:cs typeface="Segoe UI"/>
              </a:rPr>
              <a:t>Bihar Mahara… </a:t>
            </a:r>
            <a:r>
              <a:rPr sz="900" spc="-20" dirty="0">
                <a:solidFill>
                  <a:srgbClr val="605D5C"/>
                </a:solidFill>
                <a:latin typeface="Segoe UI"/>
                <a:cs typeface="Segoe UI"/>
              </a:rPr>
              <a:t>Tamil</a:t>
            </a:r>
            <a:r>
              <a:rPr sz="900" spc="-10" dirty="0">
                <a:solidFill>
                  <a:srgbClr val="605D5C"/>
                </a:solidFill>
                <a:latin typeface="Segoe UI"/>
                <a:cs typeface="Segoe UI"/>
              </a:rPr>
              <a:t> </a:t>
            </a:r>
            <a:r>
              <a:rPr sz="900" spc="-25" dirty="0">
                <a:solidFill>
                  <a:srgbClr val="605D5C"/>
                </a:solidFill>
                <a:latin typeface="Segoe UI"/>
                <a:cs typeface="Segoe UI"/>
              </a:rPr>
              <a:t>N… </a:t>
            </a:r>
            <a:r>
              <a:rPr sz="900" spc="-10" dirty="0">
                <a:solidFill>
                  <a:srgbClr val="605D5C"/>
                </a:solidFill>
                <a:latin typeface="Segoe UI"/>
                <a:cs typeface="Segoe UI"/>
              </a:rPr>
              <a:t>Madhy… Karnata…</a:t>
            </a:r>
            <a:endParaRPr sz="900">
              <a:latin typeface="Segoe UI"/>
              <a:cs typeface="Segoe UI"/>
            </a:endParaRPr>
          </a:p>
        </p:txBody>
      </p:sp>
      <p:grpSp>
        <p:nvGrpSpPr>
          <p:cNvPr id="555" name="object 555"/>
          <p:cNvGrpSpPr/>
          <p:nvPr/>
        </p:nvGrpSpPr>
        <p:grpSpPr>
          <a:xfrm>
            <a:off x="10710973" y="3824820"/>
            <a:ext cx="152400" cy="934719"/>
            <a:chOff x="10710973" y="3824820"/>
            <a:chExt cx="152400" cy="934719"/>
          </a:xfrm>
        </p:grpSpPr>
        <p:sp>
          <p:nvSpPr>
            <p:cNvPr id="556" name="object 556"/>
            <p:cNvSpPr/>
            <p:nvPr/>
          </p:nvSpPr>
          <p:spPr>
            <a:xfrm>
              <a:off x="10710973" y="3824820"/>
              <a:ext cx="76200" cy="934719"/>
            </a:xfrm>
            <a:custGeom>
              <a:avLst/>
              <a:gdLst/>
              <a:ahLst/>
              <a:cxnLst/>
              <a:rect l="l" t="t" r="r" b="b"/>
              <a:pathLst>
                <a:path w="76200" h="934720">
                  <a:moveTo>
                    <a:pt x="76199" y="934505"/>
                  </a:moveTo>
                  <a:lnTo>
                    <a:pt x="0" y="934505"/>
                  </a:lnTo>
                  <a:lnTo>
                    <a:pt x="0" y="0"/>
                  </a:lnTo>
                  <a:lnTo>
                    <a:pt x="76199" y="0"/>
                  </a:lnTo>
                  <a:lnTo>
                    <a:pt x="76199" y="934505"/>
                  </a:lnTo>
                  <a:close/>
                </a:path>
              </a:pathLst>
            </a:custGeom>
            <a:solidFill>
              <a:srgbClr val="118C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57" name="object 557"/>
            <p:cNvSpPr/>
            <p:nvPr/>
          </p:nvSpPr>
          <p:spPr>
            <a:xfrm>
              <a:off x="10787173" y="4705580"/>
              <a:ext cx="76200" cy="53975"/>
            </a:xfrm>
            <a:custGeom>
              <a:avLst/>
              <a:gdLst/>
              <a:ahLst/>
              <a:cxnLst/>
              <a:rect l="l" t="t" r="r" b="b"/>
              <a:pathLst>
                <a:path w="76200" h="53975">
                  <a:moveTo>
                    <a:pt x="76199" y="53745"/>
                  </a:moveTo>
                  <a:lnTo>
                    <a:pt x="0" y="53745"/>
                  </a:lnTo>
                  <a:lnTo>
                    <a:pt x="0" y="0"/>
                  </a:lnTo>
                  <a:lnTo>
                    <a:pt x="76199" y="0"/>
                  </a:lnTo>
                  <a:lnTo>
                    <a:pt x="76199" y="53745"/>
                  </a:lnTo>
                  <a:close/>
                </a:path>
              </a:pathLst>
            </a:custGeom>
            <a:solidFill>
              <a:srgbClr val="12239D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558" name="object 558"/>
          <p:cNvGrpSpPr/>
          <p:nvPr/>
        </p:nvGrpSpPr>
        <p:grpSpPr>
          <a:xfrm>
            <a:off x="10913656" y="4098123"/>
            <a:ext cx="355600" cy="661670"/>
            <a:chOff x="10913656" y="4098123"/>
            <a:chExt cx="355600" cy="661670"/>
          </a:xfrm>
        </p:grpSpPr>
        <p:sp>
          <p:nvSpPr>
            <p:cNvPr id="559" name="object 559"/>
            <p:cNvSpPr/>
            <p:nvPr/>
          </p:nvSpPr>
          <p:spPr>
            <a:xfrm>
              <a:off x="10913656" y="4098124"/>
              <a:ext cx="279400" cy="661670"/>
            </a:xfrm>
            <a:custGeom>
              <a:avLst/>
              <a:gdLst/>
              <a:ahLst/>
              <a:cxnLst/>
              <a:rect l="l" t="t" r="r" b="b"/>
              <a:pathLst>
                <a:path w="279400" h="661670">
                  <a:moveTo>
                    <a:pt x="76200" y="0"/>
                  </a:moveTo>
                  <a:lnTo>
                    <a:pt x="0" y="0"/>
                  </a:lnTo>
                  <a:lnTo>
                    <a:pt x="0" y="661212"/>
                  </a:lnTo>
                  <a:lnTo>
                    <a:pt x="76200" y="661212"/>
                  </a:lnTo>
                  <a:lnTo>
                    <a:pt x="76200" y="0"/>
                  </a:lnTo>
                  <a:close/>
                </a:path>
                <a:path w="279400" h="661670">
                  <a:moveTo>
                    <a:pt x="278879" y="56146"/>
                  </a:moveTo>
                  <a:lnTo>
                    <a:pt x="202679" y="56146"/>
                  </a:lnTo>
                  <a:lnTo>
                    <a:pt x="202679" y="661212"/>
                  </a:lnTo>
                  <a:lnTo>
                    <a:pt x="278879" y="661212"/>
                  </a:lnTo>
                  <a:lnTo>
                    <a:pt x="278879" y="56146"/>
                  </a:lnTo>
                  <a:close/>
                </a:path>
              </a:pathLst>
            </a:custGeom>
            <a:solidFill>
              <a:srgbClr val="118C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60" name="object 560"/>
            <p:cNvSpPr/>
            <p:nvPr/>
          </p:nvSpPr>
          <p:spPr>
            <a:xfrm>
              <a:off x="10989856" y="4740300"/>
              <a:ext cx="279400" cy="19050"/>
            </a:xfrm>
            <a:custGeom>
              <a:avLst/>
              <a:gdLst/>
              <a:ahLst/>
              <a:cxnLst/>
              <a:rect l="l" t="t" r="r" b="b"/>
              <a:pathLst>
                <a:path w="279400" h="19050">
                  <a:moveTo>
                    <a:pt x="76200" y="5765"/>
                  </a:moveTo>
                  <a:lnTo>
                    <a:pt x="0" y="5765"/>
                  </a:lnTo>
                  <a:lnTo>
                    <a:pt x="0" y="19037"/>
                  </a:lnTo>
                  <a:lnTo>
                    <a:pt x="76200" y="19037"/>
                  </a:lnTo>
                  <a:lnTo>
                    <a:pt x="76200" y="5765"/>
                  </a:lnTo>
                  <a:close/>
                </a:path>
                <a:path w="279400" h="19050">
                  <a:moveTo>
                    <a:pt x="278879" y="0"/>
                  </a:moveTo>
                  <a:lnTo>
                    <a:pt x="202679" y="0"/>
                  </a:lnTo>
                  <a:lnTo>
                    <a:pt x="202679" y="19037"/>
                  </a:lnTo>
                  <a:lnTo>
                    <a:pt x="278879" y="19037"/>
                  </a:lnTo>
                  <a:lnTo>
                    <a:pt x="278879" y="0"/>
                  </a:lnTo>
                  <a:close/>
                </a:path>
              </a:pathLst>
            </a:custGeom>
            <a:solidFill>
              <a:srgbClr val="12239D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561" name="object 561"/>
          <p:cNvGrpSpPr/>
          <p:nvPr/>
        </p:nvGrpSpPr>
        <p:grpSpPr>
          <a:xfrm>
            <a:off x="11319023" y="4171467"/>
            <a:ext cx="963294" cy="588010"/>
            <a:chOff x="11319023" y="4171467"/>
            <a:chExt cx="963294" cy="588010"/>
          </a:xfrm>
        </p:grpSpPr>
        <p:sp>
          <p:nvSpPr>
            <p:cNvPr id="562" name="object 562"/>
            <p:cNvSpPr/>
            <p:nvPr/>
          </p:nvSpPr>
          <p:spPr>
            <a:xfrm>
              <a:off x="11319015" y="4171467"/>
              <a:ext cx="887094" cy="588010"/>
            </a:xfrm>
            <a:custGeom>
              <a:avLst/>
              <a:gdLst/>
              <a:ahLst/>
              <a:cxnLst/>
              <a:rect l="l" t="t" r="r" b="b"/>
              <a:pathLst>
                <a:path w="887095" h="588010">
                  <a:moveTo>
                    <a:pt x="76200" y="0"/>
                  </a:moveTo>
                  <a:lnTo>
                    <a:pt x="0" y="0"/>
                  </a:lnTo>
                  <a:lnTo>
                    <a:pt x="0" y="587870"/>
                  </a:lnTo>
                  <a:lnTo>
                    <a:pt x="76200" y="587870"/>
                  </a:lnTo>
                  <a:lnTo>
                    <a:pt x="76200" y="0"/>
                  </a:lnTo>
                  <a:close/>
                </a:path>
                <a:path w="887095" h="588010">
                  <a:moveTo>
                    <a:pt x="278879" y="3695"/>
                  </a:moveTo>
                  <a:lnTo>
                    <a:pt x="202679" y="3695"/>
                  </a:lnTo>
                  <a:lnTo>
                    <a:pt x="202679" y="587870"/>
                  </a:lnTo>
                  <a:lnTo>
                    <a:pt x="278879" y="587870"/>
                  </a:lnTo>
                  <a:lnTo>
                    <a:pt x="278879" y="3695"/>
                  </a:lnTo>
                  <a:close/>
                </a:path>
                <a:path w="887095" h="588010">
                  <a:moveTo>
                    <a:pt x="481571" y="62306"/>
                  </a:moveTo>
                  <a:lnTo>
                    <a:pt x="405371" y="62306"/>
                  </a:lnTo>
                  <a:lnTo>
                    <a:pt x="405371" y="587870"/>
                  </a:lnTo>
                  <a:lnTo>
                    <a:pt x="481571" y="587870"/>
                  </a:lnTo>
                  <a:lnTo>
                    <a:pt x="481571" y="62306"/>
                  </a:lnTo>
                  <a:close/>
                </a:path>
                <a:path w="887095" h="588010">
                  <a:moveTo>
                    <a:pt x="684250" y="190715"/>
                  </a:moveTo>
                  <a:lnTo>
                    <a:pt x="608050" y="190715"/>
                  </a:lnTo>
                  <a:lnTo>
                    <a:pt x="608050" y="587870"/>
                  </a:lnTo>
                  <a:lnTo>
                    <a:pt x="684250" y="587870"/>
                  </a:lnTo>
                  <a:lnTo>
                    <a:pt x="684250" y="190715"/>
                  </a:lnTo>
                  <a:close/>
                </a:path>
                <a:path w="887095" h="588010">
                  <a:moveTo>
                    <a:pt x="886929" y="202971"/>
                  </a:moveTo>
                  <a:lnTo>
                    <a:pt x="810729" y="202971"/>
                  </a:lnTo>
                  <a:lnTo>
                    <a:pt x="810729" y="587870"/>
                  </a:lnTo>
                  <a:lnTo>
                    <a:pt x="886929" y="587870"/>
                  </a:lnTo>
                  <a:lnTo>
                    <a:pt x="886929" y="202971"/>
                  </a:lnTo>
                  <a:close/>
                </a:path>
              </a:pathLst>
            </a:custGeom>
            <a:solidFill>
              <a:srgbClr val="118C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63" name="object 563"/>
            <p:cNvSpPr/>
            <p:nvPr/>
          </p:nvSpPr>
          <p:spPr>
            <a:xfrm>
              <a:off x="11395215" y="4731270"/>
              <a:ext cx="887094" cy="28575"/>
            </a:xfrm>
            <a:custGeom>
              <a:avLst/>
              <a:gdLst/>
              <a:ahLst/>
              <a:cxnLst/>
              <a:rect l="l" t="t" r="r" b="b"/>
              <a:pathLst>
                <a:path w="887095" h="28575">
                  <a:moveTo>
                    <a:pt x="76200" y="0"/>
                  </a:moveTo>
                  <a:lnTo>
                    <a:pt x="0" y="0"/>
                  </a:lnTo>
                  <a:lnTo>
                    <a:pt x="0" y="28067"/>
                  </a:lnTo>
                  <a:lnTo>
                    <a:pt x="76200" y="28067"/>
                  </a:lnTo>
                  <a:lnTo>
                    <a:pt x="76200" y="0"/>
                  </a:lnTo>
                  <a:close/>
                </a:path>
                <a:path w="887095" h="28575">
                  <a:moveTo>
                    <a:pt x="278879" y="4584"/>
                  </a:moveTo>
                  <a:lnTo>
                    <a:pt x="202679" y="4584"/>
                  </a:lnTo>
                  <a:lnTo>
                    <a:pt x="202679" y="28067"/>
                  </a:lnTo>
                  <a:lnTo>
                    <a:pt x="278879" y="28067"/>
                  </a:lnTo>
                  <a:lnTo>
                    <a:pt x="278879" y="4584"/>
                  </a:lnTo>
                  <a:close/>
                </a:path>
                <a:path w="887095" h="28575">
                  <a:moveTo>
                    <a:pt x="481571" y="8737"/>
                  </a:moveTo>
                  <a:lnTo>
                    <a:pt x="405371" y="8737"/>
                  </a:lnTo>
                  <a:lnTo>
                    <a:pt x="405371" y="28067"/>
                  </a:lnTo>
                  <a:lnTo>
                    <a:pt x="481571" y="28067"/>
                  </a:lnTo>
                  <a:lnTo>
                    <a:pt x="481571" y="8737"/>
                  </a:lnTo>
                  <a:close/>
                </a:path>
                <a:path w="887095" h="28575">
                  <a:moveTo>
                    <a:pt x="684250" y="9182"/>
                  </a:moveTo>
                  <a:lnTo>
                    <a:pt x="608050" y="9182"/>
                  </a:lnTo>
                  <a:lnTo>
                    <a:pt x="608050" y="28067"/>
                  </a:lnTo>
                  <a:lnTo>
                    <a:pt x="684250" y="28067"/>
                  </a:lnTo>
                  <a:lnTo>
                    <a:pt x="684250" y="9182"/>
                  </a:lnTo>
                  <a:close/>
                </a:path>
                <a:path w="887095" h="28575">
                  <a:moveTo>
                    <a:pt x="886929" y="14884"/>
                  </a:moveTo>
                  <a:lnTo>
                    <a:pt x="810729" y="14884"/>
                  </a:lnTo>
                  <a:lnTo>
                    <a:pt x="810729" y="28067"/>
                  </a:lnTo>
                  <a:lnTo>
                    <a:pt x="886929" y="28067"/>
                  </a:lnTo>
                  <a:lnTo>
                    <a:pt x="886929" y="14884"/>
                  </a:lnTo>
                  <a:close/>
                </a:path>
              </a:pathLst>
            </a:custGeom>
            <a:solidFill>
              <a:srgbClr val="12239D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564" name="object 564"/>
          <p:cNvGrpSpPr/>
          <p:nvPr/>
        </p:nvGrpSpPr>
        <p:grpSpPr>
          <a:xfrm>
            <a:off x="10625137" y="5526087"/>
            <a:ext cx="1748155" cy="85725"/>
            <a:chOff x="10625137" y="5526087"/>
            <a:chExt cx="1748155" cy="85725"/>
          </a:xfrm>
        </p:grpSpPr>
        <p:sp>
          <p:nvSpPr>
            <p:cNvPr id="565" name="object 565"/>
            <p:cNvSpPr/>
            <p:nvPr/>
          </p:nvSpPr>
          <p:spPr>
            <a:xfrm>
              <a:off x="10629900" y="5530850"/>
              <a:ext cx="1743075" cy="76200"/>
            </a:xfrm>
            <a:custGeom>
              <a:avLst/>
              <a:gdLst/>
              <a:ahLst/>
              <a:cxnLst/>
              <a:rect l="l" t="t" r="r" b="b"/>
              <a:pathLst>
                <a:path w="1743075" h="76200">
                  <a:moveTo>
                    <a:pt x="1710027" y="76199"/>
                  </a:moveTo>
                  <a:lnTo>
                    <a:pt x="33047" y="76199"/>
                  </a:lnTo>
                  <a:lnTo>
                    <a:pt x="28187" y="75233"/>
                  </a:lnTo>
                  <a:lnTo>
                    <a:pt x="966" y="48012"/>
                  </a:lnTo>
                  <a:lnTo>
                    <a:pt x="0" y="43152"/>
                  </a:lnTo>
                  <a:lnTo>
                    <a:pt x="0" y="33047"/>
                  </a:lnTo>
                  <a:lnTo>
                    <a:pt x="28187" y="966"/>
                  </a:lnTo>
                  <a:lnTo>
                    <a:pt x="33047" y="0"/>
                  </a:lnTo>
                  <a:lnTo>
                    <a:pt x="38100" y="0"/>
                  </a:lnTo>
                  <a:lnTo>
                    <a:pt x="1710027" y="0"/>
                  </a:lnTo>
                  <a:lnTo>
                    <a:pt x="1742108" y="28187"/>
                  </a:lnTo>
                  <a:lnTo>
                    <a:pt x="1743074" y="33047"/>
                  </a:lnTo>
                  <a:lnTo>
                    <a:pt x="1743074" y="43152"/>
                  </a:lnTo>
                  <a:lnTo>
                    <a:pt x="1714887" y="75233"/>
                  </a:lnTo>
                  <a:lnTo>
                    <a:pt x="1710027" y="76199"/>
                  </a:lnTo>
                  <a:close/>
                </a:path>
              </a:pathLst>
            </a:custGeom>
            <a:solidFill>
              <a:srgbClr val="E1E1E1">
                <a:alpha val="50000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66" name="object 566"/>
            <p:cNvSpPr/>
            <p:nvPr/>
          </p:nvSpPr>
          <p:spPr>
            <a:xfrm>
              <a:off x="10629900" y="5530850"/>
              <a:ext cx="321310" cy="76200"/>
            </a:xfrm>
            <a:custGeom>
              <a:avLst/>
              <a:gdLst/>
              <a:ahLst/>
              <a:cxnLst/>
              <a:rect l="l" t="t" r="r" b="b"/>
              <a:pathLst>
                <a:path w="321309" h="76200">
                  <a:moveTo>
                    <a:pt x="287938" y="76199"/>
                  </a:moveTo>
                  <a:lnTo>
                    <a:pt x="33047" y="76199"/>
                  </a:lnTo>
                  <a:lnTo>
                    <a:pt x="28187" y="75233"/>
                  </a:lnTo>
                  <a:lnTo>
                    <a:pt x="966" y="48012"/>
                  </a:lnTo>
                  <a:lnTo>
                    <a:pt x="0" y="43152"/>
                  </a:lnTo>
                  <a:lnTo>
                    <a:pt x="0" y="33047"/>
                  </a:lnTo>
                  <a:lnTo>
                    <a:pt x="28187" y="966"/>
                  </a:lnTo>
                  <a:lnTo>
                    <a:pt x="33047" y="0"/>
                  </a:lnTo>
                  <a:lnTo>
                    <a:pt x="38100" y="0"/>
                  </a:lnTo>
                  <a:lnTo>
                    <a:pt x="287938" y="0"/>
                  </a:lnTo>
                  <a:lnTo>
                    <a:pt x="320019" y="28187"/>
                  </a:lnTo>
                  <a:lnTo>
                    <a:pt x="320985" y="33047"/>
                  </a:lnTo>
                  <a:lnTo>
                    <a:pt x="320985" y="43152"/>
                  </a:lnTo>
                  <a:lnTo>
                    <a:pt x="292798" y="75233"/>
                  </a:lnTo>
                  <a:lnTo>
                    <a:pt x="287938" y="76199"/>
                  </a:lnTo>
                  <a:close/>
                </a:path>
              </a:pathLst>
            </a:custGeom>
            <a:solidFill>
              <a:srgbClr val="000000">
                <a:alpha val="23999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67" name="object 567"/>
            <p:cNvSpPr/>
            <p:nvPr/>
          </p:nvSpPr>
          <p:spPr>
            <a:xfrm>
              <a:off x="10629900" y="5530850"/>
              <a:ext cx="321310" cy="76200"/>
            </a:xfrm>
            <a:custGeom>
              <a:avLst/>
              <a:gdLst/>
              <a:ahLst/>
              <a:cxnLst/>
              <a:rect l="l" t="t" r="r" b="b"/>
              <a:pathLst>
                <a:path w="321309" h="76200">
                  <a:moveTo>
                    <a:pt x="38100" y="0"/>
                  </a:moveTo>
                  <a:lnTo>
                    <a:pt x="282885" y="0"/>
                  </a:lnTo>
                  <a:lnTo>
                    <a:pt x="287938" y="0"/>
                  </a:lnTo>
                  <a:lnTo>
                    <a:pt x="292798" y="966"/>
                  </a:lnTo>
                  <a:lnTo>
                    <a:pt x="297466" y="2900"/>
                  </a:lnTo>
                  <a:lnTo>
                    <a:pt x="302133" y="4833"/>
                  </a:lnTo>
                  <a:lnTo>
                    <a:pt x="306253" y="7586"/>
                  </a:lnTo>
                  <a:lnTo>
                    <a:pt x="309826" y="11159"/>
                  </a:lnTo>
                  <a:lnTo>
                    <a:pt x="313399" y="14731"/>
                  </a:lnTo>
                  <a:lnTo>
                    <a:pt x="316152" y="18851"/>
                  </a:lnTo>
                  <a:lnTo>
                    <a:pt x="318085" y="23519"/>
                  </a:lnTo>
                  <a:lnTo>
                    <a:pt x="320019" y="28187"/>
                  </a:lnTo>
                  <a:lnTo>
                    <a:pt x="320985" y="33047"/>
                  </a:lnTo>
                  <a:lnTo>
                    <a:pt x="320985" y="38100"/>
                  </a:lnTo>
                  <a:lnTo>
                    <a:pt x="320985" y="43152"/>
                  </a:lnTo>
                  <a:lnTo>
                    <a:pt x="320019" y="48012"/>
                  </a:lnTo>
                  <a:lnTo>
                    <a:pt x="318085" y="52680"/>
                  </a:lnTo>
                  <a:lnTo>
                    <a:pt x="316152" y="57348"/>
                  </a:lnTo>
                  <a:lnTo>
                    <a:pt x="313399" y="61468"/>
                  </a:lnTo>
                  <a:lnTo>
                    <a:pt x="309826" y="65040"/>
                  </a:lnTo>
                  <a:lnTo>
                    <a:pt x="306253" y="68613"/>
                  </a:lnTo>
                  <a:lnTo>
                    <a:pt x="302133" y="71366"/>
                  </a:lnTo>
                  <a:lnTo>
                    <a:pt x="297466" y="73299"/>
                  </a:lnTo>
                  <a:lnTo>
                    <a:pt x="292798" y="75233"/>
                  </a:lnTo>
                  <a:lnTo>
                    <a:pt x="287938" y="76199"/>
                  </a:lnTo>
                  <a:lnTo>
                    <a:pt x="282885" y="76200"/>
                  </a:lnTo>
                  <a:lnTo>
                    <a:pt x="38100" y="76200"/>
                  </a:lnTo>
                  <a:lnTo>
                    <a:pt x="33047" y="76199"/>
                  </a:lnTo>
                  <a:lnTo>
                    <a:pt x="28187" y="75233"/>
                  </a:lnTo>
                  <a:lnTo>
                    <a:pt x="23519" y="73299"/>
                  </a:lnTo>
                  <a:lnTo>
                    <a:pt x="18851" y="71366"/>
                  </a:lnTo>
                  <a:lnTo>
                    <a:pt x="0" y="43152"/>
                  </a:lnTo>
                  <a:lnTo>
                    <a:pt x="0" y="38100"/>
                  </a:lnTo>
                  <a:lnTo>
                    <a:pt x="0" y="33047"/>
                  </a:lnTo>
                  <a:lnTo>
                    <a:pt x="11159" y="11159"/>
                  </a:lnTo>
                  <a:lnTo>
                    <a:pt x="14731" y="7586"/>
                  </a:lnTo>
                  <a:lnTo>
                    <a:pt x="18851" y="4833"/>
                  </a:lnTo>
                  <a:lnTo>
                    <a:pt x="23519" y="2900"/>
                  </a:lnTo>
                  <a:lnTo>
                    <a:pt x="28187" y="966"/>
                  </a:lnTo>
                  <a:lnTo>
                    <a:pt x="33047" y="0"/>
                  </a:lnTo>
                  <a:lnTo>
                    <a:pt x="38100" y="0"/>
                  </a:lnTo>
                  <a:close/>
                </a:path>
              </a:pathLst>
            </a:custGeom>
            <a:ln w="9525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pic>
        <p:nvPicPr>
          <p:cNvPr id="568" name="object 568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10059034" y="3402838"/>
            <a:ext cx="95249" cy="95249"/>
          </a:xfrm>
          <a:prstGeom prst="rect">
            <a:avLst/>
          </a:prstGeom>
        </p:spPr>
      </p:pic>
      <p:pic>
        <p:nvPicPr>
          <p:cNvPr id="569" name="object 569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11211559" y="3402838"/>
            <a:ext cx="95249" cy="95249"/>
          </a:xfrm>
          <a:prstGeom prst="rect">
            <a:avLst/>
          </a:prstGeom>
        </p:spPr>
      </p:pic>
      <p:sp>
        <p:nvSpPr>
          <p:cNvPr id="570" name="object 570"/>
          <p:cNvSpPr txBox="1"/>
          <p:nvPr/>
        </p:nvSpPr>
        <p:spPr>
          <a:xfrm>
            <a:off x="10036175" y="2857563"/>
            <a:ext cx="2081530" cy="676275"/>
          </a:xfrm>
          <a:prstGeom prst="rect">
            <a:avLst/>
          </a:prstGeom>
        </p:spPr>
        <p:txBody>
          <a:bodyPr vert="horz" wrap="square" lIns="0" tIns="45085" rIns="0" bIns="0" rtlCol="0">
            <a:spAutoFit/>
          </a:bodyPr>
          <a:lstStyle/>
          <a:p>
            <a:pPr marL="12700" marR="5080">
              <a:lnSpc>
                <a:spcPts val="1430"/>
              </a:lnSpc>
              <a:spcBef>
                <a:spcPts val="355"/>
              </a:spcBef>
            </a:pPr>
            <a:r>
              <a:rPr sz="1400" spc="-80" dirty="0">
                <a:solidFill>
                  <a:srgbClr val="252423"/>
                </a:solidFill>
                <a:latin typeface="Tahoma"/>
                <a:cs typeface="Tahoma"/>
              </a:rPr>
              <a:t>Sum </a:t>
            </a:r>
            <a:r>
              <a:rPr sz="1400" spc="-85" dirty="0">
                <a:solidFill>
                  <a:srgbClr val="252423"/>
                </a:solidFill>
                <a:latin typeface="Tahoma"/>
                <a:cs typeface="Tahoma"/>
              </a:rPr>
              <a:t>of</a:t>
            </a:r>
            <a:r>
              <a:rPr sz="1400" spc="-80" dirty="0">
                <a:solidFill>
                  <a:srgbClr val="252423"/>
                </a:solidFill>
                <a:latin typeface="Tahoma"/>
                <a:cs typeface="Tahoma"/>
              </a:rPr>
              <a:t> </a:t>
            </a:r>
            <a:r>
              <a:rPr sz="1400" spc="-55" dirty="0">
                <a:solidFill>
                  <a:srgbClr val="252423"/>
                </a:solidFill>
                <a:latin typeface="Tahoma"/>
                <a:cs typeface="Tahoma"/>
              </a:rPr>
              <a:t>totvotpoll</a:t>
            </a:r>
            <a:r>
              <a:rPr sz="1400" spc="-80" dirty="0">
                <a:solidFill>
                  <a:srgbClr val="252423"/>
                </a:solidFill>
                <a:latin typeface="Tahoma"/>
                <a:cs typeface="Tahoma"/>
              </a:rPr>
              <a:t> </a:t>
            </a:r>
            <a:r>
              <a:rPr sz="1400" spc="-95" dirty="0">
                <a:solidFill>
                  <a:srgbClr val="252423"/>
                </a:solidFill>
                <a:latin typeface="Tahoma"/>
                <a:cs typeface="Tahoma"/>
              </a:rPr>
              <a:t>and</a:t>
            </a:r>
            <a:r>
              <a:rPr sz="1400" spc="-80" dirty="0">
                <a:solidFill>
                  <a:srgbClr val="252423"/>
                </a:solidFill>
                <a:latin typeface="Tahoma"/>
                <a:cs typeface="Tahoma"/>
              </a:rPr>
              <a:t> Sum </a:t>
            </a:r>
            <a:r>
              <a:rPr sz="1400" spc="-65" dirty="0">
                <a:solidFill>
                  <a:srgbClr val="252423"/>
                </a:solidFill>
                <a:latin typeface="Tahoma"/>
                <a:cs typeface="Tahoma"/>
              </a:rPr>
              <a:t>of </a:t>
            </a:r>
            <a:r>
              <a:rPr sz="1400" spc="-60" dirty="0">
                <a:solidFill>
                  <a:srgbClr val="252423"/>
                </a:solidFill>
                <a:latin typeface="Tahoma"/>
                <a:cs typeface="Tahoma"/>
              </a:rPr>
              <a:t>year</a:t>
            </a:r>
            <a:r>
              <a:rPr sz="1400" spc="-95" dirty="0">
                <a:solidFill>
                  <a:srgbClr val="252423"/>
                </a:solidFill>
                <a:latin typeface="Tahoma"/>
                <a:cs typeface="Tahoma"/>
              </a:rPr>
              <a:t> </a:t>
            </a:r>
            <a:r>
              <a:rPr sz="1400" spc="-80" dirty="0">
                <a:solidFill>
                  <a:srgbClr val="252423"/>
                </a:solidFill>
                <a:latin typeface="Tahoma"/>
                <a:cs typeface="Tahoma"/>
              </a:rPr>
              <a:t>by</a:t>
            </a:r>
            <a:r>
              <a:rPr sz="1400" spc="-90" dirty="0">
                <a:solidFill>
                  <a:srgbClr val="252423"/>
                </a:solidFill>
                <a:latin typeface="Tahoma"/>
                <a:cs typeface="Tahoma"/>
              </a:rPr>
              <a:t> </a:t>
            </a:r>
            <a:r>
              <a:rPr sz="1400" spc="-10" dirty="0">
                <a:solidFill>
                  <a:srgbClr val="252423"/>
                </a:solidFill>
                <a:latin typeface="Tahoma"/>
                <a:cs typeface="Tahoma"/>
              </a:rPr>
              <a:t>st_name</a:t>
            </a:r>
            <a:endParaRPr sz="1400">
              <a:latin typeface="Tahoma"/>
              <a:cs typeface="Tahoma"/>
            </a:endParaRPr>
          </a:p>
          <a:p>
            <a:pPr marL="137160">
              <a:lnSpc>
                <a:spcPct val="100000"/>
              </a:lnSpc>
              <a:spcBef>
                <a:spcPts val="810"/>
              </a:spcBef>
              <a:tabLst>
                <a:tab pos="1292225" algn="l"/>
              </a:tabLst>
            </a:pPr>
            <a:r>
              <a:rPr sz="1000" dirty="0">
                <a:solidFill>
                  <a:srgbClr val="605D5C"/>
                </a:solidFill>
                <a:latin typeface="Segoe UI"/>
                <a:cs typeface="Segoe UI"/>
              </a:rPr>
              <a:t>Sum</a:t>
            </a:r>
            <a:r>
              <a:rPr sz="1000" spc="-20" dirty="0">
                <a:solidFill>
                  <a:srgbClr val="605D5C"/>
                </a:solidFill>
                <a:latin typeface="Segoe UI"/>
                <a:cs typeface="Segoe UI"/>
              </a:rPr>
              <a:t> </a:t>
            </a:r>
            <a:r>
              <a:rPr sz="1000" dirty="0">
                <a:solidFill>
                  <a:srgbClr val="605D5C"/>
                </a:solidFill>
                <a:latin typeface="Segoe UI"/>
                <a:cs typeface="Segoe UI"/>
              </a:rPr>
              <a:t>of</a:t>
            </a:r>
            <a:r>
              <a:rPr sz="1000" spc="-20" dirty="0">
                <a:solidFill>
                  <a:srgbClr val="605D5C"/>
                </a:solidFill>
                <a:latin typeface="Segoe UI"/>
                <a:cs typeface="Segoe UI"/>
              </a:rPr>
              <a:t> </a:t>
            </a:r>
            <a:r>
              <a:rPr sz="1000" spc="-10" dirty="0">
                <a:solidFill>
                  <a:srgbClr val="605D5C"/>
                </a:solidFill>
                <a:latin typeface="Segoe UI"/>
                <a:cs typeface="Segoe UI"/>
              </a:rPr>
              <a:t>totvotpoll</a:t>
            </a:r>
            <a:r>
              <a:rPr sz="1000" dirty="0">
                <a:solidFill>
                  <a:srgbClr val="605D5C"/>
                </a:solidFill>
                <a:latin typeface="Segoe UI"/>
                <a:cs typeface="Segoe UI"/>
              </a:rPr>
              <a:t>	Sum</a:t>
            </a:r>
            <a:r>
              <a:rPr sz="1000" spc="-20" dirty="0">
                <a:solidFill>
                  <a:srgbClr val="605D5C"/>
                </a:solidFill>
                <a:latin typeface="Segoe UI"/>
                <a:cs typeface="Segoe UI"/>
              </a:rPr>
              <a:t> </a:t>
            </a:r>
            <a:r>
              <a:rPr sz="1000" dirty="0">
                <a:solidFill>
                  <a:srgbClr val="605D5C"/>
                </a:solidFill>
                <a:latin typeface="Segoe UI"/>
                <a:cs typeface="Segoe UI"/>
              </a:rPr>
              <a:t>of</a:t>
            </a:r>
            <a:r>
              <a:rPr sz="1000" spc="-20" dirty="0">
                <a:solidFill>
                  <a:srgbClr val="605D5C"/>
                </a:solidFill>
                <a:latin typeface="Segoe UI"/>
                <a:cs typeface="Segoe UI"/>
              </a:rPr>
              <a:t> year</a:t>
            </a:r>
            <a:endParaRPr sz="1000">
              <a:latin typeface="Segoe UI"/>
              <a:cs typeface="Segoe UI"/>
            </a:endParaRPr>
          </a:p>
        </p:txBody>
      </p:sp>
    </p:spTree>
    <p:extLst>
      <p:ext uri="{BB962C8B-B14F-4D97-AF65-F5344CB8AC3E}">
        <p14:creationId xmlns:p14="http://schemas.microsoft.com/office/powerpoint/2010/main" val="45981486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53912" y="1310157"/>
            <a:ext cx="8437880" cy="553998"/>
          </a:xfrm>
        </p:spPr>
        <p:txBody>
          <a:bodyPr/>
          <a:lstStyle/>
          <a:p>
            <a:r>
              <a:rPr lang="en-US" dirty="0" smtClean="0"/>
              <a:t>Inferences from Indian Elections Dataset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53936" y="2464808"/>
            <a:ext cx="11514264" cy="3893374"/>
          </a:xfrm>
        </p:spPr>
        <p:txBody>
          <a:bodyPr/>
          <a:lstStyle/>
          <a:p>
            <a:r>
              <a:rPr lang="en-US" b="0" dirty="0" smtClean="0"/>
              <a:t>The maximum voter turnout is for Uttar Pradesh. West Bengal follows next</a:t>
            </a:r>
          </a:p>
          <a:p>
            <a:endParaRPr lang="en-US" b="0" dirty="0"/>
          </a:p>
          <a:p>
            <a:r>
              <a:rPr lang="en-US" b="0" dirty="0" smtClean="0"/>
              <a:t>The average number of electors is 1.12 M</a:t>
            </a:r>
          </a:p>
          <a:p>
            <a:endParaRPr lang="en-US" b="0" dirty="0"/>
          </a:p>
          <a:p>
            <a:r>
              <a:rPr lang="en-US" b="0" dirty="0" smtClean="0"/>
              <a:t>The total voter poll and electors is plotted against parliamentary constituency name</a:t>
            </a:r>
          </a:p>
          <a:p>
            <a:endParaRPr lang="en-US" b="0" dirty="0"/>
          </a:p>
          <a:p>
            <a:r>
              <a:rPr lang="en-US" b="0" dirty="0" smtClean="0"/>
              <a:t>Several Analysis is done similarly</a:t>
            </a:r>
          </a:p>
          <a:p>
            <a:endParaRPr lang="en-US" b="0" dirty="0"/>
          </a:p>
          <a:p>
            <a:endParaRPr lang="en-US" b="0" dirty="0"/>
          </a:p>
          <a:p>
            <a:endParaRPr lang="en-US" b="0" dirty="0" smtClean="0"/>
          </a:p>
          <a:p>
            <a:endParaRPr lang="en-US" b="0" dirty="0"/>
          </a:p>
        </p:txBody>
      </p:sp>
    </p:spTree>
    <p:extLst>
      <p:ext uri="{BB962C8B-B14F-4D97-AF65-F5344CB8AC3E}">
        <p14:creationId xmlns:p14="http://schemas.microsoft.com/office/powerpoint/2010/main" val="275309718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body" idx="1"/>
          </p:nvPr>
        </p:nvSpPr>
        <p:spPr>
          <a:xfrm>
            <a:off x="753936" y="2464808"/>
            <a:ext cx="8448675" cy="4024179"/>
          </a:xfrm>
          <a:prstGeom prst="rect">
            <a:avLst/>
          </a:prstGeom>
        </p:spPr>
        <p:txBody>
          <a:bodyPr vert="horz" wrap="square" lIns="0" tIns="83820" rIns="0" bIns="0" rtlCol="0">
            <a:spAutoFit/>
          </a:bodyPr>
          <a:lstStyle/>
          <a:p>
            <a:pPr marL="12700" algn="l">
              <a:lnSpc>
                <a:spcPct val="100000"/>
              </a:lnSpc>
              <a:spcBef>
                <a:spcPts val="660"/>
              </a:spcBef>
              <a:tabLst>
                <a:tab pos="200660" algn="l"/>
              </a:tabLst>
            </a:pPr>
            <a:r>
              <a:rPr dirty="0"/>
              <a:t>3.</a:t>
            </a:r>
            <a:r>
              <a:rPr spc="-35" dirty="0"/>
              <a:t> </a:t>
            </a:r>
            <a:r>
              <a:rPr dirty="0"/>
              <a:t>Data</a:t>
            </a:r>
            <a:r>
              <a:rPr spc="-25" dirty="0"/>
              <a:t> </a:t>
            </a:r>
            <a:r>
              <a:rPr spc="-10" dirty="0"/>
              <a:t>Analysis</a:t>
            </a:r>
          </a:p>
          <a:p>
            <a:pPr marL="12700" algn="l">
              <a:lnSpc>
                <a:spcPct val="100000"/>
              </a:lnSpc>
              <a:spcBef>
                <a:spcPts val="560"/>
              </a:spcBef>
              <a:tabLst>
                <a:tab pos="200660" algn="l"/>
              </a:tabLst>
            </a:pPr>
            <a:r>
              <a:rPr dirty="0" smtClean="0"/>
              <a:t>3.1</a:t>
            </a:r>
            <a:r>
              <a:rPr spc="-30" dirty="0" smtClean="0"/>
              <a:t> </a:t>
            </a:r>
            <a:r>
              <a:rPr dirty="0"/>
              <a:t>Election</a:t>
            </a:r>
            <a:r>
              <a:rPr spc="-25" dirty="0"/>
              <a:t> </a:t>
            </a:r>
            <a:r>
              <a:rPr spc="-10" dirty="0"/>
              <a:t>Trends</a:t>
            </a:r>
            <a:r>
              <a:rPr spc="-60" dirty="0"/>
              <a:t> </a:t>
            </a:r>
            <a:r>
              <a:rPr dirty="0"/>
              <a:t>Over</a:t>
            </a:r>
            <a:r>
              <a:rPr spc="-20" dirty="0"/>
              <a:t> Time</a:t>
            </a:r>
          </a:p>
          <a:p>
            <a:pPr algn="l"/>
            <a:r>
              <a:rPr lang="en-US" dirty="0" smtClean="0">
                <a:sym typeface="Wingdings" panose="05000000000000000000" pitchFamily="2" charset="2"/>
              </a:rPr>
              <a:t> </a:t>
            </a:r>
            <a:r>
              <a:rPr lang="en-US" dirty="0" smtClean="0"/>
              <a:t>Election </a:t>
            </a:r>
            <a:r>
              <a:rPr lang="en-US" dirty="0"/>
              <a:t>Frequency:</a:t>
            </a:r>
            <a:r>
              <a:rPr lang="en-US" b="0" dirty="0"/>
              <a:t> The dataset reveals a consistent increase in the </a:t>
            </a:r>
            <a:r>
              <a:rPr lang="en-US" b="0" dirty="0" smtClean="0"/>
              <a:t>number </a:t>
            </a:r>
            <a:r>
              <a:rPr lang="en-US" b="0" dirty="0"/>
              <a:t>of elections held over the years, indicating the evolving nature of India's democratic process</a:t>
            </a:r>
            <a:r>
              <a:rPr lang="en-US" b="0" dirty="0" smtClean="0"/>
              <a:t>. A pie chart is used to simply calculate number of times each year occur, this is frequency and plot it over years.</a:t>
            </a:r>
            <a:endParaRPr lang="en-US" b="0" dirty="0"/>
          </a:p>
          <a:p>
            <a:pPr marL="12065" marR="5080" algn="l">
              <a:lnSpc>
                <a:spcPts val="2500"/>
              </a:lnSpc>
              <a:spcBef>
                <a:spcPts val="815"/>
              </a:spcBef>
              <a:tabLst>
                <a:tab pos="201295" algn="l"/>
              </a:tabLst>
            </a:pPr>
            <a:r>
              <a:rPr lang="en-US" spc="-10" dirty="0" smtClean="0">
                <a:sym typeface="Wingdings" panose="05000000000000000000" pitchFamily="2" charset="2"/>
              </a:rPr>
              <a:t></a:t>
            </a:r>
            <a:r>
              <a:rPr spc="-10" dirty="0" smtClean="0"/>
              <a:t>Voter</a:t>
            </a:r>
            <a:r>
              <a:rPr spc="-60" dirty="0" smtClean="0"/>
              <a:t> </a:t>
            </a:r>
            <a:r>
              <a:rPr spc="-10" dirty="0"/>
              <a:t>Turnout:</a:t>
            </a:r>
            <a:r>
              <a:rPr spc="-90" dirty="0"/>
              <a:t> </a:t>
            </a:r>
            <a:r>
              <a:rPr b="0" dirty="0">
                <a:latin typeface="Calibri"/>
                <a:cs typeface="Calibri"/>
              </a:rPr>
              <a:t>Analyzing</a:t>
            </a:r>
            <a:r>
              <a:rPr b="0" spc="-45" dirty="0">
                <a:latin typeface="Calibri"/>
                <a:cs typeface="Calibri"/>
              </a:rPr>
              <a:t> </a:t>
            </a:r>
            <a:r>
              <a:rPr b="0" dirty="0">
                <a:latin typeface="Calibri"/>
                <a:cs typeface="Calibri"/>
              </a:rPr>
              <a:t>voter</a:t>
            </a:r>
            <a:r>
              <a:rPr b="0" spc="-65" dirty="0">
                <a:latin typeface="Calibri"/>
                <a:cs typeface="Calibri"/>
              </a:rPr>
              <a:t> </a:t>
            </a:r>
            <a:r>
              <a:rPr b="0" dirty="0">
                <a:latin typeface="Calibri"/>
                <a:cs typeface="Calibri"/>
              </a:rPr>
              <a:t>turnout</a:t>
            </a:r>
            <a:r>
              <a:rPr b="0" spc="-55" dirty="0">
                <a:latin typeface="Calibri"/>
                <a:cs typeface="Calibri"/>
              </a:rPr>
              <a:t> </a:t>
            </a:r>
            <a:r>
              <a:rPr b="0" dirty="0">
                <a:latin typeface="Calibri"/>
                <a:cs typeface="Calibri"/>
              </a:rPr>
              <a:t>trends</a:t>
            </a:r>
            <a:r>
              <a:rPr b="0" spc="-50" dirty="0">
                <a:latin typeface="Calibri"/>
                <a:cs typeface="Calibri"/>
              </a:rPr>
              <a:t> </a:t>
            </a:r>
            <a:r>
              <a:rPr b="0" dirty="0">
                <a:latin typeface="Calibri"/>
                <a:cs typeface="Calibri"/>
              </a:rPr>
              <a:t>reveals</a:t>
            </a:r>
            <a:r>
              <a:rPr b="0" spc="-65" dirty="0">
                <a:latin typeface="Calibri"/>
                <a:cs typeface="Calibri"/>
              </a:rPr>
              <a:t> </a:t>
            </a:r>
            <a:r>
              <a:rPr b="0" spc="-10" dirty="0">
                <a:latin typeface="Calibri"/>
                <a:cs typeface="Calibri"/>
              </a:rPr>
              <a:t>fluctuations </a:t>
            </a:r>
            <a:r>
              <a:rPr b="0" dirty="0" smtClean="0">
                <a:latin typeface="Calibri"/>
                <a:cs typeface="Calibri"/>
              </a:rPr>
              <a:t>influenced</a:t>
            </a:r>
            <a:r>
              <a:rPr b="0" spc="-55" dirty="0" smtClean="0">
                <a:latin typeface="Calibri"/>
                <a:cs typeface="Calibri"/>
              </a:rPr>
              <a:t> </a:t>
            </a:r>
            <a:r>
              <a:rPr b="0" dirty="0">
                <a:latin typeface="Calibri"/>
                <a:cs typeface="Calibri"/>
              </a:rPr>
              <a:t>by</a:t>
            </a:r>
            <a:r>
              <a:rPr b="0" spc="-25" dirty="0">
                <a:latin typeface="Calibri"/>
                <a:cs typeface="Calibri"/>
              </a:rPr>
              <a:t> </a:t>
            </a:r>
            <a:r>
              <a:rPr b="0" spc="-10" dirty="0">
                <a:latin typeface="Calibri"/>
                <a:cs typeface="Calibri"/>
              </a:rPr>
              <a:t>factors</a:t>
            </a:r>
            <a:r>
              <a:rPr b="0" spc="-40" dirty="0">
                <a:latin typeface="Calibri"/>
                <a:cs typeface="Calibri"/>
              </a:rPr>
              <a:t> </a:t>
            </a:r>
            <a:r>
              <a:rPr b="0" dirty="0">
                <a:latin typeface="Calibri"/>
                <a:cs typeface="Calibri"/>
              </a:rPr>
              <a:t>such</a:t>
            </a:r>
            <a:r>
              <a:rPr b="0" spc="-30" dirty="0">
                <a:latin typeface="Calibri"/>
                <a:cs typeface="Calibri"/>
              </a:rPr>
              <a:t> </a:t>
            </a:r>
            <a:r>
              <a:rPr b="0" dirty="0">
                <a:latin typeface="Calibri"/>
                <a:cs typeface="Calibri"/>
              </a:rPr>
              <a:t>as</a:t>
            </a:r>
            <a:r>
              <a:rPr b="0" spc="-20" dirty="0">
                <a:latin typeface="Calibri"/>
                <a:cs typeface="Calibri"/>
              </a:rPr>
              <a:t> </a:t>
            </a:r>
            <a:r>
              <a:rPr b="0" dirty="0">
                <a:latin typeface="Calibri"/>
                <a:cs typeface="Calibri"/>
              </a:rPr>
              <a:t>political</a:t>
            </a:r>
            <a:r>
              <a:rPr b="0" spc="-35" dirty="0">
                <a:latin typeface="Calibri"/>
                <a:cs typeface="Calibri"/>
              </a:rPr>
              <a:t> </a:t>
            </a:r>
            <a:r>
              <a:rPr b="0" dirty="0">
                <a:latin typeface="Calibri"/>
                <a:cs typeface="Calibri"/>
              </a:rPr>
              <a:t>climate,</a:t>
            </a:r>
            <a:r>
              <a:rPr b="0" spc="-65" dirty="0">
                <a:latin typeface="Calibri"/>
                <a:cs typeface="Calibri"/>
              </a:rPr>
              <a:t> </a:t>
            </a:r>
            <a:r>
              <a:rPr b="0" dirty="0">
                <a:latin typeface="Calibri"/>
                <a:cs typeface="Calibri"/>
              </a:rPr>
              <a:t>social</a:t>
            </a:r>
            <a:r>
              <a:rPr b="0" spc="-35" dirty="0">
                <a:latin typeface="Calibri"/>
                <a:cs typeface="Calibri"/>
              </a:rPr>
              <a:t> </a:t>
            </a:r>
            <a:r>
              <a:rPr b="0" dirty="0">
                <a:latin typeface="Calibri"/>
                <a:cs typeface="Calibri"/>
              </a:rPr>
              <a:t>movements,</a:t>
            </a:r>
            <a:r>
              <a:rPr b="0" spc="-40" dirty="0">
                <a:latin typeface="Calibri"/>
                <a:cs typeface="Calibri"/>
              </a:rPr>
              <a:t> </a:t>
            </a:r>
            <a:r>
              <a:rPr b="0" spc="-25" dirty="0">
                <a:latin typeface="Calibri"/>
                <a:cs typeface="Calibri"/>
              </a:rPr>
              <a:t>and </a:t>
            </a:r>
            <a:r>
              <a:rPr b="0" dirty="0" smtClean="0">
                <a:latin typeface="Calibri"/>
                <a:cs typeface="Calibri"/>
              </a:rPr>
              <a:t>voter</a:t>
            </a:r>
            <a:r>
              <a:rPr b="0" spc="-100" dirty="0" smtClean="0">
                <a:latin typeface="Calibri"/>
                <a:cs typeface="Calibri"/>
              </a:rPr>
              <a:t> </a:t>
            </a:r>
            <a:r>
              <a:rPr b="0" dirty="0">
                <a:latin typeface="Calibri"/>
                <a:cs typeface="Calibri"/>
              </a:rPr>
              <a:t>awareness</a:t>
            </a:r>
            <a:r>
              <a:rPr b="0" spc="-75" dirty="0">
                <a:latin typeface="Calibri"/>
                <a:cs typeface="Calibri"/>
              </a:rPr>
              <a:t> </a:t>
            </a:r>
            <a:r>
              <a:rPr b="0" spc="-10" dirty="0">
                <a:latin typeface="Calibri"/>
                <a:cs typeface="Calibri"/>
              </a:rPr>
              <a:t>campaigns</a:t>
            </a:r>
            <a:r>
              <a:rPr b="0" spc="-10" dirty="0" smtClean="0">
                <a:latin typeface="Calibri"/>
                <a:cs typeface="Calibri"/>
              </a:rPr>
              <a:t>.</a:t>
            </a:r>
            <a:r>
              <a:rPr lang="en-US" b="0" spc="-10" dirty="0" smtClean="0">
                <a:latin typeface="Calibri"/>
                <a:cs typeface="Calibri"/>
              </a:rPr>
              <a:t> </a:t>
            </a:r>
            <a:r>
              <a:rPr lang="en-US" b="0" spc="-10" dirty="0" smtClean="0"/>
              <a:t>Voter turnout is the percentage of voters registered who casted their votes.</a:t>
            </a:r>
            <a:endParaRPr b="0" spc="-10" dirty="0">
              <a:latin typeface="Calibri"/>
              <a:cs typeface="Calibri"/>
            </a:endParaRPr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76200" rIns="0" bIns="0" rtlCol="0">
            <a:spAutoFit/>
          </a:bodyPr>
          <a:lstStyle/>
          <a:p>
            <a:pPr marL="12700" marR="5080">
              <a:lnSpc>
                <a:spcPts val="3920"/>
              </a:lnSpc>
              <a:spcBef>
                <a:spcPts val="600"/>
              </a:spcBef>
            </a:pPr>
            <a:r>
              <a:rPr spc="-114" dirty="0"/>
              <a:t>Analysis</a:t>
            </a:r>
            <a:r>
              <a:rPr spc="-90" dirty="0"/>
              <a:t> </a:t>
            </a:r>
            <a:r>
              <a:rPr dirty="0"/>
              <a:t>of</a:t>
            </a:r>
            <a:r>
              <a:rPr spc="-75" dirty="0"/>
              <a:t> </a:t>
            </a:r>
            <a:r>
              <a:rPr spc="-90" dirty="0"/>
              <a:t>Indian</a:t>
            </a:r>
            <a:r>
              <a:rPr spc="-105" dirty="0"/>
              <a:t> </a:t>
            </a:r>
            <a:r>
              <a:rPr spc="-60" dirty="0"/>
              <a:t>Election</a:t>
            </a:r>
            <a:r>
              <a:rPr spc="-140" dirty="0"/>
              <a:t> </a:t>
            </a:r>
            <a:r>
              <a:rPr spc="-90" dirty="0"/>
              <a:t>Dataset:</a:t>
            </a:r>
            <a:r>
              <a:rPr spc="-114" dirty="0"/>
              <a:t> </a:t>
            </a:r>
            <a:r>
              <a:rPr spc="-90" dirty="0"/>
              <a:t>State</a:t>
            </a:r>
            <a:r>
              <a:rPr spc="-85" dirty="0"/>
              <a:t> </a:t>
            </a:r>
            <a:r>
              <a:rPr spc="-65" dirty="0" smtClean="0"/>
              <a:t>Level</a:t>
            </a:r>
            <a:r>
              <a:rPr spc="-100" dirty="0" smtClean="0"/>
              <a:t> </a:t>
            </a:r>
            <a:r>
              <a:rPr spc="-60" dirty="0"/>
              <a:t>Election</a:t>
            </a:r>
            <a:r>
              <a:rPr spc="-100" dirty="0"/>
              <a:t> </a:t>
            </a:r>
            <a:r>
              <a:rPr spc="-110" dirty="0"/>
              <a:t>Data</a:t>
            </a:r>
            <a:r>
              <a:rPr spc="-95" dirty="0"/>
              <a:t> </a:t>
            </a:r>
            <a:r>
              <a:rPr spc="-80" dirty="0"/>
              <a:t>from</a:t>
            </a:r>
            <a:r>
              <a:rPr spc="-114" dirty="0"/>
              <a:t> </a:t>
            </a:r>
            <a:r>
              <a:rPr dirty="0"/>
              <a:t>1977</a:t>
            </a:r>
            <a:r>
              <a:rPr spc="-130" dirty="0"/>
              <a:t> </a:t>
            </a:r>
            <a:r>
              <a:rPr dirty="0"/>
              <a:t>–</a:t>
            </a:r>
            <a:r>
              <a:rPr spc="-65" dirty="0"/>
              <a:t> </a:t>
            </a:r>
            <a:r>
              <a:rPr spc="-20" dirty="0"/>
              <a:t>2015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5881688" y="543408"/>
            <a:ext cx="885825" cy="152400"/>
          </a:xfrm>
          <a:prstGeom prst="rect">
            <a:avLst/>
          </a:prstGeom>
        </p:spPr>
        <p:txBody>
          <a:bodyPr vert="horz" wrap="square" lIns="0" tIns="8890" rIns="0" bIns="0" rtlCol="0">
            <a:spAutoFit/>
          </a:bodyPr>
          <a:lstStyle/>
          <a:p>
            <a:pPr>
              <a:spcBef>
                <a:spcPts val="70"/>
              </a:spcBef>
            </a:pPr>
            <a:r>
              <a:rPr sz="900" dirty="0">
                <a:solidFill>
                  <a:srgbClr val="FFFFFF"/>
                </a:solidFill>
                <a:latin typeface="Segoe UI"/>
                <a:cs typeface="Segoe UI"/>
              </a:rPr>
              <a:t>Power</a:t>
            </a:r>
            <a:r>
              <a:rPr sz="900" spc="-30" dirty="0">
                <a:solidFill>
                  <a:srgbClr val="FFFFFF"/>
                </a:solidFill>
                <a:latin typeface="Segoe UI"/>
                <a:cs typeface="Segoe UI"/>
              </a:rPr>
              <a:t> </a:t>
            </a:r>
            <a:r>
              <a:rPr sz="900" dirty="0">
                <a:solidFill>
                  <a:srgbClr val="FFFFFF"/>
                </a:solidFill>
                <a:latin typeface="Segoe UI"/>
                <a:cs typeface="Segoe UI"/>
              </a:rPr>
              <a:t>BI</a:t>
            </a:r>
            <a:r>
              <a:rPr sz="900" spc="-25" dirty="0">
                <a:solidFill>
                  <a:srgbClr val="FFFFFF"/>
                </a:solidFill>
                <a:latin typeface="Segoe UI"/>
                <a:cs typeface="Segoe UI"/>
              </a:rPr>
              <a:t> </a:t>
            </a:r>
            <a:r>
              <a:rPr sz="900" spc="-10" dirty="0">
                <a:solidFill>
                  <a:srgbClr val="FFFFFF"/>
                </a:solidFill>
                <a:latin typeface="Segoe UI"/>
                <a:cs typeface="Segoe UI"/>
              </a:rPr>
              <a:t>Desktop</a:t>
            </a:r>
            <a:endParaRPr sz="900">
              <a:latin typeface="Segoe UI"/>
              <a:cs typeface="Segoe UI"/>
            </a:endParaRPr>
          </a:p>
        </p:txBody>
      </p:sp>
      <p:sp>
        <p:nvSpPr>
          <p:cNvPr id="3" name="object 3"/>
          <p:cNvSpPr/>
          <p:nvPr/>
        </p:nvSpPr>
        <p:spPr>
          <a:xfrm>
            <a:off x="228601" y="457200"/>
            <a:ext cx="11858625" cy="6858000"/>
          </a:xfrm>
          <a:custGeom>
            <a:avLst/>
            <a:gdLst/>
            <a:ahLst/>
            <a:cxnLst/>
            <a:rect l="l" t="t" r="r" b="b"/>
            <a:pathLst>
              <a:path w="11858625" h="6858000">
                <a:moveTo>
                  <a:pt x="11858625" y="6858000"/>
                </a:moveTo>
                <a:lnTo>
                  <a:pt x="0" y="6858000"/>
                </a:lnTo>
                <a:lnTo>
                  <a:pt x="0" y="0"/>
                </a:lnTo>
                <a:lnTo>
                  <a:pt x="11858625" y="0"/>
                </a:lnTo>
                <a:lnTo>
                  <a:pt x="11858625" y="685800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 txBox="1"/>
          <p:nvPr/>
        </p:nvSpPr>
        <p:spPr>
          <a:xfrm>
            <a:off x="2745122" y="911993"/>
            <a:ext cx="1499870" cy="221856"/>
          </a:xfrm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L="12700">
              <a:spcBef>
                <a:spcPts val="110"/>
              </a:spcBef>
            </a:pPr>
            <a:r>
              <a:rPr sz="1350" spc="-75" dirty="0">
                <a:solidFill>
                  <a:srgbClr val="252423"/>
                </a:solidFill>
                <a:latin typeface="Tahoma"/>
                <a:cs typeface="Tahoma"/>
              </a:rPr>
              <a:t>Count</a:t>
            </a:r>
            <a:r>
              <a:rPr sz="1350" spc="-90" dirty="0">
                <a:solidFill>
                  <a:srgbClr val="252423"/>
                </a:solidFill>
                <a:latin typeface="Tahoma"/>
                <a:cs typeface="Tahoma"/>
              </a:rPr>
              <a:t> </a:t>
            </a:r>
            <a:r>
              <a:rPr sz="1350" spc="-75" dirty="0">
                <a:solidFill>
                  <a:srgbClr val="252423"/>
                </a:solidFill>
                <a:latin typeface="Tahoma"/>
                <a:cs typeface="Tahoma"/>
              </a:rPr>
              <a:t>of</a:t>
            </a:r>
            <a:r>
              <a:rPr sz="1350" spc="-85" dirty="0">
                <a:solidFill>
                  <a:srgbClr val="252423"/>
                </a:solidFill>
                <a:latin typeface="Tahoma"/>
                <a:cs typeface="Tahoma"/>
              </a:rPr>
              <a:t> </a:t>
            </a:r>
            <a:r>
              <a:rPr sz="1350" spc="-55" dirty="0">
                <a:solidFill>
                  <a:srgbClr val="252423"/>
                </a:solidFill>
                <a:latin typeface="Tahoma"/>
                <a:cs typeface="Tahoma"/>
              </a:rPr>
              <a:t>year</a:t>
            </a:r>
            <a:r>
              <a:rPr sz="1350" spc="-85" dirty="0">
                <a:solidFill>
                  <a:srgbClr val="252423"/>
                </a:solidFill>
                <a:latin typeface="Tahoma"/>
                <a:cs typeface="Tahoma"/>
              </a:rPr>
              <a:t> </a:t>
            </a:r>
            <a:r>
              <a:rPr sz="1350" spc="-75" dirty="0">
                <a:solidFill>
                  <a:srgbClr val="252423"/>
                </a:solidFill>
                <a:latin typeface="Tahoma"/>
                <a:cs typeface="Tahoma"/>
              </a:rPr>
              <a:t>by</a:t>
            </a:r>
            <a:r>
              <a:rPr sz="1350" spc="-90" dirty="0">
                <a:solidFill>
                  <a:srgbClr val="252423"/>
                </a:solidFill>
                <a:latin typeface="Tahoma"/>
                <a:cs typeface="Tahoma"/>
              </a:rPr>
              <a:t> </a:t>
            </a:r>
            <a:r>
              <a:rPr sz="1350" spc="-25" dirty="0">
                <a:solidFill>
                  <a:srgbClr val="252423"/>
                </a:solidFill>
                <a:latin typeface="Tahoma"/>
                <a:cs typeface="Tahoma"/>
              </a:rPr>
              <a:t>year</a:t>
            </a:r>
            <a:endParaRPr sz="1350" dirty="0">
              <a:latin typeface="Tahoma"/>
              <a:cs typeface="Tahoma"/>
            </a:endParaRPr>
          </a:p>
        </p:txBody>
      </p:sp>
      <p:grpSp>
        <p:nvGrpSpPr>
          <p:cNvPr id="5" name="object 5"/>
          <p:cNvGrpSpPr/>
          <p:nvPr/>
        </p:nvGrpSpPr>
        <p:grpSpPr>
          <a:xfrm>
            <a:off x="3666206" y="1895416"/>
            <a:ext cx="4613275" cy="4380865"/>
            <a:chOff x="3666205" y="1666815"/>
            <a:chExt cx="4613275" cy="4380865"/>
          </a:xfrm>
        </p:grpSpPr>
        <p:sp>
          <p:nvSpPr>
            <p:cNvPr id="6" name="object 6"/>
            <p:cNvSpPr/>
            <p:nvPr/>
          </p:nvSpPr>
          <p:spPr>
            <a:xfrm>
              <a:off x="5963357" y="1916424"/>
              <a:ext cx="15240" cy="1958975"/>
            </a:xfrm>
            <a:custGeom>
              <a:avLst/>
              <a:gdLst/>
              <a:ahLst/>
              <a:cxnLst/>
              <a:rect l="l" t="t" r="r" b="b"/>
              <a:pathLst>
                <a:path w="15239" h="1958975">
                  <a:moveTo>
                    <a:pt x="0" y="1958893"/>
                  </a:moveTo>
                  <a:lnTo>
                    <a:pt x="0" y="0"/>
                  </a:lnTo>
                  <a:lnTo>
                    <a:pt x="14816" y="56"/>
                  </a:lnTo>
                  <a:lnTo>
                    <a:pt x="0" y="1958893"/>
                  </a:lnTo>
                  <a:close/>
                </a:path>
              </a:pathLst>
            </a:custGeom>
            <a:solidFill>
              <a:srgbClr val="33124E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" name="object 7"/>
            <p:cNvSpPr/>
            <p:nvPr/>
          </p:nvSpPr>
          <p:spPr>
            <a:xfrm>
              <a:off x="5963357" y="1916480"/>
              <a:ext cx="36830" cy="1958975"/>
            </a:xfrm>
            <a:custGeom>
              <a:avLst/>
              <a:gdLst/>
              <a:ahLst/>
              <a:cxnLst/>
              <a:rect l="l" t="t" r="r" b="b"/>
              <a:pathLst>
                <a:path w="36829" h="1958975">
                  <a:moveTo>
                    <a:pt x="0" y="1958836"/>
                  </a:moveTo>
                  <a:lnTo>
                    <a:pt x="14816" y="0"/>
                  </a:lnTo>
                  <a:lnTo>
                    <a:pt x="36588" y="285"/>
                  </a:lnTo>
                  <a:lnTo>
                    <a:pt x="0" y="1958836"/>
                  </a:lnTo>
                  <a:close/>
                </a:path>
              </a:pathLst>
            </a:custGeom>
            <a:solidFill>
              <a:srgbClr val="B50064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" name="object 8"/>
            <p:cNvSpPr/>
            <p:nvPr/>
          </p:nvSpPr>
          <p:spPr>
            <a:xfrm>
              <a:off x="5963357" y="1916765"/>
              <a:ext cx="62865" cy="1958975"/>
            </a:xfrm>
            <a:custGeom>
              <a:avLst/>
              <a:gdLst/>
              <a:ahLst/>
              <a:cxnLst/>
              <a:rect l="l" t="t" r="r" b="b"/>
              <a:pathLst>
                <a:path w="62864" h="1958975">
                  <a:moveTo>
                    <a:pt x="0" y="1958551"/>
                  </a:moveTo>
                  <a:lnTo>
                    <a:pt x="36588" y="0"/>
                  </a:lnTo>
                  <a:lnTo>
                    <a:pt x="62640" y="660"/>
                  </a:lnTo>
                  <a:lnTo>
                    <a:pt x="0" y="1958551"/>
                  </a:lnTo>
                  <a:close/>
                </a:path>
              </a:pathLst>
            </a:custGeom>
            <a:solidFill>
              <a:srgbClr val="450E53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" name="object 9"/>
            <p:cNvSpPr/>
            <p:nvPr/>
          </p:nvSpPr>
          <p:spPr>
            <a:xfrm>
              <a:off x="5963357" y="1917426"/>
              <a:ext cx="90805" cy="1958339"/>
            </a:xfrm>
            <a:custGeom>
              <a:avLst/>
              <a:gdLst/>
              <a:ahLst/>
              <a:cxnLst/>
              <a:rect l="l" t="t" r="r" b="b"/>
              <a:pathLst>
                <a:path w="90804" h="1958339">
                  <a:moveTo>
                    <a:pt x="0" y="1957891"/>
                  </a:moveTo>
                  <a:lnTo>
                    <a:pt x="62640" y="0"/>
                  </a:lnTo>
                  <a:lnTo>
                    <a:pt x="90559" y="1092"/>
                  </a:lnTo>
                  <a:lnTo>
                    <a:pt x="0" y="1957891"/>
                  </a:lnTo>
                  <a:close/>
                </a:path>
              </a:pathLst>
            </a:custGeom>
            <a:solidFill>
              <a:srgbClr val="C84E0E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" name="object 10"/>
            <p:cNvSpPr/>
            <p:nvPr/>
          </p:nvSpPr>
          <p:spPr>
            <a:xfrm>
              <a:off x="5963357" y="1918518"/>
              <a:ext cx="156210" cy="1957070"/>
            </a:xfrm>
            <a:custGeom>
              <a:avLst/>
              <a:gdLst/>
              <a:ahLst/>
              <a:cxnLst/>
              <a:rect l="l" t="t" r="r" b="b"/>
              <a:pathLst>
                <a:path w="156210" h="1957070">
                  <a:moveTo>
                    <a:pt x="0" y="1956798"/>
                  </a:moveTo>
                  <a:lnTo>
                    <a:pt x="90559" y="0"/>
                  </a:lnTo>
                  <a:lnTo>
                    <a:pt x="123377" y="1794"/>
                  </a:lnTo>
                  <a:lnTo>
                    <a:pt x="156160" y="4140"/>
                  </a:lnTo>
                  <a:lnTo>
                    <a:pt x="0" y="1956798"/>
                  </a:lnTo>
                  <a:close/>
                </a:path>
              </a:pathLst>
            </a:custGeom>
            <a:solidFill>
              <a:srgbClr val="00204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" name="object 11"/>
            <p:cNvSpPr/>
            <p:nvPr/>
          </p:nvSpPr>
          <p:spPr>
            <a:xfrm>
              <a:off x="5963357" y="1922658"/>
              <a:ext cx="285115" cy="1953260"/>
            </a:xfrm>
            <a:custGeom>
              <a:avLst/>
              <a:gdLst/>
              <a:ahLst/>
              <a:cxnLst/>
              <a:rect l="l" t="t" r="r" b="b"/>
              <a:pathLst>
                <a:path w="285114" h="1953260">
                  <a:moveTo>
                    <a:pt x="0" y="1952658"/>
                  </a:moveTo>
                  <a:lnTo>
                    <a:pt x="156160" y="0"/>
                  </a:lnTo>
                  <a:lnTo>
                    <a:pt x="188380" y="2844"/>
                  </a:lnTo>
                  <a:lnTo>
                    <a:pt x="220539" y="6219"/>
                  </a:lnTo>
                  <a:lnTo>
                    <a:pt x="252638" y="10125"/>
                  </a:lnTo>
                  <a:lnTo>
                    <a:pt x="284678" y="14561"/>
                  </a:lnTo>
                  <a:lnTo>
                    <a:pt x="0" y="1952658"/>
                  </a:lnTo>
                  <a:close/>
                </a:path>
              </a:pathLst>
            </a:custGeom>
            <a:solidFill>
              <a:srgbClr val="0057A2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2" name="object 12"/>
            <p:cNvSpPr/>
            <p:nvPr/>
          </p:nvSpPr>
          <p:spPr>
            <a:xfrm>
              <a:off x="5963357" y="1937220"/>
              <a:ext cx="415290" cy="1938655"/>
            </a:xfrm>
            <a:custGeom>
              <a:avLst/>
              <a:gdLst/>
              <a:ahLst/>
              <a:cxnLst/>
              <a:rect l="l" t="t" r="r" b="b"/>
              <a:pathLst>
                <a:path w="415289" h="1938654">
                  <a:moveTo>
                    <a:pt x="0" y="1938097"/>
                  </a:moveTo>
                  <a:lnTo>
                    <a:pt x="284678" y="0"/>
                  </a:lnTo>
                  <a:lnTo>
                    <a:pt x="317410" y="5090"/>
                  </a:lnTo>
                  <a:lnTo>
                    <a:pt x="350041" y="10732"/>
                  </a:lnTo>
                  <a:lnTo>
                    <a:pt x="382573" y="16925"/>
                  </a:lnTo>
                  <a:lnTo>
                    <a:pt x="415005" y="23669"/>
                  </a:lnTo>
                  <a:lnTo>
                    <a:pt x="0" y="1938097"/>
                  </a:lnTo>
                  <a:close/>
                </a:path>
              </a:pathLst>
            </a:custGeom>
            <a:solidFill>
              <a:srgbClr val="25891B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3" name="object 13"/>
            <p:cNvSpPr/>
            <p:nvPr/>
          </p:nvSpPr>
          <p:spPr>
            <a:xfrm>
              <a:off x="5963357" y="1960889"/>
              <a:ext cx="577850" cy="1914525"/>
            </a:xfrm>
            <a:custGeom>
              <a:avLst/>
              <a:gdLst/>
              <a:ahLst/>
              <a:cxnLst/>
              <a:rect l="l" t="t" r="r" b="b"/>
              <a:pathLst>
                <a:path w="577850" h="1914525">
                  <a:moveTo>
                    <a:pt x="0" y="1914427"/>
                  </a:moveTo>
                  <a:lnTo>
                    <a:pt x="415005" y="0"/>
                  </a:lnTo>
                  <a:lnTo>
                    <a:pt x="455977" y="9342"/>
                  </a:lnTo>
                  <a:lnTo>
                    <a:pt x="496720" y="19557"/>
                  </a:lnTo>
                  <a:lnTo>
                    <a:pt x="537235" y="30643"/>
                  </a:lnTo>
                  <a:lnTo>
                    <a:pt x="577522" y="42602"/>
                  </a:lnTo>
                  <a:lnTo>
                    <a:pt x="0" y="1914427"/>
                  </a:lnTo>
                  <a:close/>
                </a:path>
              </a:pathLst>
            </a:custGeom>
            <a:solidFill>
              <a:srgbClr val="1F9985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4" name="object 14"/>
            <p:cNvSpPr/>
            <p:nvPr/>
          </p:nvSpPr>
          <p:spPr>
            <a:xfrm>
              <a:off x="5963357" y="2003491"/>
              <a:ext cx="745490" cy="1871980"/>
            </a:xfrm>
            <a:custGeom>
              <a:avLst/>
              <a:gdLst/>
              <a:ahLst/>
              <a:cxnLst/>
              <a:rect l="l" t="t" r="r" b="b"/>
              <a:pathLst>
                <a:path w="745490" h="1871979">
                  <a:moveTo>
                    <a:pt x="0" y="1871825"/>
                  </a:moveTo>
                  <a:lnTo>
                    <a:pt x="577522" y="0"/>
                  </a:lnTo>
                  <a:lnTo>
                    <a:pt x="620006" y="13639"/>
                  </a:lnTo>
                  <a:lnTo>
                    <a:pt x="662147" y="28234"/>
                  </a:lnTo>
                  <a:lnTo>
                    <a:pt x="703945" y="43786"/>
                  </a:lnTo>
                  <a:lnTo>
                    <a:pt x="745399" y="60295"/>
                  </a:lnTo>
                  <a:lnTo>
                    <a:pt x="0" y="1871825"/>
                  </a:lnTo>
                  <a:close/>
                </a:path>
              </a:pathLst>
            </a:custGeom>
            <a:solidFill>
              <a:srgbClr val="FF404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5" name="object 15"/>
            <p:cNvSpPr/>
            <p:nvPr/>
          </p:nvSpPr>
          <p:spPr>
            <a:xfrm>
              <a:off x="5963357" y="2063787"/>
              <a:ext cx="920115" cy="1811655"/>
            </a:xfrm>
            <a:custGeom>
              <a:avLst/>
              <a:gdLst/>
              <a:ahLst/>
              <a:cxnLst/>
              <a:rect l="l" t="t" r="r" b="b"/>
              <a:pathLst>
                <a:path w="920115" h="1811654">
                  <a:moveTo>
                    <a:pt x="0" y="1811530"/>
                  </a:moveTo>
                  <a:lnTo>
                    <a:pt x="745399" y="0"/>
                  </a:lnTo>
                  <a:lnTo>
                    <a:pt x="789766" y="18896"/>
                  </a:lnTo>
                  <a:lnTo>
                    <a:pt x="833628" y="38868"/>
                  </a:lnTo>
                  <a:lnTo>
                    <a:pt x="876985" y="59913"/>
                  </a:lnTo>
                  <a:lnTo>
                    <a:pt x="919837" y="82032"/>
                  </a:lnTo>
                  <a:lnTo>
                    <a:pt x="0" y="1811530"/>
                  </a:lnTo>
                  <a:close/>
                </a:path>
              </a:pathLst>
            </a:custGeom>
            <a:solidFill>
              <a:srgbClr val="996F09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6" name="object 16"/>
            <p:cNvSpPr/>
            <p:nvPr/>
          </p:nvSpPr>
          <p:spPr>
            <a:xfrm>
              <a:off x="5963357" y="2145819"/>
              <a:ext cx="1103630" cy="1729739"/>
            </a:xfrm>
            <a:custGeom>
              <a:avLst/>
              <a:gdLst/>
              <a:ahLst/>
              <a:cxnLst/>
              <a:rect l="l" t="t" r="r" b="b"/>
              <a:pathLst>
                <a:path w="1103629" h="1729739">
                  <a:moveTo>
                    <a:pt x="0" y="1729497"/>
                  </a:moveTo>
                  <a:lnTo>
                    <a:pt x="919837" y="0"/>
                  </a:lnTo>
                  <a:lnTo>
                    <a:pt x="966817" y="25816"/>
                  </a:lnTo>
                  <a:lnTo>
                    <a:pt x="1013039" y="52887"/>
                  </a:lnTo>
                  <a:lnTo>
                    <a:pt x="1058503" y="81214"/>
                  </a:lnTo>
                  <a:lnTo>
                    <a:pt x="1103208" y="110796"/>
                  </a:lnTo>
                  <a:lnTo>
                    <a:pt x="0" y="1729497"/>
                  </a:lnTo>
                  <a:close/>
                </a:path>
              </a:pathLst>
            </a:custGeom>
            <a:solidFill>
              <a:srgbClr val="533285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7" name="object 17"/>
            <p:cNvSpPr/>
            <p:nvPr/>
          </p:nvSpPr>
          <p:spPr>
            <a:xfrm>
              <a:off x="5963357" y="2256616"/>
              <a:ext cx="1274445" cy="1619250"/>
            </a:xfrm>
            <a:custGeom>
              <a:avLst/>
              <a:gdLst/>
              <a:ahLst/>
              <a:cxnLst/>
              <a:rect l="l" t="t" r="r" b="b"/>
              <a:pathLst>
                <a:path w="1274445" h="1619250">
                  <a:moveTo>
                    <a:pt x="0" y="1618700"/>
                  </a:moveTo>
                  <a:lnTo>
                    <a:pt x="1103208" y="0"/>
                  </a:lnTo>
                  <a:lnTo>
                    <a:pt x="1147302" y="30946"/>
                  </a:lnTo>
                  <a:lnTo>
                    <a:pt x="1190496" y="63069"/>
                  </a:lnTo>
                  <a:lnTo>
                    <a:pt x="1232789" y="96368"/>
                  </a:lnTo>
                  <a:lnTo>
                    <a:pt x="1274183" y="130843"/>
                  </a:lnTo>
                  <a:lnTo>
                    <a:pt x="0" y="1618700"/>
                  </a:lnTo>
                  <a:close/>
                </a:path>
              </a:pathLst>
            </a:custGeom>
            <a:solidFill>
              <a:srgbClr val="EC008B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8" name="object 18"/>
            <p:cNvSpPr/>
            <p:nvPr/>
          </p:nvSpPr>
          <p:spPr>
            <a:xfrm>
              <a:off x="5963357" y="2387460"/>
              <a:ext cx="1431290" cy="1488440"/>
            </a:xfrm>
            <a:custGeom>
              <a:avLst/>
              <a:gdLst/>
              <a:ahLst/>
              <a:cxnLst/>
              <a:rect l="l" t="t" r="r" b="b"/>
              <a:pathLst>
                <a:path w="1431290" h="1488439">
                  <a:moveTo>
                    <a:pt x="0" y="1487857"/>
                  </a:moveTo>
                  <a:lnTo>
                    <a:pt x="1274183" y="0"/>
                  </a:lnTo>
                  <a:lnTo>
                    <a:pt x="1314935" y="35889"/>
                  </a:lnTo>
                  <a:lnTo>
                    <a:pt x="1354647" y="72865"/>
                  </a:lnTo>
                  <a:lnTo>
                    <a:pt x="1393318" y="110929"/>
                  </a:lnTo>
                  <a:lnTo>
                    <a:pt x="1430948" y="150079"/>
                  </a:lnTo>
                  <a:lnTo>
                    <a:pt x="0" y="1487857"/>
                  </a:lnTo>
                  <a:close/>
                </a:path>
              </a:pathLst>
            </a:custGeom>
            <a:solidFill>
              <a:srgbClr val="99008A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9" name="object 19"/>
            <p:cNvSpPr/>
            <p:nvPr/>
          </p:nvSpPr>
          <p:spPr>
            <a:xfrm>
              <a:off x="5963357" y="2537539"/>
              <a:ext cx="1573530" cy="1337945"/>
            </a:xfrm>
            <a:custGeom>
              <a:avLst/>
              <a:gdLst/>
              <a:ahLst/>
              <a:cxnLst/>
              <a:rect l="l" t="t" r="r" b="b"/>
              <a:pathLst>
                <a:path w="1573529" h="1337945">
                  <a:moveTo>
                    <a:pt x="0" y="1337777"/>
                  </a:moveTo>
                  <a:lnTo>
                    <a:pt x="1430948" y="0"/>
                  </a:lnTo>
                  <a:lnTo>
                    <a:pt x="1468278" y="41079"/>
                  </a:lnTo>
                  <a:lnTo>
                    <a:pt x="1504401" y="83166"/>
                  </a:lnTo>
                  <a:lnTo>
                    <a:pt x="1539316" y="126260"/>
                  </a:lnTo>
                  <a:lnTo>
                    <a:pt x="1573023" y="170361"/>
                  </a:lnTo>
                  <a:lnTo>
                    <a:pt x="0" y="1337777"/>
                  </a:lnTo>
                  <a:close/>
                </a:path>
              </a:pathLst>
            </a:custGeom>
            <a:solidFill>
              <a:srgbClr val="FF62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0" name="object 20"/>
            <p:cNvSpPr/>
            <p:nvPr/>
          </p:nvSpPr>
          <p:spPr>
            <a:xfrm>
              <a:off x="5963357" y="2707901"/>
              <a:ext cx="1696085" cy="1167765"/>
            </a:xfrm>
            <a:custGeom>
              <a:avLst/>
              <a:gdLst/>
              <a:ahLst/>
              <a:cxnLst/>
              <a:rect l="l" t="t" r="r" b="b"/>
              <a:pathLst>
                <a:path w="1696084" h="1167764">
                  <a:moveTo>
                    <a:pt x="0" y="1167415"/>
                  </a:moveTo>
                  <a:lnTo>
                    <a:pt x="1573023" y="0"/>
                  </a:lnTo>
                  <a:lnTo>
                    <a:pt x="1605717" y="45391"/>
                  </a:lnTo>
                  <a:lnTo>
                    <a:pt x="1637077" y="91660"/>
                  </a:lnTo>
                  <a:lnTo>
                    <a:pt x="1667102" y="138806"/>
                  </a:lnTo>
                  <a:lnTo>
                    <a:pt x="1695792" y="186829"/>
                  </a:lnTo>
                  <a:lnTo>
                    <a:pt x="0" y="1167415"/>
                  </a:lnTo>
                  <a:close/>
                </a:path>
              </a:pathLst>
            </a:custGeom>
            <a:solidFill>
              <a:srgbClr val="4567C4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1" name="object 21"/>
            <p:cNvSpPr/>
            <p:nvPr/>
          </p:nvSpPr>
          <p:spPr>
            <a:xfrm>
              <a:off x="5963357" y="2894731"/>
              <a:ext cx="1800225" cy="981075"/>
            </a:xfrm>
            <a:custGeom>
              <a:avLst/>
              <a:gdLst/>
              <a:ahLst/>
              <a:cxnLst/>
              <a:rect l="l" t="t" r="r" b="b"/>
              <a:pathLst>
                <a:path w="1800225" h="981075">
                  <a:moveTo>
                    <a:pt x="0" y="980586"/>
                  </a:moveTo>
                  <a:lnTo>
                    <a:pt x="1695792" y="0"/>
                  </a:lnTo>
                  <a:lnTo>
                    <a:pt x="1718550" y="40453"/>
                  </a:lnTo>
                  <a:lnTo>
                    <a:pt x="1740326" y="81399"/>
                  </a:lnTo>
                  <a:lnTo>
                    <a:pt x="1761119" y="122838"/>
                  </a:lnTo>
                  <a:lnTo>
                    <a:pt x="1780929" y="164770"/>
                  </a:lnTo>
                  <a:lnTo>
                    <a:pt x="1799757" y="207195"/>
                  </a:lnTo>
                  <a:lnTo>
                    <a:pt x="0" y="980586"/>
                  </a:lnTo>
                  <a:close/>
                </a:path>
              </a:pathLst>
            </a:custGeom>
            <a:solidFill>
              <a:srgbClr val="0090D5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2" name="object 22"/>
            <p:cNvSpPr/>
            <p:nvPr/>
          </p:nvSpPr>
          <p:spPr>
            <a:xfrm>
              <a:off x="5963357" y="3101926"/>
              <a:ext cx="1882139" cy="773430"/>
            </a:xfrm>
            <a:custGeom>
              <a:avLst/>
              <a:gdLst/>
              <a:ahLst/>
              <a:cxnLst/>
              <a:rect l="l" t="t" r="r" b="b"/>
              <a:pathLst>
                <a:path w="1882140" h="773429">
                  <a:moveTo>
                    <a:pt x="0" y="773391"/>
                  </a:moveTo>
                  <a:lnTo>
                    <a:pt x="1799757" y="0"/>
                  </a:lnTo>
                  <a:lnTo>
                    <a:pt x="1818442" y="45011"/>
                  </a:lnTo>
                  <a:lnTo>
                    <a:pt x="1835985" y="90432"/>
                  </a:lnTo>
                  <a:lnTo>
                    <a:pt x="1852387" y="136260"/>
                  </a:lnTo>
                  <a:lnTo>
                    <a:pt x="1867649" y="182497"/>
                  </a:lnTo>
                  <a:lnTo>
                    <a:pt x="1881769" y="229143"/>
                  </a:lnTo>
                  <a:lnTo>
                    <a:pt x="0" y="773391"/>
                  </a:lnTo>
                  <a:close/>
                </a:path>
              </a:pathLst>
            </a:custGeom>
            <a:solidFill>
              <a:srgbClr val="5BD566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3" name="object 23"/>
            <p:cNvSpPr/>
            <p:nvPr/>
          </p:nvSpPr>
          <p:spPr>
            <a:xfrm>
              <a:off x="5963357" y="3331069"/>
              <a:ext cx="1936114" cy="544830"/>
            </a:xfrm>
            <a:custGeom>
              <a:avLst/>
              <a:gdLst/>
              <a:ahLst/>
              <a:cxnLst/>
              <a:rect l="l" t="t" r="r" b="b"/>
              <a:pathLst>
                <a:path w="1936115" h="544829">
                  <a:moveTo>
                    <a:pt x="0" y="544248"/>
                  </a:moveTo>
                  <a:lnTo>
                    <a:pt x="1881769" y="0"/>
                  </a:lnTo>
                  <a:lnTo>
                    <a:pt x="1895115" y="48461"/>
                  </a:lnTo>
                  <a:lnTo>
                    <a:pt x="1907203" y="97200"/>
                  </a:lnTo>
                  <a:lnTo>
                    <a:pt x="1918032" y="146217"/>
                  </a:lnTo>
                  <a:lnTo>
                    <a:pt x="1927602" y="195512"/>
                  </a:lnTo>
                  <a:lnTo>
                    <a:pt x="1935914" y="245086"/>
                  </a:lnTo>
                  <a:lnTo>
                    <a:pt x="0" y="544248"/>
                  </a:lnTo>
                  <a:close/>
                </a:path>
              </a:pathLst>
            </a:custGeom>
            <a:solidFill>
              <a:srgbClr val="00DABC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4" name="object 24"/>
            <p:cNvSpPr/>
            <p:nvPr/>
          </p:nvSpPr>
          <p:spPr>
            <a:xfrm>
              <a:off x="5963357" y="3576155"/>
              <a:ext cx="1958975" cy="299720"/>
            </a:xfrm>
            <a:custGeom>
              <a:avLst/>
              <a:gdLst/>
              <a:ahLst/>
              <a:cxnLst/>
              <a:rect l="l" t="t" r="r" b="b"/>
              <a:pathLst>
                <a:path w="1958975" h="299720">
                  <a:moveTo>
                    <a:pt x="0" y="299161"/>
                  </a:moveTo>
                  <a:lnTo>
                    <a:pt x="1935914" y="0"/>
                  </a:lnTo>
                  <a:lnTo>
                    <a:pt x="1943592" y="54787"/>
                  </a:lnTo>
                  <a:lnTo>
                    <a:pt x="1949715" y="109703"/>
                  </a:lnTo>
                  <a:lnTo>
                    <a:pt x="1954281" y="164748"/>
                  </a:lnTo>
                  <a:lnTo>
                    <a:pt x="1957292" y="219923"/>
                  </a:lnTo>
                  <a:lnTo>
                    <a:pt x="1958746" y="275226"/>
                  </a:lnTo>
                  <a:lnTo>
                    <a:pt x="0" y="299161"/>
                  </a:lnTo>
                  <a:close/>
                </a:path>
              </a:pathLst>
            </a:custGeom>
            <a:solidFill>
              <a:srgbClr val="FF808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5" name="object 25"/>
            <p:cNvSpPr/>
            <p:nvPr/>
          </p:nvSpPr>
          <p:spPr>
            <a:xfrm>
              <a:off x="5963357" y="3851381"/>
              <a:ext cx="1958975" cy="288925"/>
            </a:xfrm>
            <a:custGeom>
              <a:avLst/>
              <a:gdLst/>
              <a:ahLst/>
              <a:cxnLst/>
              <a:rect l="l" t="t" r="r" b="b"/>
              <a:pathLst>
                <a:path w="1958975" h="288925">
                  <a:moveTo>
                    <a:pt x="1940905" y="288786"/>
                  </a:moveTo>
                  <a:lnTo>
                    <a:pt x="0" y="23935"/>
                  </a:lnTo>
                  <a:lnTo>
                    <a:pt x="1958746" y="0"/>
                  </a:lnTo>
                  <a:lnTo>
                    <a:pt x="1958743" y="48314"/>
                  </a:lnTo>
                  <a:lnTo>
                    <a:pt x="1957552" y="96555"/>
                  </a:lnTo>
                  <a:lnTo>
                    <a:pt x="1955172" y="144723"/>
                  </a:lnTo>
                  <a:lnTo>
                    <a:pt x="1951605" y="192817"/>
                  </a:lnTo>
                  <a:lnTo>
                    <a:pt x="1946849" y="240838"/>
                  </a:lnTo>
                  <a:lnTo>
                    <a:pt x="1940905" y="288786"/>
                  </a:lnTo>
                  <a:close/>
                </a:path>
              </a:pathLst>
            </a:custGeom>
            <a:solidFill>
              <a:srgbClr val="C3A2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6" name="object 26"/>
            <p:cNvSpPr/>
            <p:nvPr/>
          </p:nvSpPr>
          <p:spPr>
            <a:xfrm>
              <a:off x="5963357" y="3875317"/>
              <a:ext cx="1941195" cy="565150"/>
            </a:xfrm>
            <a:custGeom>
              <a:avLst/>
              <a:gdLst/>
              <a:ahLst/>
              <a:cxnLst/>
              <a:rect l="l" t="t" r="r" b="b"/>
              <a:pathLst>
                <a:path w="1941195" h="565150">
                  <a:moveTo>
                    <a:pt x="1875766" y="564590"/>
                  </a:moveTo>
                  <a:lnTo>
                    <a:pt x="0" y="0"/>
                  </a:lnTo>
                  <a:lnTo>
                    <a:pt x="1940905" y="264851"/>
                  </a:lnTo>
                  <a:lnTo>
                    <a:pt x="1933318" y="315518"/>
                  </a:lnTo>
                  <a:lnTo>
                    <a:pt x="1924423" y="365900"/>
                  </a:lnTo>
                  <a:lnTo>
                    <a:pt x="1914221" y="415999"/>
                  </a:lnTo>
                  <a:lnTo>
                    <a:pt x="1902710" y="465814"/>
                  </a:lnTo>
                  <a:lnTo>
                    <a:pt x="1889892" y="515344"/>
                  </a:lnTo>
                  <a:lnTo>
                    <a:pt x="1875766" y="564590"/>
                  </a:lnTo>
                  <a:close/>
                </a:path>
              </a:pathLst>
            </a:custGeom>
            <a:solidFill>
              <a:srgbClr val="B4A1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7" name="object 27"/>
            <p:cNvSpPr/>
            <p:nvPr/>
          </p:nvSpPr>
          <p:spPr>
            <a:xfrm>
              <a:off x="5963357" y="3875317"/>
              <a:ext cx="1875789" cy="913765"/>
            </a:xfrm>
            <a:custGeom>
              <a:avLst/>
              <a:gdLst/>
              <a:ahLst/>
              <a:cxnLst/>
              <a:rect l="l" t="t" r="r" b="b"/>
              <a:pathLst>
                <a:path w="1875790" h="913764">
                  <a:moveTo>
                    <a:pt x="1732884" y="913439"/>
                  </a:moveTo>
                  <a:lnTo>
                    <a:pt x="0" y="0"/>
                  </a:lnTo>
                  <a:lnTo>
                    <a:pt x="1875766" y="564590"/>
                  </a:lnTo>
                  <a:lnTo>
                    <a:pt x="1859484" y="616117"/>
                  </a:lnTo>
                  <a:lnTo>
                    <a:pt x="1841825" y="667080"/>
                  </a:lnTo>
                  <a:lnTo>
                    <a:pt x="1822790" y="717479"/>
                  </a:lnTo>
                  <a:lnTo>
                    <a:pt x="1802378" y="767315"/>
                  </a:lnTo>
                  <a:lnTo>
                    <a:pt x="1780590" y="816587"/>
                  </a:lnTo>
                  <a:lnTo>
                    <a:pt x="1757425" y="865295"/>
                  </a:lnTo>
                  <a:lnTo>
                    <a:pt x="1732884" y="913439"/>
                  </a:lnTo>
                  <a:close/>
                </a:path>
              </a:pathLst>
            </a:custGeom>
            <a:solidFill>
              <a:srgbClr val="F472D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8" name="object 28"/>
            <p:cNvSpPr/>
            <p:nvPr/>
          </p:nvSpPr>
          <p:spPr>
            <a:xfrm>
              <a:off x="5963357" y="3875317"/>
              <a:ext cx="1732914" cy="1256030"/>
            </a:xfrm>
            <a:custGeom>
              <a:avLst/>
              <a:gdLst/>
              <a:ahLst/>
              <a:cxnLst/>
              <a:rect l="l" t="t" r="r" b="b"/>
              <a:pathLst>
                <a:path w="1732915" h="1256029">
                  <a:moveTo>
                    <a:pt x="1503507" y="1255677"/>
                  </a:moveTo>
                  <a:lnTo>
                    <a:pt x="0" y="0"/>
                  </a:lnTo>
                  <a:lnTo>
                    <a:pt x="1732884" y="913439"/>
                  </a:lnTo>
                  <a:lnTo>
                    <a:pt x="1708171" y="958872"/>
                  </a:lnTo>
                  <a:lnTo>
                    <a:pt x="1682326" y="1003546"/>
                  </a:lnTo>
                  <a:lnTo>
                    <a:pt x="1655350" y="1047463"/>
                  </a:lnTo>
                  <a:lnTo>
                    <a:pt x="1627244" y="1090622"/>
                  </a:lnTo>
                  <a:lnTo>
                    <a:pt x="1598006" y="1133023"/>
                  </a:lnTo>
                  <a:lnTo>
                    <a:pt x="1567637" y="1174665"/>
                  </a:lnTo>
                  <a:lnTo>
                    <a:pt x="1536138" y="1215550"/>
                  </a:lnTo>
                  <a:lnTo>
                    <a:pt x="1503507" y="1255677"/>
                  </a:lnTo>
                  <a:close/>
                </a:path>
              </a:pathLst>
            </a:custGeom>
            <a:solidFill>
              <a:srgbClr val="BE5CC8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9" name="object 29"/>
            <p:cNvSpPr/>
            <p:nvPr/>
          </p:nvSpPr>
          <p:spPr>
            <a:xfrm>
              <a:off x="5963357" y="3875317"/>
              <a:ext cx="1503680" cy="1550670"/>
            </a:xfrm>
            <a:custGeom>
              <a:avLst/>
              <a:gdLst/>
              <a:ahLst/>
              <a:cxnLst/>
              <a:rect l="l" t="t" r="r" b="b"/>
              <a:pathLst>
                <a:path w="1503679" h="1550670">
                  <a:moveTo>
                    <a:pt x="1197292" y="1550403"/>
                  </a:moveTo>
                  <a:lnTo>
                    <a:pt x="0" y="0"/>
                  </a:lnTo>
                  <a:lnTo>
                    <a:pt x="1503507" y="1255677"/>
                  </a:lnTo>
                  <a:lnTo>
                    <a:pt x="1468748" y="1296173"/>
                  </a:lnTo>
                  <a:lnTo>
                    <a:pt x="1432984" y="1335624"/>
                  </a:lnTo>
                  <a:lnTo>
                    <a:pt x="1396215" y="1374031"/>
                  </a:lnTo>
                  <a:lnTo>
                    <a:pt x="1358440" y="1411394"/>
                  </a:lnTo>
                  <a:lnTo>
                    <a:pt x="1319661" y="1447713"/>
                  </a:lnTo>
                  <a:lnTo>
                    <a:pt x="1279876" y="1482987"/>
                  </a:lnTo>
                  <a:lnTo>
                    <a:pt x="1239087" y="1517217"/>
                  </a:lnTo>
                  <a:lnTo>
                    <a:pt x="1197292" y="1550403"/>
                  </a:lnTo>
                  <a:close/>
                </a:path>
              </a:pathLst>
            </a:custGeom>
            <a:solidFill>
              <a:srgbClr val="FFA058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0" name="object 30"/>
            <p:cNvSpPr/>
            <p:nvPr/>
          </p:nvSpPr>
          <p:spPr>
            <a:xfrm>
              <a:off x="5963357" y="3875317"/>
              <a:ext cx="1197610" cy="1776095"/>
            </a:xfrm>
            <a:custGeom>
              <a:avLst/>
              <a:gdLst/>
              <a:ahLst/>
              <a:cxnLst/>
              <a:rect l="l" t="t" r="r" b="b"/>
              <a:pathLst>
                <a:path w="1197609" h="1776095">
                  <a:moveTo>
                    <a:pt x="827395" y="1775578"/>
                  </a:moveTo>
                  <a:lnTo>
                    <a:pt x="0" y="0"/>
                  </a:lnTo>
                  <a:lnTo>
                    <a:pt x="1197292" y="1550403"/>
                  </a:lnTo>
                  <a:lnTo>
                    <a:pt x="1158666" y="1579486"/>
                  </a:lnTo>
                  <a:lnTo>
                    <a:pt x="1119421" y="1607552"/>
                  </a:lnTo>
                  <a:lnTo>
                    <a:pt x="1079558" y="1634603"/>
                  </a:lnTo>
                  <a:lnTo>
                    <a:pt x="1039077" y="1660639"/>
                  </a:lnTo>
                  <a:lnTo>
                    <a:pt x="997977" y="1685658"/>
                  </a:lnTo>
                  <a:lnTo>
                    <a:pt x="956259" y="1709662"/>
                  </a:lnTo>
                  <a:lnTo>
                    <a:pt x="913923" y="1732649"/>
                  </a:lnTo>
                  <a:lnTo>
                    <a:pt x="870968" y="1754622"/>
                  </a:lnTo>
                  <a:lnTo>
                    <a:pt x="827395" y="1775578"/>
                  </a:lnTo>
                  <a:close/>
                </a:path>
              </a:pathLst>
            </a:custGeom>
            <a:solidFill>
              <a:srgbClr val="4091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1" name="object 31"/>
            <p:cNvSpPr/>
            <p:nvPr/>
          </p:nvSpPr>
          <p:spPr>
            <a:xfrm>
              <a:off x="5963357" y="3875317"/>
              <a:ext cx="827405" cy="1917700"/>
            </a:xfrm>
            <a:custGeom>
              <a:avLst/>
              <a:gdLst/>
              <a:ahLst/>
              <a:cxnLst/>
              <a:rect l="l" t="t" r="r" b="b"/>
              <a:pathLst>
                <a:path w="827404" h="1917700">
                  <a:moveTo>
                    <a:pt x="401359" y="1917334"/>
                  </a:moveTo>
                  <a:lnTo>
                    <a:pt x="0" y="0"/>
                  </a:lnTo>
                  <a:lnTo>
                    <a:pt x="827395" y="1775578"/>
                  </a:lnTo>
                  <a:lnTo>
                    <a:pt x="781673" y="1796183"/>
                  </a:lnTo>
                  <a:lnTo>
                    <a:pt x="735547" y="1815574"/>
                  </a:lnTo>
                  <a:lnTo>
                    <a:pt x="689017" y="1833752"/>
                  </a:lnTo>
                  <a:lnTo>
                    <a:pt x="642084" y="1850717"/>
                  </a:lnTo>
                  <a:lnTo>
                    <a:pt x="594747" y="1866467"/>
                  </a:lnTo>
                  <a:lnTo>
                    <a:pt x="547005" y="1881004"/>
                  </a:lnTo>
                  <a:lnTo>
                    <a:pt x="498861" y="1894328"/>
                  </a:lnTo>
                  <a:lnTo>
                    <a:pt x="450312" y="1906438"/>
                  </a:lnTo>
                  <a:lnTo>
                    <a:pt x="401359" y="1917334"/>
                  </a:lnTo>
                  <a:close/>
                </a:path>
              </a:pathLst>
            </a:custGeom>
            <a:solidFill>
              <a:srgbClr val="15C6F4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2" name="object 32"/>
            <p:cNvSpPr/>
            <p:nvPr/>
          </p:nvSpPr>
          <p:spPr>
            <a:xfrm>
              <a:off x="5872159" y="3875317"/>
              <a:ext cx="492759" cy="1958975"/>
            </a:xfrm>
            <a:custGeom>
              <a:avLst/>
              <a:gdLst/>
              <a:ahLst/>
              <a:cxnLst/>
              <a:rect l="l" t="t" r="r" b="b"/>
              <a:pathLst>
                <a:path w="492760" h="1958975">
                  <a:moveTo>
                    <a:pt x="99313" y="1958901"/>
                  </a:moveTo>
                  <a:lnTo>
                    <a:pt x="49707" y="1958461"/>
                  </a:lnTo>
                  <a:lnTo>
                    <a:pt x="0" y="1956768"/>
                  </a:lnTo>
                  <a:lnTo>
                    <a:pt x="91198" y="0"/>
                  </a:lnTo>
                  <a:lnTo>
                    <a:pt x="492558" y="1917334"/>
                  </a:lnTo>
                  <a:lnTo>
                    <a:pt x="443753" y="1926914"/>
                  </a:lnTo>
                  <a:lnTo>
                    <a:pt x="394848" y="1935241"/>
                  </a:lnTo>
                  <a:lnTo>
                    <a:pt x="345843" y="1942316"/>
                  </a:lnTo>
                  <a:lnTo>
                    <a:pt x="296738" y="1948138"/>
                  </a:lnTo>
                  <a:lnTo>
                    <a:pt x="247532" y="1952707"/>
                  </a:lnTo>
                  <a:lnTo>
                    <a:pt x="198226" y="1956025"/>
                  </a:lnTo>
                  <a:lnTo>
                    <a:pt x="148820" y="1958089"/>
                  </a:lnTo>
                  <a:lnTo>
                    <a:pt x="99313" y="1958901"/>
                  </a:lnTo>
                  <a:close/>
                </a:path>
              </a:pathLst>
            </a:custGeom>
            <a:solidFill>
              <a:srgbClr val="1AAB4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3" name="object 33"/>
            <p:cNvSpPr/>
            <p:nvPr/>
          </p:nvSpPr>
          <p:spPr>
            <a:xfrm>
              <a:off x="5351474" y="3875317"/>
              <a:ext cx="612140" cy="1957070"/>
            </a:xfrm>
            <a:custGeom>
              <a:avLst/>
              <a:gdLst/>
              <a:ahLst/>
              <a:cxnLst/>
              <a:rect l="l" t="t" r="r" b="b"/>
              <a:pathLst>
                <a:path w="612139" h="1957070">
                  <a:moveTo>
                    <a:pt x="520684" y="1956768"/>
                  </a:moveTo>
                  <a:lnTo>
                    <a:pt x="467439" y="1953571"/>
                  </a:lnTo>
                  <a:lnTo>
                    <a:pt x="414455" y="1948952"/>
                  </a:lnTo>
                  <a:lnTo>
                    <a:pt x="361732" y="1942914"/>
                  </a:lnTo>
                  <a:lnTo>
                    <a:pt x="309272" y="1935455"/>
                  </a:lnTo>
                  <a:lnTo>
                    <a:pt x="257072" y="1926576"/>
                  </a:lnTo>
                  <a:lnTo>
                    <a:pt x="205135" y="1916277"/>
                  </a:lnTo>
                  <a:lnTo>
                    <a:pt x="153458" y="1904557"/>
                  </a:lnTo>
                  <a:lnTo>
                    <a:pt x="102044" y="1891417"/>
                  </a:lnTo>
                  <a:lnTo>
                    <a:pt x="50891" y="1876857"/>
                  </a:lnTo>
                  <a:lnTo>
                    <a:pt x="0" y="1860876"/>
                  </a:lnTo>
                  <a:lnTo>
                    <a:pt x="611883" y="0"/>
                  </a:lnTo>
                  <a:lnTo>
                    <a:pt x="520684" y="1956768"/>
                  </a:lnTo>
                  <a:close/>
                </a:path>
              </a:pathLst>
            </a:custGeom>
            <a:solidFill>
              <a:srgbClr val="187278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4" name="object 34"/>
            <p:cNvSpPr/>
            <p:nvPr/>
          </p:nvSpPr>
          <p:spPr>
            <a:xfrm>
              <a:off x="4828911" y="3875317"/>
              <a:ext cx="1134745" cy="1861185"/>
            </a:xfrm>
            <a:custGeom>
              <a:avLst/>
              <a:gdLst/>
              <a:ahLst/>
              <a:cxnLst/>
              <a:rect l="l" t="t" r="r" b="b"/>
              <a:pathLst>
                <a:path w="1134745" h="1861185">
                  <a:moveTo>
                    <a:pt x="522562" y="1860876"/>
                  </a:moveTo>
                  <a:lnTo>
                    <a:pt x="475969" y="1844916"/>
                  </a:lnTo>
                  <a:lnTo>
                    <a:pt x="429929" y="1827859"/>
                  </a:lnTo>
                  <a:lnTo>
                    <a:pt x="384443" y="1809705"/>
                  </a:lnTo>
                  <a:lnTo>
                    <a:pt x="339512" y="1790454"/>
                  </a:lnTo>
                  <a:lnTo>
                    <a:pt x="295134" y="1770107"/>
                  </a:lnTo>
                  <a:lnTo>
                    <a:pt x="251310" y="1748663"/>
                  </a:lnTo>
                  <a:lnTo>
                    <a:pt x="208040" y="1726121"/>
                  </a:lnTo>
                  <a:lnTo>
                    <a:pt x="165324" y="1702484"/>
                  </a:lnTo>
                  <a:lnTo>
                    <a:pt x="123162" y="1677749"/>
                  </a:lnTo>
                  <a:lnTo>
                    <a:pt x="81554" y="1651917"/>
                  </a:lnTo>
                  <a:lnTo>
                    <a:pt x="40500" y="1624989"/>
                  </a:lnTo>
                  <a:lnTo>
                    <a:pt x="0" y="1596964"/>
                  </a:lnTo>
                  <a:lnTo>
                    <a:pt x="1134446" y="0"/>
                  </a:lnTo>
                  <a:lnTo>
                    <a:pt x="522562" y="1860876"/>
                  </a:lnTo>
                  <a:close/>
                </a:path>
              </a:pathLst>
            </a:custGeom>
            <a:solidFill>
              <a:srgbClr val="D5454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5" name="object 35"/>
            <p:cNvSpPr/>
            <p:nvPr/>
          </p:nvSpPr>
          <p:spPr>
            <a:xfrm>
              <a:off x="4382969" y="3875317"/>
              <a:ext cx="1580515" cy="1597025"/>
            </a:xfrm>
            <a:custGeom>
              <a:avLst/>
              <a:gdLst/>
              <a:ahLst/>
              <a:cxnLst/>
              <a:rect l="l" t="t" r="r" b="b"/>
              <a:pathLst>
                <a:path w="1580514" h="1597025">
                  <a:moveTo>
                    <a:pt x="445941" y="1596964"/>
                  </a:moveTo>
                  <a:lnTo>
                    <a:pt x="403343" y="1565851"/>
                  </a:lnTo>
                  <a:lnTo>
                    <a:pt x="361734" y="1533735"/>
                  </a:lnTo>
                  <a:lnTo>
                    <a:pt x="321113" y="1500617"/>
                  </a:lnTo>
                  <a:lnTo>
                    <a:pt x="281480" y="1466495"/>
                  </a:lnTo>
                  <a:lnTo>
                    <a:pt x="242836" y="1431371"/>
                  </a:lnTo>
                  <a:lnTo>
                    <a:pt x="205180" y="1395245"/>
                  </a:lnTo>
                  <a:lnTo>
                    <a:pt x="168512" y="1358115"/>
                  </a:lnTo>
                  <a:lnTo>
                    <a:pt x="132833" y="1319983"/>
                  </a:lnTo>
                  <a:lnTo>
                    <a:pt x="98142" y="1280848"/>
                  </a:lnTo>
                  <a:lnTo>
                    <a:pt x="64439" y="1240710"/>
                  </a:lnTo>
                  <a:lnTo>
                    <a:pt x="31725" y="1199570"/>
                  </a:lnTo>
                  <a:lnTo>
                    <a:pt x="0" y="1157426"/>
                  </a:lnTo>
                  <a:lnTo>
                    <a:pt x="1580387" y="0"/>
                  </a:lnTo>
                  <a:lnTo>
                    <a:pt x="445941" y="1596964"/>
                  </a:lnTo>
                  <a:close/>
                </a:path>
              </a:pathLst>
            </a:custGeom>
            <a:solidFill>
              <a:srgbClr val="D9B3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6" name="object 36"/>
            <p:cNvSpPr/>
            <p:nvPr/>
          </p:nvSpPr>
          <p:spPr>
            <a:xfrm>
              <a:off x="4096016" y="3875317"/>
              <a:ext cx="1867535" cy="1157605"/>
            </a:xfrm>
            <a:custGeom>
              <a:avLst/>
              <a:gdLst/>
              <a:ahLst/>
              <a:cxnLst/>
              <a:rect l="l" t="t" r="r" b="b"/>
              <a:pathLst>
                <a:path w="1867535" h="1157604">
                  <a:moveTo>
                    <a:pt x="286953" y="1157426"/>
                  </a:moveTo>
                  <a:lnTo>
                    <a:pt x="258292" y="1117264"/>
                  </a:lnTo>
                  <a:lnTo>
                    <a:pt x="230729" y="1076544"/>
                  </a:lnTo>
                  <a:lnTo>
                    <a:pt x="204264" y="1035267"/>
                  </a:lnTo>
                  <a:lnTo>
                    <a:pt x="178897" y="993433"/>
                  </a:lnTo>
                  <a:lnTo>
                    <a:pt x="154628" y="951042"/>
                  </a:lnTo>
                  <a:lnTo>
                    <a:pt x="131456" y="908094"/>
                  </a:lnTo>
                  <a:lnTo>
                    <a:pt x="109383" y="864589"/>
                  </a:lnTo>
                  <a:lnTo>
                    <a:pt x="88408" y="820527"/>
                  </a:lnTo>
                  <a:lnTo>
                    <a:pt x="68530" y="775908"/>
                  </a:lnTo>
                  <a:lnTo>
                    <a:pt x="49751" y="730731"/>
                  </a:lnTo>
                  <a:lnTo>
                    <a:pt x="32069" y="684998"/>
                  </a:lnTo>
                  <a:lnTo>
                    <a:pt x="15485" y="638708"/>
                  </a:lnTo>
                  <a:lnTo>
                    <a:pt x="0" y="591860"/>
                  </a:lnTo>
                  <a:lnTo>
                    <a:pt x="1867341" y="0"/>
                  </a:lnTo>
                  <a:lnTo>
                    <a:pt x="286953" y="1157426"/>
                  </a:lnTo>
                  <a:close/>
                </a:path>
              </a:pathLst>
            </a:custGeom>
            <a:solidFill>
              <a:srgbClr val="734EC2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7" name="object 37"/>
            <p:cNvSpPr/>
            <p:nvPr/>
          </p:nvSpPr>
          <p:spPr>
            <a:xfrm>
              <a:off x="4004472" y="3834875"/>
              <a:ext cx="1958975" cy="632460"/>
            </a:xfrm>
            <a:custGeom>
              <a:avLst/>
              <a:gdLst/>
              <a:ahLst/>
              <a:cxnLst/>
              <a:rect l="l" t="t" r="r" b="b"/>
              <a:pathLst>
                <a:path w="1958975" h="632460">
                  <a:moveTo>
                    <a:pt x="91544" y="632302"/>
                  </a:moveTo>
                  <a:lnTo>
                    <a:pt x="77113" y="584733"/>
                  </a:lnTo>
                  <a:lnTo>
                    <a:pt x="63919" y="536986"/>
                  </a:lnTo>
                  <a:lnTo>
                    <a:pt x="51962" y="489060"/>
                  </a:lnTo>
                  <a:lnTo>
                    <a:pt x="41242" y="440956"/>
                  </a:lnTo>
                  <a:lnTo>
                    <a:pt x="31758" y="392674"/>
                  </a:lnTo>
                  <a:lnTo>
                    <a:pt x="23511" y="344213"/>
                  </a:lnTo>
                  <a:lnTo>
                    <a:pt x="16501" y="295575"/>
                  </a:lnTo>
                  <a:lnTo>
                    <a:pt x="10727" y="246758"/>
                  </a:lnTo>
                  <a:lnTo>
                    <a:pt x="6190" y="197763"/>
                  </a:lnTo>
                  <a:lnTo>
                    <a:pt x="2890" y="148589"/>
                  </a:lnTo>
                  <a:lnTo>
                    <a:pt x="826" y="99238"/>
                  </a:lnTo>
                  <a:lnTo>
                    <a:pt x="0" y="49708"/>
                  </a:lnTo>
                  <a:lnTo>
                    <a:pt x="409" y="0"/>
                  </a:lnTo>
                  <a:lnTo>
                    <a:pt x="1958885" y="40441"/>
                  </a:lnTo>
                  <a:lnTo>
                    <a:pt x="91544" y="632302"/>
                  </a:lnTo>
                  <a:close/>
                </a:path>
              </a:pathLst>
            </a:custGeom>
            <a:solidFill>
              <a:srgbClr val="DF44A6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8" name="object 38"/>
            <p:cNvSpPr/>
            <p:nvPr/>
          </p:nvSpPr>
          <p:spPr>
            <a:xfrm>
              <a:off x="4004881" y="3199667"/>
              <a:ext cx="1958975" cy="676275"/>
            </a:xfrm>
            <a:custGeom>
              <a:avLst/>
              <a:gdLst/>
              <a:ahLst/>
              <a:cxnLst/>
              <a:rect l="l" t="t" r="r" b="b"/>
              <a:pathLst>
                <a:path w="1958975" h="676275">
                  <a:moveTo>
                    <a:pt x="1958475" y="675649"/>
                  </a:moveTo>
                  <a:lnTo>
                    <a:pt x="0" y="635207"/>
                  </a:lnTo>
                  <a:lnTo>
                    <a:pt x="1669" y="584922"/>
                  </a:lnTo>
                  <a:lnTo>
                    <a:pt x="4596" y="534874"/>
                  </a:lnTo>
                  <a:lnTo>
                    <a:pt x="8781" y="485063"/>
                  </a:lnTo>
                  <a:lnTo>
                    <a:pt x="14223" y="435490"/>
                  </a:lnTo>
                  <a:lnTo>
                    <a:pt x="20923" y="386153"/>
                  </a:lnTo>
                  <a:lnTo>
                    <a:pt x="28880" y="337054"/>
                  </a:lnTo>
                  <a:lnTo>
                    <a:pt x="38095" y="288192"/>
                  </a:lnTo>
                  <a:lnTo>
                    <a:pt x="48567" y="239567"/>
                  </a:lnTo>
                  <a:lnTo>
                    <a:pt x="60297" y="191179"/>
                  </a:lnTo>
                  <a:lnTo>
                    <a:pt x="73284" y="143029"/>
                  </a:lnTo>
                  <a:lnTo>
                    <a:pt x="87529" y="95115"/>
                  </a:lnTo>
                  <a:lnTo>
                    <a:pt x="103031" y="47439"/>
                  </a:lnTo>
                  <a:lnTo>
                    <a:pt x="119791" y="0"/>
                  </a:lnTo>
                  <a:lnTo>
                    <a:pt x="1958475" y="675649"/>
                  </a:lnTo>
                  <a:close/>
                </a:path>
              </a:pathLst>
            </a:custGeom>
            <a:solidFill>
              <a:srgbClr val="6A007B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9" name="object 39"/>
            <p:cNvSpPr/>
            <p:nvPr/>
          </p:nvSpPr>
          <p:spPr>
            <a:xfrm>
              <a:off x="4124673" y="2624466"/>
              <a:ext cx="1838960" cy="1250950"/>
            </a:xfrm>
            <a:custGeom>
              <a:avLst/>
              <a:gdLst/>
              <a:ahLst/>
              <a:cxnLst/>
              <a:rect l="l" t="t" r="r" b="b"/>
              <a:pathLst>
                <a:path w="1838960" h="1250950">
                  <a:moveTo>
                    <a:pt x="1838684" y="1250850"/>
                  </a:moveTo>
                  <a:lnTo>
                    <a:pt x="0" y="575201"/>
                  </a:lnTo>
                  <a:lnTo>
                    <a:pt x="16996" y="530623"/>
                  </a:lnTo>
                  <a:lnTo>
                    <a:pt x="35043" y="486537"/>
                  </a:lnTo>
                  <a:lnTo>
                    <a:pt x="54141" y="442942"/>
                  </a:lnTo>
                  <a:lnTo>
                    <a:pt x="74289" y="399838"/>
                  </a:lnTo>
                  <a:lnTo>
                    <a:pt x="95489" y="357225"/>
                  </a:lnTo>
                  <a:lnTo>
                    <a:pt x="117739" y="315103"/>
                  </a:lnTo>
                  <a:lnTo>
                    <a:pt x="141040" y="273473"/>
                  </a:lnTo>
                  <a:lnTo>
                    <a:pt x="165343" y="232419"/>
                  </a:lnTo>
                  <a:lnTo>
                    <a:pt x="190598" y="192027"/>
                  </a:lnTo>
                  <a:lnTo>
                    <a:pt x="216805" y="152297"/>
                  </a:lnTo>
                  <a:lnTo>
                    <a:pt x="243965" y="113230"/>
                  </a:lnTo>
                  <a:lnTo>
                    <a:pt x="272077" y="74824"/>
                  </a:lnTo>
                  <a:lnTo>
                    <a:pt x="301141" y="37081"/>
                  </a:lnTo>
                  <a:lnTo>
                    <a:pt x="331158" y="0"/>
                  </a:lnTo>
                  <a:lnTo>
                    <a:pt x="1838684" y="1250850"/>
                  </a:lnTo>
                  <a:close/>
                </a:path>
              </a:pathLst>
            </a:custGeom>
            <a:solidFill>
              <a:srgbClr val="E66B37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0" name="object 40"/>
            <p:cNvSpPr/>
            <p:nvPr/>
          </p:nvSpPr>
          <p:spPr>
            <a:xfrm>
              <a:off x="4455831" y="2131212"/>
              <a:ext cx="1508125" cy="1744345"/>
            </a:xfrm>
            <a:custGeom>
              <a:avLst/>
              <a:gdLst/>
              <a:ahLst/>
              <a:cxnLst/>
              <a:rect l="l" t="t" r="r" b="b"/>
              <a:pathLst>
                <a:path w="1508125" h="1744345">
                  <a:moveTo>
                    <a:pt x="1507525" y="1744105"/>
                  </a:moveTo>
                  <a:lnTo>
                    <a:pt x="0" y="493254"/>
                  </a:lnTo>
                  <a:lnTo>
                    <a:pt x="32252" y="455365"/>
                  </a:lnTo>
                  <a:lnTo>
                    <a:pt x="65388" y="418375"/>
                  </a:lnTo>
                  <a:lnTo>
                    <a:pt x="99408" y="382284"/>
                  </a:lnTo>
                  <a:lnTo>
                    <a:pt x="134311" y="347091"/>
                  </a:lnTo>
                  <a:lnTo>
                    <a:pt x="170098" y="312798"/>
                  </a:lnTo>
                  <a:lnTo>
                    <a:pt x="206768" y="279403"/>
                  </a:lnTo>
                  <a:lnTo>
                    <a:pt x="244322" y="246907"/>
                  </a:lnTo>
                  <a:lnTo>
                    <a:pt x="282759" y="215311"/>
                  </a:lnTo>
                  <a:lnTo>
                    <a:pt x="321981" y="184692"/>
                  </a:lnTo>
                  <a:lnTo>
                    <a:pt x="361887" y="155133"/>
                  </a:lnTo>
                  <a:lnTo>
                    <a:pt x="402477" y="126631"/>
                  </a:lnTo>
                  <a:lnTo>
                    <a:pt x="443752" y="99188"/>
                  </a:lnTo>
                  <a:lnTo>
                    <a:pt x="485711" y="72803"/>
                  </a:lnTo>
                  <a:lnTo>
                    <a:pt x="528355" y="47477"/>
                  </a:lnTo>
                  <a:lnTo>
                    <a:pt x="571683" y="23209"/>
                  </a:lnTo>
                  <a:lnTo>
                    <a:pt x="615696" y="0"/>
                  </a:lnTo>
                  <a:lnTo>
                    <a:pt x="1507525" y="1744105"/>
                  </a:lnTo>
                  <a:close/>
                </a:path>
              </a:pathLst>
            </a:custGeom>
            <a:solidFill>
              <a:srgbClr val="12239D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1" name="object 41"/>
            <p:cNvSpPr/>
            <p:nvPr/>
          </p:nvSpPr>
          <p:spPr>
            <a:xfrm>
              <a:off x="5071528" y="1916424"/>
              <a:ext cx="892175" cy="1958975"/>
            </a:xfrm>
            <a:custGeom>
              <a:avLst/>
              <a:gdLst/>
              <a:ahLst/>
              <a:cxnLst/>
              <a:rect l="l" t="t" r="r" b="b"/>
              <a:pathLst>
                <a:path w="892175" h="1958975">
                  <a:moveTo>
                    <a:pt x="891829" y="1958893"/>
                  </a:moveTo>
                  <a:lnTo>
                    <a:pt x="0" y="214787"/>
                  </a:lnTo>
                  <a:lnTo>
                    <a:pt x="41488" y="194187"/>
                  </a:lnTo>
                  <a:lnTo>
                    <a:pt x="83416" y="174588"/>
                  </a:lnTo>
                  <a:lnTo>
                    <a:pt x="125784" y="155993"/>
                  </a:lnTo>
                  <a:lnTo>
                    <a:pt x="168592" y="138399"/>
                  </a:lnTo>
                  <a:lnTo>
                    <a:pt x="211840" y="121809"/>
                  </a:lnTo>
                  <a:lnTo>
                    <a:pt x="255467" y="106243"/>
                  </a:lnTo>
                  <a:lnTo>
                    <a:pt x="299413" y="91725"/>
                  </a:lnTo>
                  <a:lnTo>
                    <a:pt x="343678" y="78254"/>
                  </a:lnTo>
                  <a:lnTo>
                    <a:pt x="388262" y="65830"/>
                  </a:lnTo>
                  <a:lnTo>
                    <a:pt x="433164" y="54453"/>
                  </a:lnTo>
                  <a:lnTo>
                    <a:pt x="478322" y="44140"/>
                  </a:lnTo>
                  <a:lnTo>
                    <a:pt x="523674" y="34903"/>
                  </a:lnTo>
                  <a:lnTo>
                    <a:pt x="569218" y="26745"/>
                  </a:lnTo>
                  <a:lnTo>
                    <a:pt x="614955" y="19664"/>
                  </a:lnTo>
                  <a:lnTo>
                    <a:pt x="660886" y="13661"/>
                  </a:lnTo>
                  <a:lnTo>
                    <a:pt x="706945" y="8743"/>
                  </a:lnTo>
                  <a:lnTo>
                    <a:pt x="753069" y="4918"/>
                  </a:lnTo>
                  <a:lnTo>
                    <a:pt x="799258" y="2185"/>
                  </a:lnTo>
                  <a:lnTo>
                    <a:pt x="845511" y="546"/>
                  </a:lnTo>
                  <a:lnTo>
                    <a:pt x="891829" y="0"/>
                  </a:lnTo>
                  <a:lnTo>
                    <a:pt x="891829" y="1958893"/>
                  </a:lnTo>
                  <a:close/>
                </a:path>
              </a:pathLst>
            </a:custGeom>
            <a:solidFill>
              <a:srgbClr val="118C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2" name="object 42"/>
            <p:cNvSpPr/>
            <p:nvPr/>
          </p:nvSpPr>
          <p:spPr>
            <a:xfrm>
              <a:off x="5970951" y="1671578"/>
              <a:ext cx="112395" cy="196215"/>
            </a:xfrm>
            <a:custGeom>
              <a:avLst/>
              <a:gdLst/>
              <a:ahLst/>
              <a:cxnLst/>
              <a:rect l="l" t="t" r="r" b="b"/>
              <a:pathLst>
                <a:path w="112395" h="196214">
                  <a:moveTo>
                    <a:pt x="0" y="195887"/>
                  </a:moveTo>
                  <a:lnTo>
                    <a:pt x="740" y="0"/>
                  </a:lnTo>
                  <a:lnTo>
                    <a:pt x="111915" y="0"/>
                  </a:lnTo>
                </a:path>
              </a:pathLst>
            </a:custGeom>
            <a:ln w="9264">
              <a:solidFill>
                <a:srgbClr val="605D5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3" name="object 43"/>
            <p:cNvSpPr/>
            <p:nvPr/>
          </p:nvSpPr>
          <p:spPr>
            <a:xfrm>
              <a:off x="6817826" y="1881073"/>
              <a:ext cx="194945" cy="177800"/>
            </a:xfrm>
            <a:custGeom>
              <a:avLst/>
              <a:gdLst/>
              <a:ahLst/>
              <a:cxnLst/>
              <a:rect l="l" t="t" r="r" b="b"/>
              <a:pathLst>
                <a:path w="194945" h="177800">
                  <a:moveTo>
                    <a:pt x="0" y="177265"/>
                  </a:moveTo>
                  <a:lnTo>
                    <a:pt x="83362" y="0"/>
                  </a:lnTo>
                  <a:lnTo>
                    <a:pt x="194537" y="0"/>
                  </a:lnTo>
                </a:path>
              </a:pathLst>
            </a:custGeom>
            <a:ln w="9264">
              <a:solidFill>
                <a:srgbClr val="605D5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4" name="object 44"/>
            <p:cNvSpPr/>
            <p:nvPr/>
          </p:nvSpPr>
          <p:spPr>
            <a:xfrm>
              <a:off x="7183614" y="2125233"/>
              <a:ext cx="230504" cy="155575"/>
            </a:xfrm>
            <a:custGeom>
              <a:avLst/>
              <a:gdLst/>
              <a:ahLst/>
              <a:cxnLst/>
              <a:rect l="l" t="t" r="r" b="b"/>
              <a:pathLst>
                <a:path w="230504" h="155575">
                  <a:moveTo>
                    <a:pt x="0" y="155563"/>
                  </a:moveTo>
                  <a:lnTo>
                    <a:pt x="119049" y="0"/>
                  </a:lnTo>
                  <a:lnTo>
                    <a:pt x="230224" y="0"/>
                  </a:lnTo>
                </a:path>
              </a:pathLst>
            </a:custGeom>
            <a:ln w="9264">
              <a:solidFill>
                <a:srgbClr val="605D5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5" name="object 45"/>
            <p:cNvSpPr/>
            <p:nvPr/>
          </p:nvSpPr>
          <p:spPr>
            <a:xfrm>
              <a:off x="7351869" y="2283453"/>
              <a:ext cx="247015" cy="141605"/>
            </a:xfrm>
            <a:custGeom>
              <a:avLst/>
              <a:gdLst/>
              <a:ahLst/>
              <a:cxnLst/>
              <a:rect l="l" t="t" r="r" b="b"/>
              <a:pathLst>
                <a:path w="247015" h="141605">
                  <a:moveTo>
                    <a:pt x="0" y="141498"/>
                  </a:moveTo>
                  <a:lnTo>
                    <a:pt x="135464" y="0"/>
                  </a:lnTo>
                  <a:lnTo>
                    <a:pt x="246639" y="0"/>
                  </a:lnTo>
                </a:path>
              </a:pathLst>
            </a:custGeom>
            <a:ln w="9264">
              <a:solidFill>
                <a:srgbClr val="605D5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6" name="object 46"/>
            <p:cNvSpPr/>
            <p:nvPr/>
          </p:nvSpPr>
          <p:spPr>
            <a:xfrm>
              <a:off x="7505366" y="2463881"/>
              <a:ext cx="261620" cy="125730"/>
            </a:xfrm>
            <a:custGeom>
              <a:avLst/>
              <a:gdLst/>
              <a:ahLst/>
              <a:cxnLst/>
              <a:rect l="l" t="t" r="r" b="b"/>
              <a:pathLst>
                <a:path w="261620" h="125730">
                  <a:moveTo>
                    <a:pt x="0" y="125460"/>
                  </a:moveTo>
                  <a:lnTo>
                    <a:pt x="150439" y="0"/>
                  </a:lnTo>
                  <a:lnTo>
                    <a:pt x="261614" y="0"/>
                  </a:lnTo>
                </a:path>
              </a:pathLst>
            </a:custGeom>
            <a:ln w="9264">
              <a:solidFill>
                <a:srgbClr val="605D5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7" name="object 47"/>
            <p:cNvSpPr/>
            <p:nvPr/>
          </p:nvSpPr>
          <p:spPr>
            <a:xfrm>
              <a:off x="7641359" y="2665094"/>
              <a:ext cx="274955" cy="107950"/>
            </a:xfrm>
            <a:custGeom>
              <a:avLst/>
              <a:gdLst/>
              <a:ahLst/>
              <a:cxnLst/>
              <a:rect l="l" t="t" r="r" b="b"/>
              <a:pathLst>
                <a:path w="274954" h="107950">
                  <a:moveTo>
                    <a:pt x="0" y="107575"/>
                  </a:moveTo>
                  <a:lnTo>
                    <a:pt x="163707" y="0"/>
                  </a:lnTo>
                  <a:lnTo>
                    <a:pt x="274882" y="0"/>
                  </a:lnTo>
                </a:path>
              </a:pathLst>
            </a:custGeom>
            <a:ln w="9264">
              <a:solidFill>
                <a:srgbClr val="605D5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8" name="object 48"/>
            <p:cNvSpPr/>
            <p:nvPr/>
          </p:nvSpPr>
          <p:spPr>
            <a:xfrm>
              <a:off x="7757971" y="2886973"/>
              <a:ext cx="286385" cy="88265"/>
            </a:xfrm>
            <a:custGeom>
              <a:avLst/>
              <a:gdLst/>
              <a:ahLst/>
              <a:cxnLst/>
              <a:rect l="l" t="t" r="r" b="b"/>
              <a:pathLst>
                <a:path w="286384" h="88264">
                  <a:moveTo>
                    <a:pt x="0" y="87852"/>
                  </a:moveTo>
                  <a:lnTo>
                    <a:pt x="175084" y="0"/>
                  </a:lnTo>
                  <a:lnTo>
                    <a:pt x="286258" y="0"/>
                  </a:lnTo>
                </a:path>
              </a:pathLst>
            </a:custGeom>
            <a:ln w="9264">
              <a:solidFill>
                <a:srgbClr val="605D5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9" name="object 49"/>
            <p:cNvSpPr/>
            <p:nvPr/>
          </p:nvSpPr>
          <p:spPr>
            <a:xfrm>
              <a:off x="7853791" y="3132711"/>
              <a:ext cx="295910" cy="66040"/>
            </a:xfrm>
            <a:custGeom>
              <a:avLst/>
              <a:gdLst/>
              <a:ahLst/>
              <a:cxnLst/>
              <a:rect l="l" t="t" r="r" b="b"/>
              <a:pathLst>
                <a:path w="295909" h="66039">
                  <a:moveTo>
                    <a:pt x="0" y="66009"/>
                  </a:moveTo>
                  <a:lnTo>
                    <a:pt x="184432" y="0"/>
                  </a:lnTo>
                  <a:lnTo>
                    <a:pt x="295607" y="0"/>
                  </a:lnTo>
                </a:path>
              </a:pathLst>
            </a:custGeom>
            <a:ln w="9264">
              <a:solidFill>
                <a:srgbClr val="605D5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0" name="object 50"/>
            <p:cNvSpPr/>
            <p:nvPr/>
          </p:nvSpPr>
          <p:spPr>
            <a:xfrm>
              <a:off x="7923948" y="3399922"/>
              <a:ext cx="302895" cy="42545"/>
            </a:xfrm>
            <a:custGeom>
              <a:avLst/>
              <a:gdLst/>
              <a:ahLst/>
              <a:cxnLst/>
              <a:rect l="l" t="t" r="r" b="b"/>
              <a:pathLst>
                <a:path w="302895" h="42545">
                  <a:moveTo>
                    <a:pt x="0" y="42257"/>
                  </a:moveTo>
                  <a:lnTo>
                    <a:pt x="191277" y="0"/>
                  </a:lnTo>
                  <a:lnTo>
                    <a:pt x="302451" y="0"/>
                  </a:lnTo>
                </a:path>
              </a:pathLst>
            </a:custGeom>
            <a:ln w="9264">
              <a:solidFill>
                <a:srgbClr val="605D5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1" name="object 51"/>
            <p:cNvSpPr/>
            <p:nvPr/>
          </p:nvSpPr>
          <p:spPr>
            <a:xfrm>
              <a:off x="7964349" y="3693121"/>
              <a:ext cx="306705" cy="16510"/>
            </a:xfrm>
            <a:custGeom>
              <a:avLst/>
              <a:gdLst/>
              <a:ahLst/>
              <a:cxnLst/>
              <a:rect l="l" t="t" r="r" b="b"/>
              <a:pathLst>
                <a:path w="306704" h="16510">
                  <a:moveTo>
                    <a:pt x="0" y="16195"/>
                  </a:moveTo>
                  <a:lnTo>
                    <a:pt x="195218" y="0"/>
                  </a:lnTo>
                  <a:lnTo>
                    <a:pt x="306393" y="0"/>
                  </a:lnTo>
                </a:path>
              </a:pathLst>
            </a:custGeom>
            <a:ln w="9264">
              <a:solidFill>
                <a:srgbClr val="605D5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2" name="object 52"/>
            <p:cNvSpPr/>
            <p:nvPr/>
          </p:nvSpPr>
          <p:spPr>
            <a:xfrm>
              <a:off x="7967402" y="3999124"/>
              <a:ext cx="306705" cy="12700"/>
            </a:xfrm>
            <a:custGeom>
              <a:avLst/>
              <a:gdLst/>
              <a:ahLst/>
              <a:cxnLst/>
              <a:rect l="l" t="t" r="r" b="b"/>
              <a:pathLst>
                <a:path w="306704" h="12700">
                  <a:moveTo>
                    <a:pt x="0" y="0"/>
                  </a:moveTo>
                  <a:lnTo>
                    <a:pt x="195516" y="12078"/>
                  </a:lnTo>
                  <a:lnTo>
                    <a:pt x="306691" y="12078"/>
                  </a:lnTo>
                </a:path>
              </a:pathLst>
            </a:custGeom>
            <a:ln w="9264">
              <a:solidFill>
                <a:srgbClr val="605D5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3" name="object 53"/>
            <p:cNvSpPr/>
            <p:nvPr/>
          </p:nvSpPr>
          <p:spPr>
            <a:xfrm>
              <a:off x="7925424" y="4301714"/>
              <a:ext cx="302895" cy="41910"/>
            </a:xfrm>
            <a:custGeom>
              <a:avLst/>
              <a:gdLst/>
              <a:ahLst/>
              <a:cxnLst/>
              <a:rect l="l" t="t" r="r" b="b"/>
              <a:pathLst>
                <a:path w="302895" h="41910">
                  <a:moveTo>
                    <a:pt x="0" y="0"/>
                  </a:moveTo>
                  <a:lnTo>
                    <a:pt x="191421" y="41599"/>
                  </a:lnTo>
                  <a:lnTo>
                    <a:pt x="302595" y="41599"/>
                  </a:lnTo>
                </a:path>
              </a:pathLst>
            </a:custGeom>
            <a:ln w="9264">
              <a:solidFill>
                <a:srgbClr val="605D5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4" name="object 54"/>
            <p:cNvSpPr/>
            <p:nvPr/>
          </p:nvSpPr>
          <p:spPr>
            <a:xfrm>
              <a:off x="7821412" y="4636338"/>
              <a:ext cx="292735" cy="74295"/>
            </a:xfrm>
            <a:custGeom>
              <a:avLst/>
              <a:gdLst/>
              <a:ahLst/>
              <a:cxnLst/>
              <a:rect l="l" t="t" r="r" b="b"/>
              <a:pathLst>
                <a:path w="292734" h="74295">
                  <a:moveTo>
                    <a:pt x="0" y="0"/>
                  </a:moveTo>
                  <a:lnTo>
                    <a:pt x="181273" y="74245"/>
                  </a:lnTo>
                  <a:lnTo>
                    <a:pt x="292448" y="74245"/>
                  </a:lnTo>
                </a:path>
              </a:pathLst>
            </a:custGeom>
            <a:ln w="9264">
              <a:solidFill>
                <a:srgbClr val="605D5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5" name="object 55"/>
            <p:cNvSpPr/>
            <p:nvPr/>
          </p:nvSpPr>
          <p:spPr>
            <a:xfrm>
              <a:off x="7631256" y="4993188"/>
              <a:ext cx="274320" cy="109220"/>
            </a:xfrm>
            <a:custGeom>
              <a:avLst/>
              <a:gdLst/>
              <a:ahLst/>
              <a:cxnLst/>
              <a:rect l="l" t="t" r="r" b="b"/>
              <a:pathLst>
                <a:path w="274320" h="109220">
                  <a:moveTo>
                    <a:pt x="0" y="0"/>
                  </a:moveTo>
                  <a:lnTo>
                    <a:pt x="162722" y="109060"/>
                  </a:lnTo>
                  <a:lnTo>
                    <a:pt x="273896" y="109060"/>
                  </a:lnTo>
                </a:path>
              </a:pathLst>
            </a:custGeom>
            <a:ln w="9264">
              <a:solidFill>
                <a:srgbClr val="605D5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6" name="object 56"/>
            <p:cNvSpPr/>
            <p:nvPr/>
          </p:nvSpPr>
          <p:spPr>
            <a:xfrm>
              <a:off x="7355734" y="5321971"/>
              <a:ext cx="247015" cy="141605"/>
            </a:xfrm>
            <a:custGeom>
              <a:avLst/>
              <a:gdLst/>
              <a:ahLst/>
              <a:cxnLst/>
              <a:rect l="l" t="t" r="r" b="b"/>
              <a:pathLst>
                <a:path w="247015" h="141604">
                  <a:moveTo>
                    <a:pt x="0" y="0"/>
                  </a:moveTo>
                  <a:lnTo>
                    <a:pt x="135841" y="141136"/>
                  </a:lnTo>
                  <a:lnTo>
                    <a:pt x="247016" y="141136"/>
                  </a:lnTo>
                </a:path>
              </a:pathLst>
            </a:custGeom>
            <a:ln w="9264">
              <a:solidFill>
                <a:srgbClr val="605D5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7" name="object 57"/>
            <p:cNvSpPr/>
            <p:nvPr/>
          </p:nvSpPr>
          <p:spPr>
            <a:xfrm>
              <a:off x="7007407" y="5590392"/>
              <a:ext cx="213360" cy="167640"/>
            </a:xfrm>
            <a:custGeom>
              <a:avLst/>
              <a:gdLst/>
              <a:ahLst/>
              <a:cxnLst/>
              <a:rect l="l" t="t" r="r" b="b"/>
              <a:pathLst>
                <a:path w="213359" h="167639">
                  <a:moveTo>
                    <a:pt x="0" y="0"/>
                  </a:moveTo>
                  <a:lnTo>
                    <a:pt x="101858" y="167324"/>
                  </a:lnTo>
                  <a:lnTo>
                    <a:pt x="213033" y="167324"/>
                  </a:lnTo>
                </a:path>
              </a:pathLst>
            </a:custGeom>
            <a:ln w="9264">
              <a:solidFill>
                <a:srgbClr val="605D5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8" name="object 58"/>
            <p:cNvSpPr/>
            <p:nvPr/>
          </p:nvSpPr>
          <p:spPr>
            <a:xfrm>
              <a:off x="6597271" y="5780488"/>
              <a:ext cx="173355" cy="186055"/>
            </a:xfrm>
            <a:custGeom>
              <a:avLst/>
              <a:gdLst/>
              <a:ahLst/>
              <a:cxnLst/>
              <a:rect l="l" t="t" r="r" b="b"/>
              <a:pathLst>
                <a:path w="173354" h="186054">
                  <a:moveTo>
                    <a:pt x="0" y="0"/>
                  </a:moveTo>
                  <a:lnTo>
                    <a:pt x="61845" y="185870"/>
                  </a:lnTo>
                  <a:lnTo>
                    <a:pt x="173019" y="185870"/>
                  </a:lnTo>
                </a:path>
              </a:pathLst>
            </a:custGeom>
            <a:ln w="9264">
              <a:solidFill>
                <a:srgbClr val="605D5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9" name="object 59"/>
            <p:cNvSpPr/>
            <p:nvPr/>
          </p:nvSpPr>
          <p:spPr>
            <a:xfrm>
              <a:off x="5453038" y="5849974"/>
              <a:ext cx="146685" cy="193040"/>
            </a:xfrm>
            <a:custGeom>
              <a:avLst/>
              <a:gdLst/>
              <a:ahLst/>
              <a:cxnLst/>
              <a:rect l="l" t="t" r="r" b="b"/>
              <a:pathLst>
                <a:path w="146685" h="193039">
                  <a:moveTo>
                    <a:pt x="146654" y="0"/>
                  </a:moveTo>
                  <a:lnTo>
                    <a:pt x="111174" y="192649"/>
                  </a:lnTo>
                  <a:lnTo>
                    <a:pt x="0" y="192649"/>
                  </a:lnTo>
                </a:path>
              </a:pathLst>
            </a:custGeom>
            <a:ln w="9264">
              <a:solidFill>
                <a:srgbClr val="605D5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0" name="object 60"/>
            <p:cNvSpPr/>
            <p:nvPr/>
          </p:nvSpPr>
          <p:spPr>
            <a:xfrm>
              <a:off x="4858718" y="5667582"/>
              <a:ext cx="200025" cy="175260"/>
            </a:xfrm>
            <a:custGeom>
              <a:avLst/>
              <a:gdLst/>
              <a:ahLst/>
              <a:cxnLst/>
              <a:rect l="l" t="t" r="r" b="b"/>
              <a:pathLst>
                <a:path w="200025" h="175260">
                  <a:moveTo>
                    <a:pt x="199482" y="0"/>
                  </a:moveTo>
                  <a:lnTo>
                    <a:pt x="111174" y="174855"/>
                  </a:lnTo>
                  <a:lnTo>
                    <a:pt x="0" y="174855"/>
                  </a:lnTo>
                </a:path>
              </a:pathLst>
            </a:custGeom>
            <a:ln w="9264">
              <a:solidFill>
                <a:srgbClr val="605D5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1" name="object 61"/>
            <p:cNvSpPr/>
            <p:nvPr/>
          </p:nvSpPr>
          <p:spPr>
            <a:xfrm>
              <a:off x="4305204" y="5305324"/>
              <a:ext cx="248920" cy="139700"/>
            </a:xfrm>
            <a:custGeom>
              <a:avLst/>
              <a:gdLst/>
              <a:ahLst/>
              <a:cxnLst/>
              <a:rect l="l" t="t" r="r" b="b"/>
              <a:pathLst>
                <a:path w="248920" h="139700">
                  <a:moveTo>
                    <a:pt x="248683" y="0"/>
                  </a:moveTo>
                  <a:lnTo>
                    <a:pt x="111174" y="139512"/>
                  </a:lnTo>
                  <a:lnTo>
                    <a:pt x="0" y="139512"/>
                  </a:lnTo>
                </a:path>
              </a:pathLst>
            </a:custGeom>
            <a:ln w="9264">
              <a:solidFill>
                <a:srgbClr val="605D5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2" name="object 62"/>
            <p:cNvSpPr/>
            <p:nvPr/>
          </p:nvSpPr>
          <p:spPr>
            <a:xfrm>
              <a:off x="3886915" y="4783809"/>
              <a:ext cx="286385" cy="88900"/>
            </a:xfrm>
            <a:custGeom>
              <a:avLst/>
              <a:gdLst/>
              <a:ahLst/>
              <a:cxnLst/>
              <a:rect l="l" t="t" r="r" b="b"/>
              <a:pathLst>
                <a:path w="286385" h="88900">
                  <a:moveTo>
                    <a:pt x="285865" y="0"/>
                  </a:moveTo>
                  <a:lnTo>
                    <a:pt x="111174" y="88633"/>
                  </a:lnTo>
                  <a:lnTo>
                    <a:pt x="0" y="88633"/>
                  </a:lnTo>
                </a:path>
              </a:pathLst>
            </a:custGeom>
            <a:ln w="9264">
              <a:solidFill>
                <a:srgbClr val="605D5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3" name="object 63"/>
            <p:cNvSpPr/>
            <p:nvPr/>
          </p:nvSpPr>
          <p:spPr>
            <a:xfrm>
              <a:off x="3670967" y="4161752"/>
              <a:ext cx="305435" cy="27940"/>
            </a:xfrm>
            <a:custGeom>
              <a:avLst/>
              <a:gdLst/>
              <a:ahLst/>
              <a:cxnLst/>
              <a:rect l="l" t="t" r="r" b="b"/>
              <a:pathLst>
                <a:path w="305435" h="27939">
                  <a:moveTo>
                    <a:pt x="305060" y="0"/>
                  </a:moveTo>
                  <a:lnTo>
                    <a:pt x="111174" y="27944"/>
                  </a:lnTo>
                  <a:lnTo>
                    <a:pt x="0" y="27944"/>
                  </a:lnTo>
                </a:path>
              </a:pathLst>
            </a:custGeom>
            <a:ln w="9264">
              <a:solidFill>
                <a:srgbClr val="605D5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4" name="object 64"/>
            <p:cNvSpPr/>
            <p:nvPr/>
          </p:nvSpPr>
          <p:spPr>
            <a:xfrm>
              <a:off x="3686600" y="3466918"/>
              <a:ext cx="304165" cy="36830"/>
            </a:xfrm>
            <a:custGeom>
              <a:avLst/>
              <a:gdLst/>
              <a:ahLst/>
              <a:cxnLst/>
              <a:rect l="l" t="t" r="r" b="b"/>
              <a:pathLst>
                <a:path w="304164" h="36829">
                  <a:moveTo>
                    <a:pt x="303670" y="36302"/>
                  </a:moveTo>
                  <a:lnTo>
                    <a:pt x="111174" y="0"/>
                  </a:lnTo>
                  <a:lnTo>
                    <a:pt x="0" y="0"/>
                  </a:lnTo>
                </a:path>
              </a:pathLst>
            </a:custGeom>
            <a:ln w="9264">
              <a:solidFill>
                <a:srgbClr val="605D5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5" name="object 65"/>
            <p:cNvSpPr/>
            <p:nvPr/>
          </p:nvSpPr>
          <p:spPr>
            <a:xfrm>
              <a:off x="3942333" y="2775767"/>
              <a:ext cx="281305" cy="97790"/>
            </a:xfrm>
            <a:custGeom>
              <a:avLst/>
              <a:gdLst/>
              <a:ahLst/>
              <a:cxnLst/>
              <a:rect l="l" t="t" r="r" b="b"/>
              <a:pathLst>
                <a:path w="281304" h="97789">
                  <a:moveTo>
                    <a:pt x="280938" y="97737"/>
                  </a:moveTo>
                  <a:lnTo>
                    <a:pt x="111174" y="0"/>
                  </a:lnTo>
                  <a:lnTo>
                    <a:pt x="0" y="0"/>
                  </a:lnTo>
                </a:path>
              </a:pathLst>
            </a:custGeom>
            <a:ln w="9264">
              <a:solidFill>
                <a:srgbClr val="605D5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6" name="object 66"/>
            <p:cNvSpPr/>
            <p:nvPr/>
          </p:nvSpPr>
          <p:spPr>
            <a:xfrm>
              <a:off x="4474321" y="2155424"/>
              <a:ext cx="233679" cy="153035"/>
            </a:xfrm>
            <a:custGeom>
              <a:avLst/>
              <a:gdLst/>
              <a:ahLst/>
              <a:cxnLst/>
              <a:rect l="l" t="t" r="r" b="b"/>
              <a:pathLst>
                <a:path w="233679" h="153035">
                  <a:moveTo>
                    <a:pt x="233651" y="152879"/>
                  </a:moveTo>
                  <a:lnTo>
                    <a:pt x="111174" y="0"/>
                  </a:lnTo>
                  <a:lnTo>
                    <a:pt x="0" y="0"/>
                  </a:lnTo>
                </a:path>
              </a:pathLst>
            </a:custGeom>
            <a:ln w="9264">
              <a:solidFill>
                <a:srgbClr val="605D5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7" name="object 67"/>
            <p:cNvSpPr/>
            <p:nvPr/>
          </p:nvSpPr>
          <p:spPr>
            <a:xfrm>
              <a:off x="5336185" y="1732823"/>
              <a:ext cx="157480" cy="190500"/>
            </a:xfrm>
            <a:custGeom>
              <a:avLst/>
              <a:gdLst/>
              <a:ahLst/>
              <a:cxnLst/>
              <a:rect l="l" t="t" r="r" b="b"/>
              <a:pathLst>
                <a:path w="157479" h="190500">
                  <a:moveTo>
                    <a:pt x="157041" y="190443"/>
                  </a:moveTo>
                  <a:lnTo>
                    <a:pt x="111174" y="0"/>
                  </a:lnTo>
                  <a:lnTo>
                    <a:pt x="0" y="0"/>
                  </a:lnTo>
                </a:path>
              </a:pathLst>
            </a:custGeom>
            <a:ln w="9264">
              <a:solidFill>
                <a:srgbClr val="605D5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68" name="object 68"/>
          <p:cNvSpPr txBox="1"/>
          <p:nvPr/>
        </p:nvSpPr>
        <p:spPr>
          <a:xfrm>
            <a:off x="6107225" y="1822756"/>
            <a:ext cx="686435" cy="146835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spcBef>
                <a:spcPts val="125"/>
              </a:spcBef>
            </a:pPr>
            <a:r>
              <a:rPr sz="850" dirty="0">
                <a:solidFill>
                  <a:srgbClr val="605D5C"/>
                </a:solidFill>
                <a:latin typeface="Segoe UI"/>
                <a:cs typeface="Segoe UI"/>
              </a:rPr>
              <a:t>0.39K</a:t>
            </a:r>
            <a:r>
              <a:rPr sz="850" spc="50" dirty="0">
                <a:solidFill>
                  <a:srgbClr val="605D5C"/>
                </a:solidFill>
                <a:latin typeface="Segoe UI"/>
                <a:cs typeface="Segoe UI"/>
              </a:rPr>
              <a:t> </a:t>
            </a:r>
            <a:r>
              <a:rPr sz="850" spc="-10" dirty="0">
                <a:solidFill>
                  <a:srgbClr val="605D5C"/>
                </a:solidFill>
                <a:latin typeface="Segoe UI"/>
                <a:cs typeface="Segoe UI"/>
              </a:rPr>
              <a:t>(0.12%)</a:t>
            </a:r>
            <a:endParaRPr sz="850">
              <a:latin typeface="Segoe UI"/>
              <a:cs typeface="Segoe UI"/>
            </a:endParaRPr>
          </a:p>
        </p:txBody>
      </p:sp>
      <p:sp>
        <p:nvSpPr>
          <p:cNvPr id="69" name="object 69"/>
          <p:cNvSpPr txBox="1"/>
          <p:nvPr/>
        </p:nvSpPr>
        <p:spPr>
          <a:xfrm>
            <a:off x="7036722" y="2032251"/>
            <a:ext cx="1900555" cy="1677670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spcBef>
                <a:spcPts val="125"/>
              </a:spcBef>
            </a:pPr>
            <a:r>
              <a:rPr sz="850" dirty="0">
                <a:solidFill>
                  <a:srgbClr val="605D5C"/>
                </a:solidFill>
                <a:latin typeface="Segoe UI"/>
                <a:cs typeface="Segoe UI"/>
              </a:rPr>
              <a:t>5.13K</a:t>
            </a:r>
            <a:r>
              <a:rPr sz="850" spc="50" dirty="0">
                <a:solidFill>
                  <a:srgbClr val="605D5C"/>
                </a:solidFill>
                <a:latin typeface="Segoe UI"/>
                <a:cs typeface="Segoe UI"/>
              </a:rPr>
              <a:t> </a:t>
            </a:r>
            <a:r>
              <a:rPr sz="850" spc="-10" dirty="0">
                <a:solidFill>
                  <a:srgbClr val="605D5C"/>
                </a:solidFill>
                <a:latin typeface="Segoe UI"/>
                <a:cs typeface="Segoe UI"/>
              </a:rPr>
              <a:t>(1.57%)</a:t>
            </a:r>
            <a:endParaRPr sz="850">
              <a:latin typeface="Segoe UI"/>
              <a:cs typeface="Segoe UI"/>
            </a:endParaRPr>
          </a:p>
          <a:p>
            <a:pPr marL="414020">
              <a:spcBef>
                <a:spcPts val="900"/>
              </a:spcBef>
            </a:pPr>
            <a:r>
              <a:rPr sz="850" dirty="0">
                <a:solidFill>
                  <a:srgbClr val="605D5C"/>
                </a:solidFill>
                <a:latin typeface="Segoe UI"/>
                <a:cs typeface="Segoe UI"/>
              </a:rPr>
              <a:t>5.73K</a:t>
            </a:r>
            <a:r>
              <a:rPr sz="850" spc="50" dirty="0">
                <a:solidFill>
                  <a:srgbClr val="605D5C"/>
                </a:solidFill>
                <a:latin typeface="Segoe UI"/>
                <a:cs typeface="Segoe UI"/>
              </a:rPr>
              <a:t> </a:t>
            </a:r>
            <a:r>
              <a:rPr sz="850" spc="-10" dirty="0">
                <a:solidFill>
                  <a:srgbClr val="605D5C"/>
                </a:solidFill>
                <a:latin typeface="Segoe UI"/>
                <a:cs typeface="Segoe UI"/>
              </a:rPr>
              <a:t>(1.75%)</a:t>
            </a:r>
            <a:endParaRPr sz="850">
              <a:latin typeface="Segoe UI"/>
              <a:cs typeface="Segoe UI"/>
            </a:endParaRPr>
          </a:p>
          <a:p>
            <a:pPr marR="632460" algn="r">
              <a:spcBef>
                <a:spcPts val="225"/>
              </a:spcBef>
            </a:pPr>
            <a:r>
              <a:rPr sz="850" dirty="0">
                <a:solidFill>
                  <a:srgbClr val="605D5C"/>
                </a:solidFill>
                <a:latin typeface="Segoe UI"/>
                <a:cs typeface="Segoe UI"/>
              </a:rPr>
              <a:t>5.77K</a:t>
            </a:r>
            <a:r>
              <a:rPr sz="850" spc="50" dirty="0">
                <a:solidFill>
                  <a:srgbClr val="605D5C"/>
                </a:solidFill>
                <a:latin typeface="Segoe UI"/>
                <a:cs typeface="Segoe UI"/>
              </a:rPr>
              <a:t> </a:t>
            </a:r>
            <a:r>
              <a:rPr sz="850" spc="-10" dirty="0">
                <a:solidFill>
                  <a:srgbClr val="605D5C"/>
                </a:solidFill>
                <a:latin typeface="Segoe UI"/>
                <a:cs typeface="Segoe UI"/>
              </a:rPr>
              <a:t>(1.76%)</a:t>
            </a:r>
            <a:endParaRPr sz="850">
              <a:latin typeface="Segoe UI"/>
              <a:cs typeface="Segoe UI"/>
            </a:endParaRPr>
          </a:p>
          <a:p>
            <a:pPr marR="584200" algn="r">
              <a:spcBef>
                <a:spcPts val="405"/>
              </a:spcBef>
            </a:pPr>
            <a:r>
              <a:rPr sz="850" dirty="0">
                <a:solidFill>
                  <a:srgbClr val="605D5C"/>
                </a:solidFill>
                <a:latin typeface="Segoe UI"/>
                <a:cs typeface="Segoe UI"/>
              </a:rPr>
              <a:t>5.9K</a:t>
            </a:r>
            <a:r>
              <a:rPr sz="850" spc="40" dirty="0">
                <a:solidFill>
                  <a:srgbClr val="605D5C"/>
                </a:solidFill>
                <a:latin typeface="Segoe UI"/>
                <a:cs typeface="Segoe UI"/>
              </a:rPr>
              <a:t> </a:t>
            </a:r>
            <a:r>
              <a:rPr sz="850" spc="-10" dirty="0">
                <a:solidFill>
                  <a:srgbClr val="605D5C"/>
                </a:solidFill>
                <a:latin typeface="Segoe UI"/>
                <a:cs typeface="Segoe UI"/>
              </a:rPr>
              <a:t>(1.8%)</a:t>
            </a:r>
            <a:endParaRPr sz="850">
              <a:latin typeface="Segoe UI"/>
              <a:cs typeface="Segoe UI"/>
            </a:endParaRPr>
          </a:p>
          <a:p>
            <a:pPr marL="916305">
              <a:spcBef>
                <a:spcPts val="560"/>
              </a:spcBef>
            </a:pPr>
            <a:r>
              <a:rPr sz="850" dirty="0">
                <a:solidFill>
                  <a:srgbClr val="605D5C"/>
                </a:solidFill>
                <a:latin typeface="Segoe UI"/>
                <a:cs typeface="Segoe UI"/>
              </a:rPr>
              <a:t>5.95K</a:t>
            </a:r>
            <a:r>
              <a:rPr sz="850" spc="50" dirty="0">
                <a:solidFill>
                  <a:srgbClr val="605D5C"/>
                </a:solidFill>
                <a:latin typeface="Segoe UI"/>
                <a:cs typeface="Segoe UI"/>
              </a:rPr>
              <a:t> </a:t>
            </a:r>
            <a:r>
              <a:rPr sz="850" spc="-10" dirty="0">
                <a:solidFill>
                  <a:srgbClr val="605D5C"/>
                </a:solidFill>
                <a:latin typeface="Segoe UI"/>
                <a:cs typeface="Segoe UI"/>
              </a:rPr>
              <a:t>(1.82%)</a:t>
            </a:r>
            <a:endParaRPr sz="850">
              <a:latin typeface="Segoe UI"/>
              <a:cs typeface="Segoe UI"/>
            </a:endParaRPr>
          </a:p>
          <a:p>
            <a:pPr marL="1043940">
              <a:spcBef>
                <a:spcPts val="730"/>
              </a:spcBef>
            </a:pPr>
            <a:r>
              <a:rPr sz="850" dirty="0">
                <a:solidFill>
                  <a:srgbClr val="605D5C"/>
                </a:solidFill>
                <a:latin typeface="Segoe UI"/>
                <a:cs typeface="Segoe UI"/>
              </a:rPr>
              <a:t>6.17K</a:t>
            </a:r>
            <a:r>
              <a:rPr sz="850" spc="50" dirty="0">
                <a:solidFill>
                  <a:srgbClr val="605D5C"/>
                </a:solidFill>
                <a:latin typeface="Segoe UI"/>
                <a:cs typeface="Segoe UI"/>
              </a:rPr>
              <a:t> </a:t>
            </a:r>
            <a:r>
              <a:rPr sz="850" spc="-10" dirty="0">
                <a:solidFill>
                  <a:srgbClr val="605D5C"/>
                </a:solidFill>
                <a:latin typeface="Segoe UI"/>
                <a:cs typeface="Segoe UI"/>
              </a:rPr>
              <a:t>(1.88%)</a:t>
            </a:r>
            <a:endParaRPr sz="850">
              <a:latin typeface="Segoe UI"/>
              <a:cs typeface="Segoe UI"/>
            </a:endParaRPr>
          </a:p>
          <a:p>
            <a:pPr marL="1149350">
              <a:spcBef>
                <a:spcPts val="915"/>
              </a:spcBef>
            </a:pPr>
            <a:r>
              <a:rPr sz="850" dirty="0">
                <a:solidFill>
                  <a:srgbClr val="605D5C"/>
                </a:solidFill>
                <a:latin typeface="Segoe UI"/>
                <a:cs typeface="Segoe UI"/>
              </a:rPr>
              <a:t>6.48K</a:t>
            </a:r>
            <a:r>
              <a:rPr sz="850" spc="50" dirty="0">
                <a:solidFill>
                  <a:srgbClr val="605D5C"/>
                </a:solidFill>
                <a:latin typeface="Segoe UI"/>
                <a:cs typeface="Segoe UI"/>
              </a:rPr>
              <a:t> </a:t>
            </a:r>
            <a:r>
              <a:rPr sz="850" spc="-10" dirty="0">
                <a:solidFill>
                  <a:srgbClr val="605D5C"/>
                </a:solidFill>
                <a:latin typeface="Segoe UI"/>
                <a:cs typeface="Segoe UI"/>
              </a:rPr>
              <a:t>(1.98%)</a:t>
            </a:r>
            <a:endParaRPr sz="850">
              <a:latin typeface="Segoe UI"/>
              <a:cs typeface="Segoe UI"/>
            </a:endParaRPr>
          </a:p>
          <a:p>
            <a:pPr marL="1226185">
              <a:spcBef>
                <a:spcPts val="1085"/>
              </a:spcBef>
            </a:pPr>
            <a:r>
              <a:rPr sz="850" dirty="0">
                <a:solidFill>
                  <a:srgbClr val="605D5C"/>
                </a:solidFill>
                <a:latin typeface="Segoe UI"/>
                <a:cs typeface="Segoe UI"/>
              </a:rPr>
              <a:t>6.68K</a:t>
            </a:r>
            <a:r>
              <a:rPr sz="850" spc="50" dirty="0">
                <a:solidFill>
                  <a:srgbClr val="605D5C"/>
                </a:solidFill>
                <a:latin typeface="Segoe UI"/>
                <a:cs typeface="Segoe UI"/>
              </a:rPr>
              <a:t> </a:t>
            </a:r>
            <a:r>
              <a:rPr sz="850" spc="-10" dirty="0">
                <a:solidFill>
                  <a:srgbClr val="605D5C"/>
                </a:solidFill>
                <a:latin typeface="Segoe UI"/>
                <a:cs typeface="Segoe UI"/>
              </a:rPr>
              <a:t>(2.04%)</a:t>
            </a:r>
            <a:endParaRPr sz="850">
              <a:latin typeface="Segoe UI"/>
              <a:cs typeface="Segoe UI"/>
            </a:endParaRPr>
          </a:p>
        </p:txBody>
      </p:sp>
      <p:sp>
        <p:nvSpPr>
          <p:cNvPr id="70" name="object 70"/>
          <p:cNvSpPr txBox="1"/>
          <p:nvPr/>
        </p:nvSpPr>
        <p:spPr>
          <a:xfrm>
            <a:off x="8295101" y="3844300"/>
            <a:ext cx="686435" cy="146835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spcBef>
                <a:spcPts val="125"/>
              </a:spcBef>
            </a:pPr>
            <a:r>
              <a:rPr sz="850" dirty="0">
                <a:solidFill>
                  <a:srgbClr val="605D5C"/>
                </a:solidFill>
                <a:latin typeface="Segoe UI"/>
                <a:cs typeface="Segoe UI"/>
              </a:rPr>
              <a:t>7.35K</a:t>
            </a:r>
            <a:r>
              <a:rPr sz="850" spc="50" dirty="0">
                <a:solidFill>
                  <a:srgbClr val="605D5C"/>
                </a:solidFill>
                <a:latin typeface="Segoe UI"/>
                <a:cs typeface="Segoe UI"/>
              </a:rPr>
              <a:t> </a:t>
            </a:r>
            <a:r>
              <a:rPr sz="850" spc="-10" dirty="0">
                <a:solidFill>
                  <a:srgbClr val="605D5C"/>
                </a:solidFill>
                <a:latin typeface="Segoe UI"/>
                <a:cs typeface="Segoe UI"/>
              </a:rPr>
              <a:t>(2.25%)</a:t>
            </a:r>
            <a:endParaRPr sz="850">
              <a:latin typeface="Segoe UI"/>
              <a:cs typeface="Segoe UI"/>
            </a:endParaRPr>
          </a:p>
        </p:txBody>
      </p:sp>
      <p:sp>
        <p:nvSpPr>
          <p:cNvPr id="71" name="object 71"/>
          <p:cNvSpPr txBox="1"/>
          <p:nvPr/>
        </p:nvSpPr>
        <p:spPr>
          <a:xfrm>
            <a:off x="8298452" y="4162381"/>
            <a:ext cx="626745" cy="146835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spcBef>
                <a:spcPts val="125"/>
              </a:spcBef>
            </a:pPr>
            <a:r>
              <a:rPr sz="850" dirty="0">
                <a:solidFill>
                  <a:srgbClr val="605D5C"/>
                </a:solidFill>
                <a:latin typeface="Segoe UI"/>
                <a:cs typeface="Segoe UI"/>
              </a:rPr>
              <a:t>7.7K</a:t>
            </a:r>
            <a:r>
              <a:rPr sz="850" spc="40" dirty="0">
                <a:solidFill>
                  <a:srgbClr val="605D5C"/>
                </a:solidFill>
                <a:latin typeface="Segoe UI"/>
                <a:cs typeface="Segoe UI"/>
              </a:rPr>
              <a:t> </a:t>
            </a:r>
            <a:r>
              <a:rPr sz="850" spc="-10" dirty="0">
                <a:solidFill>
                  <a:srgbClr val="605D5C"/>
                </a:solidFill>
                <a:latin typeface="Segoe UI"/>
                <a:cs typeface="Segoe UI"/>
              </a:rPr>
              <a:t>(2.35%)</a:t>
            </a:r>
            <a:endParaRPr sz="850">
              <a:latin typeface="Segoe UI"/>
              <a:cs typeface="Segoe UI"/>
            </a:endParaRPr>
          </a:p>
        </p:txBody>
      </p:sp>
      <p:sp>
        <p:nvSpPr>
          <p:cNvPr id="72" name="object 72"/>
          <p:cNvSpPr txBox="1"/>
          <p:nvPr/>
        </p:nvSpPr>
        <p:spPr>
          <a:xfrm>
            <a:off x="8252379" y="4494492"/>
            <a:ext cx="686435" cy="146835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spcBef>
                <a:spcPts val="125"/>
              </a:spcBef>
            </a:pPr>
            <a:r>
              <a:rPr sz="850" dirty="0">
                <a:solidFill>
                  <a:srgbClr val="605D5C"/>
                </a:solidFill>
                <a:latin typeface="Segoe UI"/>
                <a:cs typeface="Segoe UI"/>
              </a:rPr>
              <a:t>8.17K</a:t>
            </a:r>
            <a:r>
              <a:rPr sz="850" spc="50" dirty="0">
                <a:solidFill>
                  <a:srgbClr val="605D5C"/>
                </a:solidFill>
                <a:latin typeface="Segoe UI"/>
                <a:cs typeface="Segoe UI"/>
              </a:rPr>
              <a:t> </a:t>
            </a:r>
            <a:r>
              <a:rPr sz="850" spc="-10" dirty="0">
                <a:solidFill>
                  <a:srgbClr val="605D5C"/>
                </a:solidFill>
                <a:latin typeface="Segoe UI"/>
                <a:cs typeface="Segoe UI"/>
              </a:rPr>
              <a:t>(2.49%)</a:t>
            </a:r>
            <a:endParaRPr sz="850">
              <a:latin typeface="Segoe UI"/>
              <a:cs typeface="Segoe UI"/>
            </a:endParaRPr>
          </a:p>
        </p:txBody>
      </p:sp>
      <p:sp>
        <p:nvSpPr>
          <p:cNvPr id="73" name="object 73"/>
          <p:cNvSpPr txBox="1"/>
          <p:nvPr/>
        </p:nvSpPr>
        <p:spPr>
          <a:xfrm>
            <a:off x="8138219" y="4861763"/>
            <a:ext cx="746125" cy="146835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spcBef>
                <a:spcPts val="125"/>
              </a:spcBef>
            </a:pPr>
            <a:r>
              <a:rPr sz="850" dirty="0">
                <a:solidFill>
                  <a:srgbClr val="605D5C"/>
                </a:solidFill>
                <a:latin typeface="Segoe UI"/>
                <a:cs typeface="Segoe UI"/>
              </a:rPr>
              <a:t>10.04K</a:t>
            </a:r>
            <a:r>
              <a:rPr sz="850" spc="60" dirty="0">
                <a:solidFill>
                  <a:srgbClr val="605D5C"/>
                </a:solidFill>
                <a:latin typeface="Segoe UI"/>
                <a:cs typeface="Segoe UI"/>
              </a:rPr>
              <a:t> </a:t>
            </a:r>
            <a:r>
              <a:rPr sz="850" spc="-10" dirty="0">
                <a:solidFill>
                  <a:srgbClr val="605D5C"/>
                </a:solidFill>
                <a:latin typeface="Segoe UI"/>
                <a:cs typeface="Segoe UI"/>
              </a:rPr>
              <a:t>(3.07%)</a:t>
            </a:r>
            <a:endParaRPr sz="850">
              <a:latin typeface="Segoe UI"/>
              <a:cs typeface="Segoe UI"/>
            </a:endParaRPr>
          </a:p>
        </p:txBody>
      </p:sp>
      <p:sp>
        <p:nvSpPr>
          <p:cNvPr id="74" name="object 74"/>
          <p:cNvSpPr txBox="1"/>
          <p:nvPr/>
        </p:nvSpPr>
        <p:spPr>
          <a:xfrm>
            <a:off x="7929512" y="5253427"/>
            <a:ext cx="746125" cy="146835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spcBef>
                <a:spcPts val="125"/>
              </a:spcBef>
            </a:pPr>
            <a:r>
              <a:rPr sz="850" dirty="0">
                <a:solidFill>
                  <a:srgbClr val="605D5C"/>
                </a:solidFill>
                <a:latin typeface="Segoe UI"/>
                <a:cs typeface="Segoe UI"/>
              </a:rPr>
              <a:t>10.98K</a:t>
            </a:r>
            <a:r>
              <a:rPr sz="850" spc="60" dirty="0">
                <a:solidFill>
                  <a:srgbClr val="605D5C"/>
                </a:solidFill>
                <a:latin typeface="Segoe UI"/>
                <a:cs typeface="Segoe UI"/>
              </a:rPr>
              <a:t> </a:t>
            </a:r>
            <a:r>
              <a:rPr sz="850" spc="-10" dirty="0">
                <a:solidFill>
                  <a:srgbClr val="605D5C"/>
                </a:solidFill>
                <a:latin typeface="Segoe UI"/>
                <a:cs typeface="Segoe UI"/>
              </a:rPr>
              <a:t>(3.35%)</a:t>
            </a:r>
            <a:endParaRPr sz="850">
              <a:latin typeface="Segoe UI"/>
              <a:cs typeface="Segoe UI"/>
            </a:endParaRPr>
          </a:p>
        </p:txBody>
      </p:sp>
      <p:sp>
        <p:nvSpPr>
          <p:cNvPr id="75" name="object 75"/>
          <p:cNvSpPr txBox="1"/>
          <p:nvPr/>
        </p:nvSpPr>
        <p:spPr>
          <a:xfrm>
            <a:off x="7627109" y="5614286"/>
            <a:ext cx="746125" cy="146835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spcBef>
                <a:spcPts val="125"/>
              </a:spcBef>
            </a:pPr>
            <a:r>
              <a:rPr sz="850" dirty="0">
                <a:solidFill>
                  <a:srgbClr val="605D5C"/>
                </a:solidFill>
                <a:latin typeface="Segoe UI"/>
                <a:cs typeface="Segoe UI"/>
              </a:rPr>
              <a:t>11.32K</a:t>
            </a:r>
            <a:r>
              <a:rPr sz="850" spc="60" dirty="0">
                <a:solidFill>
                  <a:srgbClr val="605D5C"/>
                </a:solidFill>
                <a:latin typeface="Segoe UI"/>
                <a:cs typeface="Segoe UI"/>
              </a:rPr>
              <a:t> </a:t>
            </a:r>
            <a:r>
              <a:rPr sz="850" spc="-10" dirty="0">
                <a:solidFill>
                  <a:srgbClr val="605D5C"/>
                </a:solidFill>
                <a:latin typeface="Segoe UI"/>
                <a:cs typeface="Segoe UI"/>
              </a:rPr>
              <a:t>(3.46%)</a:t>
            </a:r>
            <a:endParaRPr sz="850">
              <a:latin typeface="Segoe UI"/>
              <a:cs typeface="Segoe UI"/>
            </a:endParaRPr>
          </a:p>
        </p:txBody>
      </p:sp>
      <p:sp>
        <p:nvSpPr>
          <p:cNvPr id="76" name="object 76"/>
          <p:cNvSpPr txBox="1"/>
          <p:nvPr/>
        </p:nvSpPr>
        <p:spPr>
          <a:xfrm>
            <a:off x="6794648" y="5833640"/>
            <a:ext cx="1196340" cy="443230"/>
          </a:xfrm>
          <a:prstGeom prst="rect">
            <a:avLst/>
          </a:prstGeom>
        </p:spPr>
        <p:txBody>
          <a:bodyPr vert="horz" wrap="square" lIns="0" tIns="90805" rIns="0" bIns="0" rtlCol="0">
            <a:spAutoFit/>
          </a:bodyPr>
          <a:lstStyle/>
          <a:p>
            <a:pPr marL="462280">
              <a:spcBef>
                <a:spcPts val="715"/>
              </a:spcBef>
            </a:pPr>
            <a:r>
              <a:rPr sz="850" dirty="0">
                <a:solidFill>
                  <a:srgbClr val="605D5C"/>
                </a:solidFill>
                <a:latin typeface="Segoe UI"/>
                <a:cs typeface="Segoe UI"/>
              </a:rPr>
              <a:t>11.54K</a:t>
            </a:r>
            <a:r>
              <a:rPr sz="850" spc="60" dirty="0">
                <a:solidFill>
                  <a:srgbClr val="605D5C"/>
                </a:solidFill>
                <a:latin typeface="Segoe UI"/>
                <a:cs typeface="Segoe UI"/>
              </a:rPr>
              <a:t> </a:t>
            </a:r>
            <a:r>
              <a:rPr sz="850" spc="-10" dirty="0">
                <a:solidFill>
                  <a:srgbClr val="605D5C"/>
                </a:solidFill>
                <a:latin typeface="Segoe UI"/>
                <a:cs typeface="Segoe UI"/>
              </a:rPr>
              <a:t>(3.53%)</a:t>
            </a:r>
            <a:endParaRPr sz="850">
              <a:latin typeface="Segoe UI"/>
              <a:cs typeface="Segoe UI"/>
            </a:endParaRPr>
          </a:p>
          <a:p>
            <a:pPr marL="12700">
              <a:spcBef>
                <a:spcPts val="625"/>
              </a:spcBef>
            </a:pPr>
            <a:r>
              <a:rPr sz="850" dirty="0">
                <a:solidFill>
                  <a:srgbClr val="605D5C"/>
                </a:solidFill>
                <a:latin typeface="Segoe UI"/>
                <a:cs typeface="Segoe UI"/>
              </a:rPr>
              <a:t>11.97K</a:t>
            </a:r>
            <a:r>
              <a:rPr sz="850" spc="60" dirty="0">
                <a:solidFill>
                  <a:srgbClr val="605D5C"/>
                </a:solidFill>
                <a:latin typeface="Segoe UI"/>
                <a:cs typeface="Segoe UI"/>
              </a:rPr>
              <a:t> </a:t>
            </a:r>
            <a:r>
              <a:rPr sz="850" spc="-10" dirty="0">
                <a:solidFill>
                  <a:srgbClr val="605D5C"/>
                </a:solidFill>
                <a:latin typeface="Segoe UI"/>
                <a:cs typeface="Segoe UI"/>
              </a:rPr>
              <a:t>(3.66%)</a:t>
            </a:r>
            <a:endParaRPr sz="850">
              <a:latin typeface="Segoe UI"/>
              <a:cs typeface="Segoe UI"/>
            </a:endParaRPr>
          </a:p>
        </p:txBody>
      </p:sp>
      <p:sp>
        <p:nvSpPr>
          <p:cNvPr id="77" name="object 77"/>
          <p:cNvSpPr txBox="1"/>
          <p:nvPr/>
        </p:nvSpPr>
        <p:spPr>
          <a:xfrm>
            <a:off x="4088335" y="5926817"/>
            <a:ext cx="1340485" cy="426084"/>
          </a:xfrm>
          <a:prstGeom prst="rect">
            <a:avLst/>
          </a:prstGeom>
        </p:spPr>
        <p:txBody>
          <a:bodyPr vert="horz" wrap="square" lIns="0" tIns="82550" rIns="0" bIns="0" rtlCol="0">
            <a:spAutoFit/>
          </a:bodyPr>
          <a:lstStyle/>
          <a:p>
            <a:pPr marL="12700">
              <a:spcBef>
                <a:spcPts val="650"/>
              </a:spcBef>
            </a:pPr>
            <a:r>
              <a:rPr sz="850" dirty="0">
                <a:solidFill>
                  <a:srgbClr val="605D5C"/>
                </a:solidFill>
                <a:latin typeface="Segoe UI"/>
                <a:cs typeface="Segoe UI"/>
              </a:rPr>
              <a:t>15.63K</a:t>
            </a:r>
            <a:r>
              <a:rPr sz="850" spc="60" dirty="0">
                <a:solidFill>
                  <a:srgbClr val="605D5C"/>
                </a:solidFill>
                <a:latin typeface="Segoe UI"/>
                <a:cs typeface="Segoe UI"/>
              </a:rPr>
              <a:t> </a:t>
            </a:r>
            <a:r>
              <a:rPr sz="850" spc="-10" dirty="0">
                <a:solidFill>
                  <a:srgbClr val="605D5C"/>
                </a:solidFill>
                <a:latin typeface="Segoe UI"/>
                <a:cs typeface="Segoe UI"/>
              </a:rPr>
              <a:t>(4.77%)</a:t>
            </a:r>
            <a:endParaRPr sz="850">
              <a:latin typeface="Segoe UI"/>
              <a:cs typeface="Segoe UI"/>
            </a:endParaRPr>
          </a:p>
          <a:p>
            <a:pPr marL="606425">
              <a:spcBef>
                <a:spcPts val="555"/>
              </a:spcBef>
            </a:pPr>
            <a:r>
              <a:rPr sz="850" dirty="0">
                <a:solidFill>
                  <a:srgbClr val="605D5C"/>
                </a:solidFill>
                <a:latin typeface="Segoe UI"/>
                <a:cs typeface="Segoe UI"/>
              </a:rPr>
              <a:t>14.12K</a:t>
            </a:r>
            <a:r>
              <a:rPr sz="850" spc="60" dirty="0">
                <a:solidFill>
                  <a:srgbClr val="605D5C"/>
                </a:solidFill>
                <a:latin typeface="Segoe UI"/>
                <a:cs typeface="Segoe UI"/>
              </a:rPr>
              <a:t> </a:t>
            </a:r>
            <a:r>
              <a:rPr sz="850" spc="-10" dirty="0">
                <a:solidFill>
                  <a:srgbClr val="605D5C"/>
                </a:solidFill>
                <a:latin typeface="Segoe UI"/>
                <a:cs typeface="Segoe UI"/>
              </a:rPr>
              <a:t>(4.31%)</a:t>
            </a:r>
            <a:endParaRPr sz="850">
              <a:latin typeface="Segoe UI"/>
              <a:cs typeface="Segoe UI"/>
            </a:endParaRPr>
          </a:p>
        </p:txBody>
      </p:sp>
      <p:sp>
        <p:nvSpPr>
          <p:cNvPr id="78" name="object 78"/>
          <p:cNvSpPr txBox="1"/>
          <p:nvPr/>
        </p:nvSpPr>
        <p:spPr>
          <a:xfrm>
            <a:off x="3534820" y="5596014"/>
            <a:ext cx="746125" cy="146835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spcBef>
                <a:spcPts val="125"/>
              </a:spcBef>
            </a:pPr>
            <a:r>
              <a:rPr sz="850" dirty="0">
                <a:solidFill>
                  <a:srgbClr val="605D5C"/>
                </a:solidFill>
                <a:latin typeface="Segoe UI"/>
                <a:cs typeface="Segoe UI"/>
              </a:rPr>
              <a:t>16.72K</a:t>
            </a:r>
            <a:r>
              <a:rPr sz="850" spc="60" dirty="0">
                <a:solidFill>
                  <a:srgbClr val="605D5C"/>
                </a:solidFill>
                <a:latin typeface="Segoe UI"/>
                <a:cs typeface="Segoe UI"/>
              </a:rPr>
              <a:t> </a:t>
            </a:r>
            <a:r>
              <a:rPr sz="850" spc="-10" dirty="0">
                <a:solidFill>
                  <a:srgbClr val="605D5C"/>
                </a:solidFill>
                <a:latin typeface="Segoe UI"/>
                <a:cs typeface="Segoe UI"/>
              </a:rPr>
              <a:t>(5.11%)</a:t>
            </a:r>
            <a:endParaRPr sz="850">
              <a:latin typeface="Segoe UI"/>
              <a:cs typeface="Segoe UI"/>
            </a:endParaRPr>
          </a:p>
        </p:txBody>
      </p:sp>
      <p:sp>
        <p:nvSpPr>
          <p:cNvPr id="79" name="object 79"/>
          <p:cNvSpPr txBox="1"/>
          <p:nvPr/>
        </p:nvSpPr>
        <p:spPr>
          <a:xfrm>
            <a:off x="3116532" y="5023621"/>
            <a:ext cx="746125" cy="146835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spcBef>
                <a:spcPts val="125"/>
              </a:spcBef>
            </a:pPr>
            <a:r>
              <a:rPr sz="850" dirty="0">
                <a:solidFill>
                  <a:srgbClr val="605D5C"/>
                </a:solidFill>
                <a:latin typeface="Segoe UI"/>
                <a:cs typeface="Segoe UI"/>
              </a:rPr>
              <a:t>16.94K</a:t>
            </a:r>
            <a:r>
              <a:rPr sz="850" spc="60" dirty="0">
                <a:solidFill>
                  <a:srgbClr val="605D5C"/>
                </a:solidFill>
                <a:latin typeface="Segoe UI"/>
                <a:cs typeface="Segoe UI"/>
              </a:rPr>
              <a:t> </a:t>
            </a:r>
            <a:r>
              <a:rPr sz="850" spc="-10" dirty="0">
                <a:solidFill>
                  <a:srgbClr val="605D5C"/>
                </a:solidFill>
                <a:latin typeface="Segoe UI"/>
                <a:cs typeface="Segoe UI"/>
              </a:rPr>
              <a:t>(5.18%)</a:t>
            </a:r>
            <a:endParaRPr sz="850">
              <a:latin typeface="Segoe UI"/>
              <a:cs typeface="Segoe UI"/>
            </a:endParaRPr>
          </a:p>
        </p:txBody>
      </p:sp>
      <p:sp>
        <p:nvSpPr>
          <p:cNvPr id="80" name="object 80"/>
          <p:cNvSpPr txBox="1"/>
          <p:nvPr/>
        </p:nvSpPr>
        <p:spPr>
          <a:xfrm>
            <a:off x="2900584" y="4340876"/>
            <a:ext cx="746125" cy="146835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spcBef>
                <a:spcPts val="125"/>
              </a:spcBef>
            </a:pPr>
            <a:r>
              <a:rPr sz="850" dirty="0">
                <a:solidFill>
                  <a:srgbClr val="605D5C"/>
                </a:solidFill>
                <a:latin typeface="Segoe UI"/>
                <a:cs typeface="Segoe UI"/>
              </a:rPr>
              <a:t>17.06K</a:t>
            </a:r>
            <a:r>
              <a:rPr sz="850" spc="60" dirty="0">
                <a:solidFill>
                  <a:srgbClr val="605D5C"/>
                </a:solidFill>
                <a:latin typeface="Segoe UI"/>
                <a:cs typeface="Segoe UI"/>
              </a:rPr>
              <a:t> </a:t>
            </a:r>
            <a:r>
              <a:rPr sz="850" spc="-10" dirty="0">
                <a:solidFill>
                  <a:srgbClr val="605D5C"/>
                </a:solidFill>
                <a:latin typeface="Segoe UI"/>
                <a:cs typeface="Segoe UI"/>
              </a:rPr>
              <a:t>(5.21%)</a:t>
            </a:r>
            <a:endParaRPr sz="850">
              <a:latin typeface="Segoe UI"/>
              <a:cs typeface="Segoe UI"/>
            </a:endParaRPr>
          </a:p>
        </p:txBody>
      </p:sp>
      <p:sp>
        <p:nvSpPr>
          <p:cNvPr id="81" name="object 81"/>
          <p:cNvSpPr txBox="1"/>
          <p:nvPr/>
        </p:nvSpPr>
        <p:spPr>
          <a:xfrm>
            <a:off x="2916217" y="3618097"/>
            <a:ext cx="746125" cy="146835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spcBef>
                <a:spcPts val="125"/>
              </a:spcBef>
            </a:pPr>
            <a:r>
              <a:rPr sz="850" dirty="0">
                <a:solidFill>
                  <a:srgbClr val="605D5C"/>
                </a:solidFill>
                <a:latin typeface="Segoe UI"/>
                <a:cs typeface="Segoe UI"/>
              </a:rPr>
              <a:t>17.27K</a:t>
            </a:r>
            <a:r>
              <a:rPr sz="850" spc="60" dirty="0">
                <a:solidFill>
                  <a:srgbClr val="605D5C"/>
                </a:solidFill>
                <a:latin typeface="Segoe UI"/>
                <a:cs typeface="Segoe UI"/>
              </a:rPr>
              <a:t> </a:t>
            </a:r>
            <a:r>
              <a:rPr sz="850" spc="-10" dirty="0">
                <a:solidFill>
                  <a:srgbClr val="605D5C"/>
                </a:solidFill>
                <a:latin typeface="Segoe UI"/>
                <a:cs typeface="Segoe UI"/>
              </a:rPr>
              <a:t>(5.28%)</a:t>
            </a:r>
            <a:endParaRPr sz="850">
              <a:latin typeface="Segoe UI"/>
              <a:cs typeface="Segoe UI"/>
            </a:endParaRPr>
          </a:p>
        </p:txBody>
      </p:sp>
      <p:sp>
        <p:nvSpPr>
          <p:cNvPr id="82" name="object 82"/>
          <p:cNvSpPr txBox="1"/>
          <p:nvPr/>
        </p:nvSpPr>
        <p:spPr>
          <a:xfrm>
            <a:off x="3171950" y="2926945"/>
            <a:ext cx="746125" cy="146835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spcBef>
                <a:spcPts val="125"/>
              </a:spcBef>
            </a:pPr>
            <a:r>
              <a:rPr sz="850" dirty="0">
                <a:solidFill>
                  <a:srgbClr val="605D5C"/>
                </a:solidFill>
                <a:latin typeface="Segoe UI"/>
                <a:cs typeface="Segoe UI"/>
              </a:rPr>
              <a:t>17.74K</a:t>
            </a:r>
            <a:r>
              <a:rPr sz="850" spc="60" dirty="0">
                <a:solidFill>
                  <a:srgbClr val="605D5C"/>
                </a:solidFill>
                <a:latin typeface="Segoe UI"/>
                <a:cs typeface="Segoe UI"/>
              </a:rPr>
              <a:t> </a:t>
            </a:r>
            <a:r>
              <a:rPr sz="850" spc="-10" dirty="0">
                <a:solidFill>
                  <a:srgbClr val="605D5C"/>
                </a:solidFill>
                <a:latin typeface="Segoe UI"/>
                <a:cs typeface="Segoe UI"/>
              </a:rPr>
              <a:t>(5.42%)</a:t>
            </a:r>
            <a:endParaRPr sz="850">
              <a:latin typeface="Segoe UI"/>
              <a:cs typeface="Segoe UI"/>
            </a:endParaRPr>
          </a:p>
        </p:txBody>
      </p:sp>
      <p:sp>
        <p:nvSpPr>
          <p:cNvPr id="83" name="object 83"/>
          <p:cNvSpPr txBox="1"/>
          <p:nvPr/>
        </p:nvSpPr>
        <p:spPr>
          <a:xfrm>
            <a:off x="3703938" y="2306602"/>
            <a:ext cx="746125" cy="146835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spcBef>
                <a:spcPts val="125"/>
              </a:spcBef>
            </a:pPr>
            <a:r>
              <a:rPr sz="850" dirty="0">
                <a:solidFill>
                  <a:srgbClr val="605D5C"/>
                </a:solidFill>
                <a:latin typeface="Segoe UI"/>
                <a:cs typeface="Segoe UI"/>
              </a:rPr>
              <a:t>21.12K</a:t>
            </a:r>
            <a:r>
              <a:rPr sz="850" spc="60" dirty="0">
                <a:solidFill>
                  <a:srgbClr val="605D5C"/>
                </a:solidFill>
                <a:latin typeface="Segoe UI"/>
                <a:cs typeface="Segoe UI"/>
              </a:rPr>
              <a:t> </a:t>
            </a:r>
            <a:r>
              <a:rPr sz="850" spc="-10" dirty="0">
                <a:solidFill>
                  <a:srgbClr val="605D5C"/>
                </a:solidFill>
                <a:latin typeface="Segoe UI"/>
                <a:cs typeface="Segoe UI"/>
              </a:rPr>
              <a:t>(6.45%)</a:t>
            </a:r>
            <a:endParaRPr sz="850">
              <a:latin typeface="Segoe UI"/>
              <a:cs typeface="Segoe UI"/>
            </a:endParaRPr>
          </a:p>
        </p:txBody>
      </p:sp>
      <p:sp>
        <p:nvSpPr>
          <p:cNvPr id="84" name="object 84"/>
          <p:cNvSpPr txBox="1"/>
          <p:nvPr/>
        </p:nvSpPr>
        <p:spPr>
          <a:xfrm>
            <a:off x="4565801" y="1884001"/>
            <a:ext cx="746125" cy="146835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spcBef>
                <a:spcPts val="125"/>
              </a:spcBef>
            </a:pPr>
            <a:r>
              <a:rPr sz="850" dirty="0">
                <a:solidFill>
                  <a:srgbClr val="605D5C"/>
                </a:solidFill>
                <a:latin typeface="Segoe UI"/>
                <a:cs typeface="Segoe UI"/>
              </a:rPr>
              <a:t>24.62K</a:t>
            </a:r>
            <a:r>
              <a:rPr sz="850" spc="60" dirty="0">
                <a:solidFill>
                  <a:srgbClr val="605D5C"/>
                </a:solidFill>
                <a:latin typeface="Segoe UI"/>
                <a:cs typeface="Segoe UI"/>
              </a:rPr>
              <a:t> </a:t>
            </a:r>
            <a:r>
              <a:rPr sz="850" spc="-10" dirty="0">
                <a:solidFill>
                  <a:srgbClr val="605D5C"/>
                </a:solidFill>
                <a:latin typeface="Segoe UI"/>
                <a:cs typeface="Segoe UI"/>
              </a:rPr>
              <a:t>(7.52%)</a:t>
            </a:r>
            <a:endParaRPr sz="850">
              <a:latin typeface="Segoe UI"/>
              <a:cs typeface="Segoe UI"/>
            </a:endParaRPr>
          </a:p>
        </p:txBody>
      </p:sp>
      <p:grpSp>
        <p:nvGrpSpPr>
          <p:cNvPr id="85" name="object 85"/>
          <p:cNvGrpSpPr/>
          <p:nvPr/>
        </p:nvGrpSpPr>
        <p:grpSpPr>
          <a:xfrm>
            <a:off x="9178773" y="1404907"/>
            <a:ext cx="92710" cy="5253355"/>
            <a:chOff x="9178773" y="1176306"/>
            <a:chExt cx="92710" cy="5253355"/>
          </a:xfrm>
        </p:grpSpPr>
        <p:pic>
          <p:nvPicPr>
            <p:cNvPr id="86" name="object 86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9178773" y="1176306"/>
              <a:ext cx="92645" cy="92645"/>
            </a:xfrm>
            <a:prstGeom prst="rect">
              <a:avLst/>
            </a:prstGeom>
          </p:spPr>
        </p:pic>
        <p:pic>
          <p:nvPicPr>
            <p:cNvPr id="87" name="object 87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9178773" y="1407920"/>
              <a:ext cx="92645" cy="92645"/>
            </a:xfrm>
            <a:prstGeom prst="rect">
              <a:avLst/>
            </a:prstGeom>
          </p:spPr>
        </p:pic>
        <p:pic>
          <p:nvPicPr>
            <p:cNvPr id="88" name="object 88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9178773" y="1648798"/>
              <a:ext cx="92645" cy="92645"/>
            </a:xfrm>
            <a:prstGeom prst="rect">
              <a:avLst/>
            </a:prstGeom>
          </p:spPr>
        </p:pic>
        <p:pic>
          <p:nvPicPr>
            <p:cNvPr id="89" name="object 89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9178773" y="1880412"/>
              <a:ext cx="92645" cy="92645"/>
            </a:xfrm>
            <a:prstGeom prst="rect">
              <a:avLst/>
            </a:prstGeom>
          </p:spPr>
        </p:pic>
        <p:pic>
          <p:nvPicPr>
            <p:cNvPr id="90" name="object 90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9178773" y="2112026"/>
              <a:ext cx="92645" cy="92645"/>
            </a:xfrm>
            <a:prstGeom prst="rect">
              <a:avLst/>
            </a:prstGeom>
          </p:spPr>
        </p:pic>
        <p:pic>
          <p:nvPicPr>
            <p:cNvPr id="91" name="object 91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9178773" y="2352904"/>
              <a:ext cx="92645" cy="92645"/>
            </a:xfrm>
            <a:prstGeom prst="rect">
              <a:avLst/>
            </a:prstGeom>
          </p:spPr>
        </p:pic>
        <p:pic>
          <p:nvPicPr>
            <p:cNvPr id="92" name="object 92"/>
            <p:cNvPicPr/>
            <p:nvPr/>
          </p:nvPicPr>
          <p:blipFill>
            <a:blip r:embed="rId8" cstate="print"/>
            <a:stretch>
              <a:fillRect/>
            </a:stretch>
          </p:blipFill>
          <p:spPr>
            <a:xfrm>
              <a:off x="9178773" y="2584518"/>
              <a:ext cx="92645" cy="92645"/>
            </a:xfrm>
            <a:prstGeom prst="rect">
              <a:avLst/>
            </a:prstGeom>
          </p:spPr>
        </p:pic>
        <p:pic>
          <p:nvPicPr>
            <p:cNvPr id="93" name="object 93"/>
            <p:cNvPicPr/>
            <p:nvPr/>
          </p:nvPicPr>
          <p:blipFill>
            <a:blip r:embed="rId9" cstate="print"/>
            <a:stretch>
              <a:fillRect/>
            </a:stretch>
          </p:blipFill>
          <p:spPr>
            <a:xfrm>
              <a:off x="9178773" y="2816131"/>
              <a:ext cx="92645" cy="92645"/>
            </a:xfrm>
            <a:prstGeom prst="rect">
              <a:avLst/>
            </a:prstGeom>
          </p:spPr>
        </p:pic>
        <p:pic>
          <p:nvPicPr>
            <p:cNvPr id="94" name="object 94"/>
            <p:cNvPicPr/>
            <p:nvPr/>
          </p:nvPicPr>
          <p:blipFill>
            <a:blip r:embed="rId10" cstate="print"/>
            <a:stretch>
              <a:fillRect/>
            </a:stretch>
          </p:blipFill>
          <p:spPr>
            <a:xfrm>
              <a:off x="9178773" y="3057010"/>
              <a:ext cx="92645" cy="92645"/>
            </a:xfrm>
            <a:prstGeom prst="rect">
              <a:avLst/>
            </a:prstGeom>
          </p:spPr>
        </p:pic>
        <p:pic>
          <p:nvPicPr>
            <p:cNvPr id="95" name="object 95"/>
            <p:cNvPicPr/>
            <p:nvPr/>
          </p:nvPicPr>
          <p:blipFill>
            <a:blip r:embed="rId11" cstate="print"/>
            <a:stretch>
              <a:fillRect/>
            </a:stretch>
          </p:blipFill>
          <p:spPr>
            <a:xfrm>
              <a:off x="9178773" y="3288624"/>
              <a:ext cx="92645" cy="92645"/>
            </a:xfrm>
            <a:prstGeom prst="rect">
              <a:avLst/>
            </a:prstGeom>
          </p:spPr>
        </p:pic>
        <p:pic>
          <p:nvPicPr>
            <p:cNvPr id="96" name="object 96"/>
            <p:cNvPicPr/>
            <p:nvPr/>
          </p:nvPicPr>
          <p:blipFill>
            <a:blip r:embed="rId12" cstate="print"/>
            <a:stretch>
              <a:fillRect/>
            </a:stretch>
          </p:blipFill>
          <p:spPr>
            <a:xfrm>
              <a:off x="9178773" y="3520237"/>
              <a:ext cx="92645" cy="92645"/>
            </a:xfrm>
            <a:prstGeom prst="rect">
              <a:avLst/>
            </a:prstGeom>
          </p:spPr>
        </p:pic>
        <p:pic>
          <p:nvPicPr>
            <p:cNvPr id="97" name="object 97"/>
            <p:cNvPicPr/>
            <p:nvPr/>
          </p:nvPicPr>
          <p:blipFill>
            <a:blip r:embed="rId13" cstate="print"/>
            <a:stretch>
              <a:fillRect/>
            </a:stretch>
          </p:blipFill>
          <p:spPr>
            <a:xfrm>
              <a:off x="9178773" y="3761116"/>
              <a:ext cx="92645" cy="92645"/>
            </a:xfrm>
            <a:prstGeom prst="rect">
              <a:avLst/>
            </a:prstGeom>
          </p:spPr>
        </p:pic>
        <p:pic>
          <p:nvPicPr>
            <p:cNvPr id="98" name="object 98"/>
            <p:cNvPicPr/>
            <p:nvPr/>
          </p:nvPicPr>
          <p:blipFill>
            <a:blip r:embed="rId14" cstate="print"/>
            <a:stretch>
              <a:fillRect/>
            </a:stretch>
          </p:blipFill>
          <p:spPr>
            <a:xfrm>
              <a:off x="9178773" y="3992729"/>
              <a:ext cx="92645" cy="92645"/>
            </a:xfrm>
            <a:prstGeom prst="rect">
              <a:avLst/>
            </a:prstGeom>
          </p:spPr>
        </p:pic>
        <p:pic>
          <p:nvPicPr>
            <p:cNvPr id="99" name="object 99"/>
            <p:cNvPicPr/>
            <p:nvPr/>
          </p:nvPicPr>
          <p:blipFill>
            <a:blip r:embed="rId15" cstate="print"/>
            <a:stretch>
              <a:fillRect/>
            </a:stretch>
          </p:blipFill>
          <p:spPr>
            <a:xfrm>
              <a:off x="9178773" y="4224343"/>
              <a:ext cx="92645" cy="92645"/>
            </a:xfrm>
            <a:prstGeom prst="rect">
              <a:avLst/>
            </a:prstGeom>
          </p:spPr>
        </p:pic>
        <p:pic>
          <p:nvPicPr>
            <p:cNvPr id="100" name="object 100"/>
            <p:cNvPicPr/>
            <p:nvPr/>
          </p:nvPicPr>
          <p:blipFill>
            <a:blip r:embed="rId16" cstate="print"/>
            <a:stretch>
              <a:fillRect/>
            </a:stretch>
          </p:blipFill>
          <p:spPr>
            <a:xfrm>
              <a:off x="9178773" y="4465221"/>
              <a:ext cx="92645" cy="92645"/>
            </a:xfrm>
            <a:prstGeom prst="rect">
              <a:avLst/>
            </a:prstGeom>
          </p:spPr>
        </p:pic>
        <p:pic>
          <p:nvPicPr>
            <p:cNvPr id="101" name="object 101"/>
            <p:cNvPicPr/>
            <p:nvPr/>
          </p:nvPicPr>
          <p:blipFill>
            <a:blip r:embed="rId17" cstate="print"/>
            <a:stretch>
              <a:fillRect/>
            </a:stretch>
          </p:blipFill>
          <p:spPr>
            <a:xfrm>
              <a:off x="9178773" y="4696835"/>
              <a:ext cx="92645" cy="92645"/>
            </a:xfrm>
            <a:prstGeom prst="rect">
              <a:avLst/>
            </a:prstGeom>
          </p:spPr>
        </p:pic>
        <p:pic>
          <p:nvPicPr>
            <p:cNvPr id="102" name="object 102"/>
            <p:cNvPicPr/>
            <p:nvPr/>
          </p:nvPicPr>
          <p:blipFill>
            <a:blip r:embed="rId18" cstate="print"/>
            <a:stretch>
              <a:fillRect/>
            </a:stretch>
          </p:blipFill>
          <p:spPr>
            <a:xfrm>
              <a:off x="9178773" y="4928449"/>
              <a:ext cx="92645" cy="92645"/>
            </a:xfrm>
            <a:prstGeom prst="rect">
              <a:avLst/>
            </a:prstGeom>
          </p:spPr>
        </p:pic>
        <p:pic>
          <p:nvPicPr>
            <p:cNvPr id="103" name="object 103"/>
            <p:cNvPicPr/>
            <p:nvPr/>
          </p:nvPicPr>
          <p:blipFill>
            <a:blip r:embed="rId19" cstate="print"/>
            <a:stretch>
              <a:fillRect/>
            </a:stretch>
          </p:blipFill>
          <p:spPr>
            <a:xfrm>
              <a:off x="9178773" y="5169327"/>
              <a:ext cx="92645" cy="92645"/>
            </a:xfrm>
            <a:prstGeom prst="rect">
              <a:avLst/>
            </a:prstGeom>
          </p:spPr>
        </p:pic>
        <p:pic>
          <p:nvPicPr>
            <p:cNvPr id="104" name="object 104"/>
            <p:cNvPicPr/>
            <p:nvPr/>
          </p:nvPicPr>
          <p:blipFill>
            <a:blip r:embed="rId20" cstate="print"/>
            <a:stretch>
              <a:fillRect/>
            </a:stretch>
          </p:blipFill>
          <p:spPr>
            <a:xfrm>
              <a:off x="9178773" y="5400941"/>
              <a:ext cx="92645" cy="92645"/>
            </a:xfrm>
            <a:prstGeom prst="rect">
              <a:avLst/>
            </a:prstGeom>
          </p:spPr>
        </p:pic>
        <p:pic>
          <p:nvPicPr>
            <p:cNvPr id="105" name="object 105"/>
            <p:cNvPicPr/>
            <p:nvPr/>
          </p:nvPicPr>
          <p:blipFill>
            <a:blip r:embed="rId21" cstate="print"/>
            <a:stretch>
              <a:fillRect/>
            </a:stretch>
          </p:blipFill>
          <p:spPr>
            <a:xfrm>
              <a:off x="9178773" y="5632555"/>
              <a:ext cx="92645" cy="92645"/>
            </a:xfrm>
            <a:prstGeom prst="rect">
              <a:avLst/>
            </a:prstGeom>
          </p:spPr>
        </p:pic>
        <p:pic>
          <p:nvPicPr>
            <p:cNvPr id="106" name="object 106"/>
            <p:cNvPicPr/>
            <p:nvPr/>
          </p:nvPicPr>
          <p:blipFill>
            <a:blip r:embed="rId22" cstate="print"/>
            <a:stretch>
              <a:fillRect/>
            </a:stretch>
          </p:blipFill>
          <p:spPr>
            <a:xfrm>
              <a:off x="9178773" y="5873433"/>
              <a:ext cx="92645" cy="92645"/>
            </a:xfrm>
            <a:prstGeom prst="rect">
              <a:avLst/>
            </a:prstGeom>
          </p:spPr>
        </p:pic>
        <p:pic>
          <p:nvPicPr>
            <p:cNvPr id="107" name="object 107"/>
            <p:cNvPicPr/>
            <p:nvPr/>
          </p:nvPicPr>
          <p:blipFill>
            <a:blip r:embed="rId23" cstate="print"/>
            <a:stretch>
              <a:fillRect/>
            </a:stretch>
          </p:blipFill>
          <p:spPr>
            <a:xfrm>
              <a:off x="9178773" y="6105047"/>
              <a:ext cx="92645" cy="92645"/>
            </a:xfrm>
            <a:prstGeom prst="rect">
              <a:avLst/>
            </a:prstGeom>
          </p:spPr>
        </p:pic>
        <p:pic>
          <p:nvPicPr>
            <p:cNvPr id="108" name="object 108"/>
            <p:cNvPicPr/>
            <p:nvPr/>
          </p:nvPicPr>
          <p:blipFill>
            <a:blip r:embed="rId24" cstate="print"/>
            <a:stretch>
              <a:fillRect/>
            </a:stretch>
          </p:blipFill>
          <p:spPr>
            <a:xfrm>
              <a:off x="9178773" y="6336661"/>
              <a:ext cx="92645" cy="92645"/>
            </a:xfrm>
            <a:prstGeom prst="rect">
              <a:avLst/>
            </a:prstGeom>
          </p:spPr>
        </p:pic>
      </p:grpSp>
      <p:sp>
        <p:nvSpPr>
          <p:cNvPr id="109" name="object 109"/>
          <p:cNvSpPr txBox="1"/>
          <p:nvPr/>
        </p:nvSpPr>
        <p:spPr>
          <a:xfrm>
            <a:off x="9156191" y="1118834"/>
            <a:ext cx="413384" cy="5686812"/>
          </a:xfrm>
          <a:prstGeom prst="rect">
            <a:avLst/>
          </a:prstGeom>
        </p:spPr>
        <p:txBody>
          <a:bodyPr vert="horz" wrap="square" lIns="0" tIns="61594" rIns="0" bIns="0" rtlCol="0">
            <a:spAutoFit/>
          </a:bodyPr>
          <a:lstStyle/>
          <a:p>
            <a:pPr marL="12700">
              <a:spcBef>
                <a:spcPts val="484"/>
              </a:spcBef>
            </a:pPr>
            <a:r>
              <a:rPr sz="950" b="1" spc="-20" dirty="0">
                <a:solidFill>
                  <a:srgbClr val="605D5C"/>
                </a:solidFill>
                <a:latin typeface="Segoe UI"/>
                <a:cs typeface="Segoe UI"/>
              </a:rPr>
              <a:t>year</a:t>
            </a:r>
            <a:endParaRPr sz="950">
              <a:latin typeface="Segoe UI"/>
              <a:cs typeface="Segoe UI"/>
            </a:endParaRPr>
          </a:p>
          <a:p>
            <a:pPr marL="133985">
              <a:spcBef>
                <a:spcPts val="395"/>
              </a:spcBef>
            </a:pPr>
            <a:r>
              <a:rPr sz="950" spc="-20" dirty="0">
                <a:solidFill>
                  <a:srgbClr val="605D5C"/>
                </a:solidFill>
                <a:latin typeface="Segoe UI"/>
                <a:cs typeface="Segoe UI"/>
              </a:rPr>
              <a:t>1979</a:t>
            </a:r>
            <a:endParaRPr sz="950">
              <a:latin typeface="Segoe UI"/>
              <a:cs typeface="Segoe UI"/>
            </a:endParaRPr>
          </a:p>
          <a:p>
            <a:pPr marL="133985">
              <a:spcBef>
                <a:spcPts val="680"/>
              </a:spcBef>
            </a:pPr>
            <a:r>
              <a:rPr sz="950" spc="-20" dirty="0">
                <a:solidFill>
                  <a:srgbClr val="605D5C"/>
                </a:solidFill>
                <a:latin typeface="Segoe UI"/>
                <a:cs typeface="Segoe UI"/>
              </a:rPr>
              <a:t>1992</a:t>
            </a:r>
            <a:endParaRPr sz="950">
              <a:latin typeface="Segoe UI"/>
              <a:cs typeface="Segoe UI"/>
            </a:endParaRPr>
          </a:p>
          <a:p>
            <a:pPr marL="133985">
              <a:spcBef>
                <a:spcPts val="760"/>
              </a:spcBef>
            </a:pPr>
            <a:r>
              <a:rPr sz="950" spc="-20" dirty="0">
                <a:solidFill>
                  <a:srgbClr val="605D5C"/>
                </a:solidFill>
                <a:latin typeface="Segoe UI"/>
                <a:cs typeface="Segoe UI"/>
              </a:rPr>
              <a:t>1997</a:t>
            </a:r>
            <a:endParaRPr sz="950">
              <a:latin typeface="Segoe UI"/>
              <a:cs typeface="Segoe UI"/>
            </a:endParaRPr>
          </a:p>
          <a:p>
            <a:pPr marL="133985">
              <a:spcBef>
                <a:spcPts val="680"/>
              </a:spcBef>
            </a:pPr>
            <a:r>
              <a:rPr sz="950" spc="-20" dirty="0">
                <a:solidFill>
                  <a:srgbClr val="605D5C"/>
                </a:solidFill>
                <a:latin typeface="Segoe UI"/>
                <a:cs typeface="Segoe UI"/>
              </a:rPr>
              <a:t>2015</a:t>
            </a:r>
            <a:endParaRPr sz="950">
              <a:latin typeface="Segoe UI"/>
              <a:cs typeface="Segoe UI"/>
            </a:endParaRPr>
          </a:p>
          <a:p>
            <a:pPr marL="133985">
              <a:spcBef>
                <a:spcPts val="685"/>
              </a:spcBef>
            </a:pPr>
            <a:r>
              <a:rPr sz="950" spc="-20" dirty="0">
                <a:solidFill>
                  <a:srgbClr val="605D5C"/>
                </a:solidFill>
                <a:latin typeface="Segoe UI"/>
                <a:cs typeface="Segoe UI"/>
              </a:rPr>
              <a:t>1984</a:t>
            </a:r>
            <a:endParaRPr sz="950">
              <a:latin typeface="Segoe UI"/>
              <a:cs typeface="Segoe UI"/>
            </a:endParaRPr>
          </a:p>
          <a:p>
            <a:pPr marL="133985">
              <a:spcBef>
                <a:spcPts val="755"/>
              </a:spcBef>
            </a:pPr>
            <a:r>
              <a:rPr sz="950" spc="-20" dirty="0">
                <a:solidFill>
                  <a:srgbClr val="605D5C"/>
                </a:solidFill>
                <a:latin typeface="Segoe UI"/>
                <a:cs typeface="Segoe UI"/>
              </a:rPr>
              <a:t>1982</a:t>
            </a:r>
            <a:endParaRPr sz="950">
              <a:latin typeface="Segoe UI"/>
              <a:cs typeface="Segoe UI"/>
            </a:endParaRPr>
          </a:p>
          <a:p>
            <a:pPr marL="133985">
              <a:spcBef>
                <a:spcPts val="685"/>
              </a:spcBef>
            </a:pPr>
            <a:r>
              <a:rPr sz="950" spc="-20" dirty="0">
                <a:solidFill>
                  <a:srgbClr val="605D5C"/>
                </a:solidFill>
                <a:latin typeface="Segoe UI"/>
                <a:cs typeface="Segoe UI"/>
              </a:rPr>
              <a:t>2010</a:t>
            </a:r>
            <a:endParaRPr sz="950">
              <a:latin typeface="Segoe UI"/>
              <a:cs typeface="Segoe UI"/>
            </a:endParaRPr>
          </a:p>
          <a:p>
            <a:pPr marL="133985">
              <a:spcBef>
                <a:spcPts val="685"/>
              </a:spcBef>
            </a:pPr>
            <a:r>
              <a:rPr sz="950" spc="-20" dirty="0">
                <a:solidFill>
                  <a:srgbClr val="605D5C"/>
                </a:solidFill>
                <a:latin typeface="Segoe UI"/>
                <a:cs typeface="Segoe UI"/>
              </a:rPr>
              <a:t>1983</a:t>
            </a:r>
            <a:endParaRPr sz="950">
              <a:latin typeface="Segoe UI"/>
              <a:cs typeface="Segoe UI"/>
            </a:endParaRPr>
          </a:p>
          <a:p>
            <a:pPr marL="133985">
              <a:spcBef>
                <a:spcPts val="755"/>
              </a:spcBef>
            </a:pPr>
            <a:r>
              <a:rPr sz="950" spc="-20" dirty="0">
                <a:solidFill>
                  <a:srgbClr val="605D5C"/>
                </a:solidFill>
                <a:latin typeface="Segoe UI"/>
                <a:cs typeface="Segoe UI"/>
              </a:rPr>
              <a:t>1987</a:t>
            </a:r>
            <a:endParaRPr sz="950">
              <a:latin typeface="Segoe UI"/>
              <a:cs typeface="Segoe UI"/>
            </a:endParaRPr>
          </a:p>
          <a:p>
            <a:pPr marL="133985">
              <a:spcBef>
                <a:spcPts val="685"/>
              </a:spcBef>
            </a:pPr>
            <a:r>
              <a:rPr sz="950" spc="-20" dirty="0">
                <a:solidFill>
                  <a:srgbClr val="605D5C"/>
                </a:solidFill>
                <a:latin typeface="Segoe UI"/>
                <a:cs typeface="Segoe UI"/>
              </a:rPr>
              <a:t>2001</a:t>
            </a:r>
            <a:endParaRPr sz="950">
              <a:latin typeface="Segoe UI"/>
              <a:cs typeface="Segoe UI"/>
            </a:endParaRPr>
          </a:p>
          <a:p>
            <a:pPr marL="133985">
              <a:spcBef>
                <a:spcPts val="685"/>
              </a:spcBef>
            </a:pPr>
            <a:r>
              <a:rPr sz="950" spc="-20" dirty="0">
                <a:solidFill>
                  <a:srgbClr val="605D5C"/>
                </a:solidFill>
                <a:latin typeface="Segoe UI"/>
                <a:cs typeface="Segoe UI"/>
              </a:rPr>
              <a:t>1978</a:t>
            </a:r>
            <a:endParaRPr sz="950">
              <a:latin typeface="Segoe UI"/>
              <a:cs typeface="Segoe UI"/>
            </a:endParaRPr>
          </a:p>
          <a:p>
            <a:pPr marL="133985">
              <a:spcBef>
                <a:spcPts val="755"/>
              </a:spcBef>
            </a:pPr>
            <a:r>
              <a:rPr sz="950" spc="-20" dirty="0">
                <a:solidFill>
                  <a:srgbClr val="605D5C"/>
                </a:solidFill>
                <a:latin typeface="Segoe UI"/>
                <a:cs typeface="Segoe UI"/>
              </a:rPr>
              <a:t>1999</a:t>
            </a:r>
            <a:endParaRPr sz="950">
              <a:latin typeface="Segoe UI"/>
              <a:cs typeface="Segoe UI"/>
            </a:endParaRPr>
          </a:p>
          <a:p>
            <a:pPr marL="133985">
              <a:spcBef>
                <a:spcPts val="685"/>
              </a:spcBef>
            </a:pPr>
            <a:r>
              <a:rPr sz="950" spc="-20" dirty="0">
                <a:solidFill>
                  <a:srgbClr val="605D5C"/>
                </a:solidFill>
                <a:latin typeface="Segoe UI"/>
                <a:cs typeface="Segoe UI"/>
              </a:rPr>
              <a:t>2000</a:t>
            </a:r>
            <a:endParaRPr sz="950">
              <a:latin typeface="Segoe UI"/>
              <a:cs typeface="Segoe UI"/>
            </a:endParaRPr>
          </a:p>
          <a:p>
            <a:pPr marL="133985">
              <a:spcBef>
                <a:spcPts val="685"/>
              </a:spcBef>
            </a:pPr>
            <a:r>
              <a:rPr sz="950" spc="-20" dirty="0">
                <a:solidFill>
                  <a:srgbClr val="605D5C"/>
                </a:solidFill>
                <a:latin typeface="Segoe UI"/>
                <a:cs typeface="Segoe UI"/>
              </a:rPr>
              <a:t>1994</a:t>
            </a:r>
            <a:endParaRPr sz="950">
              <a:latin typeface="Segoe UI"/>
              <a:cs typeface="Segoe UI"/>
            </a:endParaRPr>
          </a:p>
          <a:p>
            <a:pPr marL="133985">
              <a:spcBef>
                <a:spcPts val="755"/>
              </a:spcBef>
            </a:pPr>
            <a:r>
              <a:rPr sz="950" spc="-20" dirty="0">
                <a:solidFill>
                  <a:srgbClr val="605D5C"/>
                </a:solidFill>
                <a:latin typeface="Segoe UI"/>
                <a:cs typeface="Segoe UI"/>
              </a:rPr>
              <a:t>2003</a:t>
            </a:r>
            <a:endParaRPr sz="950">
              <a:latin typeface="Segoe UI"/>
              <a:cs typeface="Segoe UI"/>
            </a:endParaRPr>
          </a:p>
          <a:p>
            <a:pPr marL="133985">
              <a:spcBef>
                <a:spcPts val="685"/>
              </a:spcBef>
            </a:pPr>
            <a:r>
              <a:rPr sz="950" spc="-20" dirty="0">
                <a:solidFill>
                  <a:srgbClr val="605D5C"/>
                </a:solidFill>
                <a:latin typeface="Segoe UI"/>
                <a:cs typeface="Segoe UI"/>
              </a:rPr>
              <a:t>2006</a:t>
            </a:r>
            <a:endParaRPr sz="950">
              <a:latin typeface="Segoe UI"/>
              <a:cs typeface="Segoe UI"/>
            </a:endParaRPr>
          </a:p>
          <a:p>
            <a:pPr marL="133985">
              <a:spcBef>
                <a:spcPts val="680"/>
              </a:spcBef>
            </a:pPr>
            <a:r>
              <a:rPr sz="950" spc="-20" dirty="0">
                <a:solidFill>
                  <a:srgbClr val="605D5C"/>
                </a:solidFill>
                <a:latin typeface="Segoe UI"/>
                <a:cs typeface="Segoe UI"/>
              </a:rPr>
              <a:t>1998</a:t>
            </a:r>
            <a:endParaRPr sz="950">
              <a:latin typeface="Segoe UI"/>
              <a:cs typeface="Segoe UI"/>
            </a:endParaRPr>
          </a:p>
          <a:p>
            <a:pPr marL="133985">
              <a:spcBef>
                <a:spcPts val="760"/>
              </a:spcBef>
            </a:pPr>
            <a:r>
              <a:rPr sz="950" spc="-20" dirty="0">
                <a:solidFill>
                  <a:srgbClr val="605D5C"/>
                </a:solidFill>
                <a:latin typeface="Segoe UI"/>
                <a:cs typeface="Segoe UI"/>
              </a:rPr>
              <a:t>2011</a:t>
            </a:r>
            <a:endParaRPr sz="950">
              <a:latin typeface="Segoe UI"/>
              <a:cs typeface="Segoe UI"/>
            </a:endParaRPr>
          </a:p>
          <a:p>
            <a:pPr marL="133985">
              <a:spcBef>
                <a:spcPts val="685"/>
              </a:spcBef>
            </a:pPr>
            <a:r>
              <a:rPr sz="950" spc="-20" dirty="0">
                <a:solidFill>
                  <a:srgbClr val="605D5C"/>
                </a:solidFill>
                <a:latin typeface="Segoe UI"/>
                <a:cs typeface="Segoe UI"/>
              </a:rPr>
              <a:t>2004</a:t>
            </a:r>
            <a:endParaRPr sz="950">
              <a:latin typeface="Segoe UI"/>
              <a:cs typeface="Segoe UI"/>
            </a:endParaRPr>
          </a:p>
          <a:p>
            <a:pPr marL="133985">
              <a:spcBef>
                <a:spcPts val="680"/>
              </a:spcBef>
            </a:pPr>
            <a:r>
              <a:rPr sz="950" spc="-20" dirty="0">
                <a:solidFill>
                  <a:srgbClr val="605D5C"/>
                </a:solidFill>
                <a:latin typeface="Segoe UI"/>
                <a:cs typeface="Segoe UI"/>
              </a:rPr>
              <a:t>2005</a:t>
            </a:r>
            <a:endParaRPr sz="950">
              <a:latin typeface="Segoe UI"/>
              <a:cs typeface="Segoe UI"/>
            </a:endParaRPr>
          </a:p>
          <a:p>
            <a:pPr marL="133985">
              <a:spcBef>
                <a:spcPts val="760"/>
              </a:spcBef>
            </a:pPr>
            <a:r>
              <a:rPr sz="950" spc="-20" dirty="0">
                <a:solidFill>
                  <a:srgbClr val="605D5C"/>
                </a:solidFill>
                <a:latin typeface="Segoe UI"/>
                <a:cs typeface="Segoe UI"/>
              </a:rPr>
              <a:t>2002</a:t>
            </a:r>
            <a:endParaRPr sz="950">
              <a:latin typeface="Segoe UI"/>
              <a:cs typeface="Segoe UI"/>
            </a:endParaRPr>
          </a:p>
          <a:p>
            <a:pPr marL="133985">
              <a:spcBef>
                <a:spcPts val="680"/>
              </a:spcBef>
            </a:pPr>
            <a:r>
              <a:rPr sz="950" spc="-20" dirty="0">
                <a:solidFill>
                  <a:srgbClr val="605D5C"/>
                </a:solidFill>
                <a:latin typeface="Segoe UI"/>
                <a:cs typeface="Segoe UI"/>
              </a:rPr>
              <a:t>2007</a:t>
            </a:r>
            <a:endParaRPr sz="950">
              <a:latin typeface="Segoe UI"/>
              <a:cs typeface="Segoe UI"/>
            </a:endParaRPr>
          </a:p>
          <a:p>
            <a:pPr marL="133985">
              <a:spcBef>
                <a:spcPts val="685"/>
              </a:spcBef>
            </a:pPr>
            <a:r>
              <a:rPr sz="950" spc="-20" dirty="0">
                <a:solidFill>
                  <a:srgbClr val="605D5C"/>
                </a:solidFill>
                <a:latin typeface="Segoe UI"/>
                <a:cs typeface="Segoe UI"/>
              </a:rPr>
              <a:t>2013</a:t>
            </a:r>
            <a:endParaRPr sz="950">
              <a:latin typeface="Segoe UI"/>
              <a:cs typeface="Segoe UI"/>
            </a:endParaRPr>
          </a:p>
        </p:txBody>
      </p:sp>
      <p:grpSp>
        <p:nvGrpSpPr>
          <p:cNvPr id="110" name="object 110"/>
          <p:cNvGrpSpPr/>
          <p:nvPr/>
        </p:nvGrpSpPr>
        <p:grpSpPr>
          <a:xfrm>
            <a:off x="9335655" y="457200"/>
            <a:ext cx="3085465" cy="6858000"/>
            <a:chOff x="9335654" y="228600"/>
            <a:chExt cx="3085465" cy="6858000"/>
          </a:xfrm>
        </p:grpSpPr>
        <p:pic>
          <p:nvPicPr>
            <p:cNvPr id="111" name="object 111"/>
            <p:cNvPicPr/>
            <p:nvPr/>
          </p:nvPicPr>
          <p:blipFill>
            <a:blip r:embed="rId25" cstate="print"/>
            <a:stretch>
              <a:fillRect/>
            </a:stretch>
          </p:blipFill>
          <p:spPr>
            <a:xfrm>
              <a:off x="9335654" y="6694056"/>
              <a:ext cx="157497" cy="88013"/>
            </a:xfrm>
            <a:prstGeom prst="rect">
              <a:avLst/>
            </a:prstGeom>
          </p:spPr>
        </p:pic>
        <p:sp>
          <p:nvSpPr>
            <p:cNvPr id="112" name="object 112"/>
            <p:cNvSpPr/>
            <p:nvPr/>
          </p:nvSpPr>
          <p:spPr>
            <a:xfrm>
              <a:off x="12087225" y="228600"/>
              <a:ext cx="333375" cy="6858000"/>
            </a:xfrm>
            <a:custGeom>
              <a:avLst/>
              <a:gdLst/>
              <a:ahLst/>
              <a:cxnLst/>
              <a:rect l="l" t="t" r="r" b="b"/>
              <a:pathLst>
                <a:path w="333375" h="6858000">
                  <a:moveTo>
                    <a:pt x="333375" y="6858000"/>
                  </a:moveTo>
                  <a:lnTo>
                    <a:pt x="0" y="6858000"/>
                  </a:lnTo>
                  <a:lnTo>
                    <a:pt x="0" y="0"/>
                  </a:lnTo>
                  <a:lnTo>
                    <a:pt x="333375" y="0"/>
                  </a:lnTo>
                  <a:lnTo>
                    <a:pt x="333375" y="6858000"/>
                  </a:lnTo>
                  <a:close/>
                </a:path>
              </a:pathLst>
            </a:custGeom>
            <a:solidFill>
              <a:srgbClr val="F2F1F1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3" name="object 113"/>
            <p:cNvSpPr/>
            <p:nvPr/>
          </p:nvSpPr>
          <p:spPr>
            <a:xfrm>
              <a:off x="12087225" y="228600"/>
              <a:ext cx="9525" cy="6858000"/>
            </a:xfrm>
            <a:custGeom>
              <a:avLst/>
              <a:gdLst/>
              <a:ahLst/>
              <a:cxnLst/>
              <a:rect l="l" t="t" r="r" b="b"/>
              <a:pathLst>
                <a:path w="9525" h="6858000">
                  <a:moveTo>
                    <a:pt x="9525" y="6858000"/>
                  </a:moveTo>
                  <a:lnTo>
                    <a:pt x="0" y="6858000"/>
                  </a:lnTo>
                  <a:lnTo>
                    <a:pt x="0" y="0"/>
                  </a:lnTo>
                  <a:lnTo>
                    <a:pt x="9525" y="0"/>
                  </a:lnTo>
                  <a:lnTo>
                    <a:pt x="9525" y="6858000"/>
                  </a:lnTo>
                  <a:close/>
                </a:path>
              </a:pathLst>
            </a:custGeom>
            <a:solidFill>
              <a:srgbClr val="E1DEDD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14" name="object 114"/>
            <p:cNvPicPr/>
            <p:nvPr/>
          </p:nvPicPr>
          <p:blipFill>
            <a:blip r:embed="rId26" cstate="print"/>
            <a:stretch>
              <a:fillRect/>
            </a:stretch>
          </p:blipFill>
          <p:spPr>
            <a:xfrm>
              <a:off x="12201065" y="349899"/>
              <a:ext cx="117285" cy="119351"/>
            </a:xfrm>
            <a:prstGeom prst="rect">
              <a:avLst/>
            </a:prstGeom>
          </p:spPr>
        </p:pic>
      </p:grpSp>
      <p:sp>
        <p:nvSpPr>
          <p:cNvPr id="115" name="object 115"/>
          <p:cNvSpPr txBox="1"/>
          <p:nvPr/>
        </p:nvSpPr>
        <p:spPr>
          <a:xfrm>
            <a:off x="12002551" y="820738"/>
            <a:ext cx="369332" cy="1049655"/>
          </a:xfrm>
          <a:prstGeom prst="rect">
            <a:avLst/>
          </a:prstGeom>
        </p:spPr>
        <p:txBody>
          <a:bodyPr vert="vert" wrap="square" lIns="0" tIns="24765" rIns="0" bIns="0" rtlCol="0">
            <a:spAutoFit/>
          </a:bodyPr>
          <a:lstStyle/>
          <a:p>
            <a:pPr marL="12700">
              <a:spcBef>
                <a:spcPts val="195"/>
              </a:spcBef>
            </a:pPr>
            <a:r>
              <a:rPr sz="1200" dirty="0">
                <a:solidFill>
                  <a:srgbClr val="252423"/>
                </a:solidFill>
                <a:latin typeface="Segoe UI Semibold"/>
                <a:cs typeface="Segoe UI Semibold"/>
              </a:rPr>
              <a:t>Quick </a:t>
            </a:r>
            <a:r>
              <a:rPr sz="1200" spc="-10" dirty="0">
                <a:solidFill>
                  <a:srgbClr val="252423"/>
                </a:solidFill>
                <a:latin typeface="Segoe UI Semibold"/>
                <a:cs typeface="Segoe UI Semibold"/>
              </a:rPr>
              <a:t>measure</a:t>
            </a:r>
            <a:endParaRPr sz="1200">
              <a:latin typeface="Segoe UI Semibold"/>
              <a:cs typeface="Segoe UI Semibold"/>
            </a:endParaRPr>
          </a:p>
        </p:txBody>
      </p:sp>
      <p:sp>
        <p:nvSpPr>
          <p:cNvPr id="116" name="Rectangle 115"/>
          <p:cNvSpPr/>
          <p:nvPr/>
        </p:nvSpPr>
        <p:spPr>
          <a:xfrm>
            <a:off x="4086129" y="67456"/>
            <a:ext cx="3089948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12700" algn="l">
              <a:lnSpc>
                <a:spcPct val="100000"/>
              </a:lnSpc>
              <a:spcBef>
                <a:spcPts val="560"/>
              </a:spcBef>
              <a:tabLst>
                <a:tab pos="200660" algn="l"/>
              </a:tabLst>
            </a:pPr>
            <a:r>
              <a:rPr lang="en-US" b="1" dirty="0" smtClean="0"/>
              <a:t>Election</a:t>
            </a:r>
            <a:r>
              <a:rPr lang="en-US" b="1" spc="-25" dirty="0" smtClean="0"/>
              <a:t> </a:t>
            </a:r>
            <a:r>
              <a:rPr lang="en-US" b="1" spc="-10" dirty="0" smtClean="0"/>
              <a:t>Trends</a:t>
            </a:r>
            <a:r>
              <a:rPr lang="en-US" b="1" spc="-60" dirty="0" smtClean="0"/>
              <a:t> </a:t>
            </a:r>
            <a:r>
              <a:rPr lang="en-US" b="1" dirty="0" smtClean="0"/>
              <a:t>Over</a:t>
            </a:r>
            <a:r>
              <a:rPr lang="en-US" b="1" spc="-20" dirty="0" smtClean="0"/>
              <a:t> Time</a:t>
            </a:r>
            <a:endParaRPr lang="en-US" b="1" spc="-20" dirty="0"/>
          </a:p>
        </p:txBody>
      </p:sp>
    </p:spTree>
    <p:extLst>
      <p:ext uri="{BB962C8B-B14F-4D97-AF65-F5344CB8AC3E}">
        <p14:creationId xmlns:p14="http://schemas.microsoft.com/office/powerpoint/2010/main" val="394800572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4114800" y="152400"/>
            <a:ext cx="3089948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12700" algn="l">
              <a:lnSpc>
                <a:spcPct val="100000"/>
              </a:lnSpc>
              <a:spcBef>
                <a:spcPts val="560"/>
              </a:spcBef>
              <a:tabLst>
                <a:tab pos="200660" algn="l"/>
              </a:tabLst>
            </a:pPr>
            <a:r>
              <a:rPr lang="en-US" b="1" dirty="0" smtClean="0"/>
              <a:t>Election</a:t>
            </a:r>
            <a:r>
              <a:rPr lang="en-US" b="1" spc="-25" dirty="0" smtClean="0"/>
              <a:t> </a:t>
            </a:r>
            <a:r>
              <a:rPr lang="en-US" b="1" spc="-10" dirty="0" smtClean="0"/>
              <a:t>Trends</a:t>
            </a:r>
            <a:r>
              <a:rPr lang="en-US" b="1" spc="-60" dirty="0" smtClean="0"/>
              <a:t> </a:t>
            </a:r>
            <a:r>
              <a:rPr lang="en-US" b="1" dirty="0" smtClean="0"/>
              <a:t>Over</a:t>
            </a:r>
            <a:r>
              <a:rPr lang="en-US" b="1" spc="-20" dirty="0" smtClean="0"/>
              <a:t> Time</a:t>
            </a:r>
            <a:endParaRPr lang="en-US" b="1" spc="-20" dirty="0"/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798311" y="1188714"/>
            <a:ext cx="9052578" cy="539497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1253996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753936" y="2464808"/>
            <a:ext cx="8204834" cy="1515800"/>
          </a:xfrm>
          <a:prstGeom prst="rect">
            <a:avLst/>
          </a:prstGeom>
        </p:spPr>
        <p:txBody>
          <a:bodyPr vert="horz" wrap="square" lIns="0" tIns="83820" rIns="0" bIns="0" rtlCol="0">
            <a:spAutoFit/>
          </a:bodyPr>
          <a:lstStyle/>
          <a:p>
            <a:pPr marL="12700" algn="just">
              <a:lnSpc>
                <a:spcPct val="100000"/>
              </a:lnSpc>
              <a:spcBef>
                <a:spcPts val="660"/>
              </a:spcBef>
              <a:tabLst>
                <a:tab pos="200660" algn="l"/>
              </a:tabLst>
            </a:pPr>
            <a:r>
              <a:rPr sz="2300" b="1" dirty="0">
                <a:latin typeface="+mj-lt"/>
                <a:cs typeface="Calibri"/>
              </a:rPr>
              <a:t>3.2</a:t>
            </a:r>
            <a:r>
              <a:rPr sz="2300" b="1" spc="-25" dirty="0">
                <a:latin typeface="+mj-lt"/>
                <a:cs typeface="Calibri"/>
              </a:rPr>
              <a:t> </a:t>
            </a:r>
            <a:r>
              <a:rPr sz="2300" b="1" dirty="0">
                <a:latin typeface="+mj-lt"/>
                <a:cs typeface="Calibri"/>
              </a:rPr>
              <a:t>Party</a:t>
            </a:r>
            <a:r>
              <a:rPr sz="2300" b="1" spc="-15" dirty="0">
                <a:latin typeface="+mj-lt"/>
                <a:cs typeface="Calibri"/>
              </a:rPr>
              <a:t> </a:t>
            </a:r>
            <a:r>
              <a:rPr sz="2300" b="1" spc="-10" dirty="0" smtClean="0">
                <a:latin typeface="+mj-lt"/>
                <a:cs typeface="Calibri"/>
              </a:rPr>
              <a:t>Performance</a:t>
            </a:r>
            <a:endParaRPr sz="2300" dirty="0" smtClean="0">
              <a:latin typeface="+mj-lt"/>
              <a:cs typeface="Calibri"/>
            </a:endParaRPr>
          </a:p>
          <a:p>
            <a:pPr marL="12065" marR="280670" algn="just">
              <a:lnSpc>
                <a:spcPts val="2500"/>
              </a:lnSpc>
              <a:spcBef>
                <a:spcPts val="860"/>
              </a:spcBef>
              <a:tabLst>
                <a:tab pos="201295" algn="l"/>
              </a:tabLst>
            </a:pPr>
            <a:r>
              <a:rPr lang="en-US" sz="2300" b="1" dirty="0" smtClean="0">
                <a:latin typeface="+mj-lt"/>
                <a:sym typeface="Wingdings" panose="05000000000000000000" pitchFamily="2" charset="2"/>
              </a:rPr>
              <a:t></a:t>
            </a:r>
            <a:r>
              <a:rPr lang="en-US" sz="2300" b="1" dirty="0" smtClean="0">
                <a:latin typeface="+mj-lt"/>
              </a:rPr>
              <a:t>Key Party Players</a:t>
            </a:r>
            <a:r>
              <a:rPr sz="2300" b="1" dirty="0" smtClean="0">
                <a:latin typeface="+mj-lt"/>
                <a:cs typeface="Calibri"/>
              </a:rPr>
              <a:t>:</a:t>
            </a:r>
            <a:r>
              <a:rPr sz="2300" b="1" spc="-35" dirty="0" smtClean="0">
                <a:latin typeface="+mj-lt"/>
                <a:cs typeface="Calibri"/>
              </a:rPr>
              <a:t> </a:t>
            </a:r>
            <a:r>
              <a:rPr sz="2300" dirty="0" smtClean="0">
                <a:latin typeface="+mj-lt"/>
                <a:cs typeface="Calibri"/>
              </a:rPr>
              <a:t>Identification</a:t>
            </a:r>
            <a:r>
              <a:rPr sz="2300" spc="-55" dirty="0" smtClean="0">
                <a:latin typeface="+mj-lt"/>
                <a:cs typeface="Calibri"/>
              </a:rPr>
              <a:t> </a:t>
            </a:r>
            <a:r>
              <a:rPr sz="2300" dirty="0" smtClean="0">
                <a:latin typeface="+mj-lt"/>
                <a:cs typeface="Calibri"/>
              </a:rPr>
              <a:t>of</a:t>
            </a:r>
            <a:r>
              <a:rPr sz="2300" spc="-55" dirty="0" smtClean="0">
                <a:latin typeface="+mj-lt"/>
                <a:cs typeface="Calibri"/>
              </a:rPr>
              <a:t> </a:t>
            </a:r>
            <a:r>
              <a:rPr sz="2300" dirty="0" smtClean="0">
                <a:latin typeface="+mj-lt"/>
                <a:cs typeface="Calibri"/>
              </a:rPr>
              <a:t>dominant</a:t>
            </a:r>
            <a:r>
              <a:rPr sz="2300" spc="-15" dirty="0" smtClean="0">
                <a:latin typeface="+mj-lt"/>
                <a:cs typeface="Calibri"/>
              </a:rPr>
              <a:t> </a:t>
            </a:r>
            <a:r>
              <a:rPr sz="2300" dirty="0" smtClean="0">
                <a:latin typeface="+mj-lt"/>
                <a:cs typeface="Calibri"/>
              </a:rPr>
              <a:t>parties</a:t>
            </a:r>
            <a:r>
              <a:rPr sz="2300" spc="-45" dirty="0" smtClean="0">
                <a:latin typeface="+mj-lt"/>
                <a:cs typeface="Calibri"/>
              </a:rPr>
              <a:t> </a:t>
            </a:r>
            <a:r>
              <a:rPr sz="2300" dirty="0" smtClean="0">
                <a:latin typeface="+mj-lt"/>
                <a:cs typeface="Calibri"/>
              </a:rPr>
              <a:t>in</a:t>
            </a:r>
            <a:r>
              <a:rPr sz="2300" spc="-30" dirty="0" smtClean="0">
                <a:latin typeface="+mj-lt"/>
                <a:cs typeface="Calibri"/>
              </a:rPr>
              <a:t> </a:t>
            </a:r>
            <a:r>
              <a:rPr sz="2300" spc="-10" dirty="0" smtClean="0">
                <a:latin typeface="+mj-lt"/>
                <a:cs typeface="Calibri"/>
              </a:rPr>
              <a:t>different 	</a:t>
            </a:r>
            <a:r>
              <a:rPr sz="2300" dirty="0" smtClean="0">
                <a:latin typeface="+mj-lt"/>
                <a:cs typeface="Calibri"/>
              </a:rPr>
              <a:t>states</a:t>
            </a:r>
            <a:r>
              <a:rPr sz="2300" spc="-60" dirty="0" smtClean="0">
                <a:latin typeface="+mj-lt"/>
                <a:cs typeface="Calibri"/>
              </a:rPr>
              <a:t> </a:t>
            </a:r>
            <a:r>
              <a:rPr sz="2300" dirty="0" smtClean="0">
                <a:latin typeface="+mj-lt"/>
                <a:cs typeface="Calibri"/>
              </a:rPr>
              <a:t>and</a:t>
            </a:r>
            <a:r>
              <a:rPr sz="2300" spc="-50" dirty="0" smtClean="0">
                <a:latin typeface="+mj-lt"/>
                <a:cs typeface="Calibri"/>
              </a:rPr>
              <a:t> </a:t>
            </a:r>
            <a:r>
              <a:rPr sz="2300" dirty="0" smtClean="0">
                <a:latin typeface="+mj-lt"/>
                <a:cs typeface="Calibri"/>
              </a:rPr>
              <a:t>regions</a:t>
            </a:r>
            <a:r>
              <a:rPr sz="2300" spc="-55" dirty="0" smtClean="0">
                <a:latin typeface="+mj-lt"/>
                <a:cs typeface="Calibri"/>
              </a:rPr>
              <a:t> </a:t>
            </a:r>
            <a:r>
              <a:rPr sz="2300" dirty="0" smtClean="0">
                <a:latin typeface="+mj-lt"/>
                <a:cs typeface="Calibri"/>
              </a:rPr>
              <a:t>based</a:t>
            </a:r>
            <a:r>
              <a:rPr sz="2300" spc="-50" dirty="0" smtClean="0">
                <a:latin typeface="+mj-lt"/>
                <a:cs typeface="Calibri"/>
              </a:rPr>
              <a:t> </a:t>
            </a:r>
            <a:r>
              <a:rPr sz="2300" dirty="0" smtClean="0">
                <a:latin typeface="+mj-lt"/>
                <a:cs typeface="Calibri"/>
              </a:rPr>
              <a:t>on</a:t>
            </a:r>
            <a:r>
              <a:rPr sz="2300" spc="-45" dirty="0" smtClean="0">
                <a:latin typeface="+mj-lt"/>
                <a:cs typeface="Calibri"/>
              </a:rPr>
              <a:t> </a:t>
            </a:r>
            <a:r>
              <a:rPr sz="2300" dirty="0" smtClean="0">
                <a:latin typeface="+mj-lt"/>
                <a:cs typeface="Calibri"/>
              </a:rPr>
              <a:t>their</a:t>
            </a:r>
            <a:r>
              <a:rPr sz="2300" spc="-55" dirty="0" smtClean="0">
                <a:latin typeface="+mj-lt"/>
                <a:cs typeface="Calibri"/>
              </a:rPr>
              <a:t> </a:t>
            </a:r>
            <a:r>
              <a:rPr sz="2300" dirty="0" smtClean="0">
                <a:latin typeface="+mj-lt"/>
                <a:cs typeface="Calibri"/>
              </a:rPr>
              <a:t>electoral</a:t>
            </a:r>
            <a:r>
              <a:rPr sz="2300" spc="-75" dirty="0" smtClean="0">
                <a:latin typeface="+mj-lt"/>
                <a:cs typeface="Calibri"/>
              </a:rPr>
              <a:t> </a:t>
            </a:r>
            <a:r>
              <a:rPr sz="2300" dirty="0" smtClean="0">
                <a:latin typeface="+mj-lt"/>
                <a:cs typeface="Calibri"/>
              </a:rPr>
              <a:t>performance</a:t>
            </a:r>
            <a:r>
              <a:rPr sz="2300" spc="-50" dirty="0" smtClean="0">
                <a:latin typeface="+mj-lt"/>
                <a:cs typeface="Calibri"/>
              </a:rPr>
              <a:t> </a:t>
            </a:r>
            <a:r>
              <a:rPr sz="2300" dirty="0" smtClean="0">
                <a:latin typeface="+mj-lt"/>
                <a:cs typeface="Calibri"/>
              </a:rPr>
              <a:t>over</a:t>
            </a:r>
            <a:r>
              <a:rPr sz="2300" spc="-55" dirty="0" smtClean="0">
                <a:latin typeface="+mj-lt"/>
                <a:cs typeface="Calibri"/>
              </a:rPr>
              <a:t> </a:t>
            </a:r>
            <a:r>
              <a:rPr sz="2300" spc="-25" dirty="0" smtClean="0">
                <a:latin typeface="+mj-lt"/>
                <a:cs typeface="Calibri"/>
              </a:rPr>
              <a:t>the 	</a:t>
            </a:r>
            <a:r>
              <a:rPr sz="2300" spc="-10" dirty="0" smtClean="0">
                <a:latin typeface="+mj-lt"/>
                <a:cs typeface="Calibri"/>
              </a:rPr>
              <a:t>years.</a:t>
            </a:r>
            <a:endParaRPr lang="en-US" sz="2300" spc="-10" dirty="0" smtClean="0">
              <a:latin typeface="+mj-lt"/>
              <a:cs typeface="Calibri"/>
            </a:endParaRPr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76200" rIns="0" bIns="0" rtlCol="0">
            <a:spAutoFit/>
          </a:bodyPr>
          <a:lstStyle/>
          <a:p>
            <a:pPr marL="12700" marR="5080">
              <a:lnSpc>
                <a:spcPts val="3920"/>
              </a:lnSpc>
              <a:spcBef>
                <a:spcPts val="600"/>
              </a:spcBef>
            </a:pPr>
            <a:r>
              <a:rPr spc="-114" dirty="0"/>
              <a:t>Analysis</a:t>
            </a:r>
            <a:r>
              <a:rPr spc="-90" dirty="0"/>
              <a:t> </a:t>
            </a:r>
            <a:r>
              <a:rPr dirty="0"/>
              <a:t>of</a:t>
            </a:r>
            <a:r>
              <a:rPr spc="-75" dirty="0"/>
              <a:t> </a:t>
            </a:r>
            <a:r>
              <a:rPr spc="-90" dirty="0"/>
              <a:t>Indian</a:t>
            </a:r>
            <a:r>
              <a:rPr spc="-105" dirty="0"/>
              <a:t> </a:t>
            </a:r>
            <a:r>
              <a:rPr spc="-60" dirty="0"/>
              <a:t>Election</a:t>
            </a:r>
            <a:r>
              <a:rPr spc="-140" dirty="0"/>
              <a:t> </a:t>
            </a:r>
            <a:r>
              <a:rPr spc="-90" dirty="0"/>
              <a:t>Dataset:</a:t>
            </a:r>
            <a:r>
              <a:rPr spc="-114" dirty="0"/>
              <a:t> </a:t>
            </a:r>
            <a:r>
              <a:rPr spc="-90" dirty="0"/>
              <a:t>State</a:t>
            </a:r>
            <a:r>
              <a:rPr spc="-85" dirty="0"/>
              <a:t> </a:t>
            </a:r>
            <a:r>
              <a:rPr spc="-25" dirty="0"/>
              <a:t>and </a:t>
            </a:r>
            <a:r>
              <a:rPr spc="-105" dirty="0"/>
              <a:t>National</a:t>
            </a:r>
            <a:r>
              <a:rPr spc="-100" dirty="0"/>
              <a:t> </a:t>
            </a:r>
            <a:r>
              <a:rPr spc="-65" dirty="0"/>
              <a:t>Level</a:t>
            </a:r>
            <a:r>
              <a:rPr spc="-100" dirty="0"/>
              <a:t> </a:t>
            </a:r>
            <a:r>
              <a:rPr spc="-60" dirty="0"/>
              <a:t>Election</a:t>
            </a:r>
            <a:r>
              <a:rPr spc="-100" dirty="0"/>
              <a:t> </a:t>
            </a:r>
            <a:r>
              <a:rPr spc="-110" dirty="0"/>
              <a:t>Data</a:t>
            </a:r>
            <a:r>
              <a:rPr spc="-95" dirty="0"/>
              <a:t> </a:t>
            </a:r>
            <a:r>
              <a:rPr spc="-80" dirty="0"/>
              <a:t>from</a:t>
            </a:r>
            <a:r>
              <a:rPr spc="-114" dirty="0"/>
              <a:t> </a:t>
            </a:r>
            <a:r>
              <a:rPr dirty="0"/>
              <a:t>1977</a:t>
            </a:r>
            <a:r>
              <a:rPr spc="-130" dirty="0"/>
              <a:t> </a:t>
            </a:r>
            <a:r>
              <a:rPr dirty="0"/>
              <a:t>–</a:t>
            </a:r>
            <a:r>
              <a:rPr spc="-65" dirty="0"/>
              <a:t> </a:t>
            </a:r>
            <a:r>
              <a:rPr spc="-20" dirty="0"/>
              <a:t>2015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5881688" y="543408"/>
            <a:ext cx="885825" cy="152400"/>
          </a:xfrm>
          <a:prstGeom prst="rect">
            <a:avLst/>
          </a:prstGeom>
        </p:spPr>
        <p:txBody>
          <a:bodyPr vert="horz" wrap="square" lIns="0" tIns="8890" rIns="0" bIns="0" rtlCol="0">
            <a:spAutoFit/>
          </a:bodyPr>
          <a:lstStyle/>
          <a:p>
            <a:pPr>
              <a:spcBef>
                <a:spcPts val="70"/>
              </a:spcBef>
            </a:pPr>
            <a:r>
              <a:rPr sz="900" dirty="0">
                <a:solidFill>
                  <a:srgbClr val="FFFFFF"/>
                </a:solidFill>
                <a:latin typeface="Segoe UI"/>
                <a:cs typeface="Segoe UI"/>
              </a:rPr>
              <a:t>Power</a:t>
            </a:r>
            <a:r>
              <a:rPr sz="900" spc="-30" dirty="0">
                <a:solidFill>
                  <a:srgbClr val="FFFFFF"/>
                </a:solidFill>
                <a:latin typeface="Segoe UI"/>
                <a:cs typeface="Segoe UI"/>
              </a:rPr>
              <a:t> </a:t>
            </a:r>
            <a:r>
              <a:rPr sz="900" dirty="0">
                <a:solidFill>
                  <a:srgbClr val="FFFFFF"/>
                </a:solidFill>
                <a:latin typeface="Segoe UI"/>
                <a:cs typeface="Segoe UI"/>
              </a:rPr>
              <a:t>BI</a:t>
            </a:r>
            <a:r>
              <a:rPr sz="900" spc="-25" dirty="0">
                <a:solidFill>
                  <a:srgbClr val="FFFFFF"/>
                </a:solidFill>
                <a:latin typeface="Segoe UI"/>
                <a:cs typeface="Segoe UI"/>
              </a:rPr>
              <a:t> </a:t>
            </a:r>
            <a:r>
              <a:rPr sz="900" spc="-10" dirty="0">
                <a:solidFill>
                  <a:srgbClr val="FFFFFF"/>
                </a:solidFill>
                <a:latin typeface="Segoe UI"/>
                <a:cs typeface="Segoe UI"/>
              </a:rPr>
              <a:t>Desktop</a:t>
            </a:r>
            <a:endParaRPr sz="900">
              <a:latin typeface="Segoe UI"/>
              <a:cs typeface="Segoe UI"/>
            </a:endParaRPr>
          </a:p>
        </p:txBody>
      </p:sp>
      <p:sp>
        <p:nvSpPr>
          <p:cNvPr id="3" name="object 3"/>
          <p:cNvSpPr/>
          <p:nvPr/>
        </p:nvSpPr>
        <p:spPr>
          <a:xfrm>
            <a:off x="228600" y="457200"/>
            <a:ext cx="12192000" cy="6858000"/>
          </a:xfrm>
          <a:custGeom>
            <a:avLst/>
            <a:gdLst/>
            <a:ahLst/>
            <a:cxnLst/>
            <a:rect l="l" t="t" r="r" b="b"/>
            <a:pathLst>
              <a:path w="12192000" h="6858000">
                <a:moveTo>
                  <a:pt x="12192000" y="6858000"/>
                </a:moveTo>
                <a:lnTo>
                  <a:pt x="0" y="6858000"/>
                </a:lnTo>
                <a:lnTo>
                  <a:pt x="0" y="0"/>
                </a:lnTo>
                <a:lnTo>
                  <a:pt x="12192000" y="0"/>
                </a:lnTo>
                <a:lnTo>
                  <a:pt x="12192000" y="685800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/>
          <p:nvPr/>
        </p:nvSpPr>
        <p:spPr>
          <a:xfrm>
            <a:off x="3305176" y="5236580"/>
            <a:ext cx="9525" cy="9525"/>
          </a:xfrm>
          <a:custGeom>
            <a:avLst/>
            <a:gdLst/>
            <a:ahLst/>
            <a:cxnLst/>
            <a:rect l="l" t="t" r="r" b="b"/>
            <a:pathLst>
              <a:path w="9525" h="9525">
                <a:moveTo>
                  <a:pt x="9525" y="9525"/>
                </a:moveTo>
                <a:lnTo>
                  <a:pt x="0" y="9525"/>
                </a:lnTo>
                <a:lnTo>
                  <a:pt x="0" y="0"/>
                </a:lnTo>
                <a:lnTo>
                  <a:pt x="9525" y="0"/>
                </a:lnTo>
                <a:lnTo>
                  <a:pt x="9525" y="9525"/>
                </a:lnTo>
                <a:close/>
              </a:path>
            </a:pathLst>
          </a:custGeom>
          <a:solidFill>
            <a:srgbClr val="C7C6C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/>
          <p:nvPr/>
        </p:nvSpPr>
        <p:spPr>
          <a:xfrm>
            <a:off x="10106026" y="5236580"/>
            <a:ext cx="9525" cy="9525"/>
          </a:xfrm>
          <a:custGeom>
            <a:avLst/>
            <a:gdLst/>
            <a:ahLst/>
            <a:cxnLst/>
            <a:rect l="l" t="t" r="r" b="b"/>
            <a:pathLst>
              <a:path w="9525" h="9525">
                <a:moveTo>
                  <a:pt x="9525" y="9525"/>
                </a:moveTo>
                <a:lnTo>
                  <a:pt x="0" y="9525"/>
                </a:lnTo>
                <a:lnTo>
                  <a:pt x="0" y="0"/>
                </a:lnTo>
                <a:lnTo>
                  <a:pt x="9525" y="0"/>
                </a:lnTo>
                <a:lnTo>
                  <a:pt x="9525" y="9525"/>
                </a:lnTo>
                <a:close/>
              </a:path>
            </a:pathLst>
          </a:custGeom>
          <a:solidFill>
            <a:srgbClr val="C7C6C3"/>
          </a:solidFill>
        </p:spPr>
        <p:txBody>
          <a:bodyPr wrap="square" lIns="0" tIns="0" rIns="0" bIns="0" rtlCol="0"/>
          <a:lstStyle/>
          <a:p>
            <a:endParaRPr/>
          </a:p>
        </p:txBody>
      </p:sp>
      <p:grpSp>
        <p:nvGrpSpPr>
          <p:cNvPr id="6" name="object 6"/>
          <p:cNvGrpSpPr/>
          <p:nvPr/>
        </p:nvGrpSpPr>
        <p:grpSpPr>
          <a:xfrm>
            <a:off x="3362326" y="1587138"/>
            <a:ext cx="6696075" cy="3659504"/>
            <a:chOff x="3362325" y="1358538"/>
            <a:chExt cx="6696075" cy="3659504"/>
          </a:xfrm>
        </p:grpSpPr>
        <p:sp>
          <p:nvSpPr>
            <p:cNvPr id="7" name="object 7"/>
            <p:cNvSpPr/>
            <p:nvPr/>
          </p:nvSpPr>
          <p:spPr>
            <a:xfrm>
              <a:off x="3362325" y="5007990"/>
              <a:ext cx="4010025" cy="9525"/>
            </a:xfrm>
            <a:custGeom>
              <a:avLst/>
              <a:gdLst/>
              <a:ahLst/>
              <a:cxnLst/>
              <a:rect l="l" t="t" r="r" b="b"/>
              <a:pathLst>
                <a:path w="4010025" h="9525">
                  <a:moveTo>
                    <a:pt x="9525" y="0"/>
                  </a:moveTo>
                  <a:lnTo>
                    <a:pt x="0" y="0"/>
                  </a:lnTo>
                  <a:lnTo>
                    <a:pt x="0" y="9525"/>
                  </a:lnTo>
                  <a:lnTo>
                    <a:pt x="9525" y="9525"/>
                  </a:lnTo>
                  <a:lnTo>
                    <a:pt x="9525" y="0"/>
                  </a:lnTo>
                  <a:close/>
                </a:path>
                <a:path w="4010025" h="9525">
                  <a:moveTo>
                    <a:pt x="66675" y="0"/>
                  </a:moveTo>
                  <a:lnTo>
                    <a:pt x="57150" y="0"/>
                  </a:lnTo>
                  <a:lnTo>
                    <a:pt x="57150" y="9525"/>
                  </a:lnTo>
                  <a:lnTo>
                    <a:pt x="66675" y="9525"/>
                  </a:lnTo>
                  <a:lnTo>
                    <a:pt x="66675" y="0"/>
                  </a:lnTo>
                  <a:close/>
                </a:path>
                <a:path w="4010025" h="9525">
                  <a:moveTo>
                    <a:pt x="123825" y="0"/>
                  </a:moveTo>
                  <a:lnTo>
                    <a:pt x="114300" y="0"/>
                  </a:lnTo>
                  <a:lnTo>
                    <a:pt x="114300" y="9525"/>
                  </a:lnTo>
                  <a:lnTo>
                    <a:pt x="123825" y="9525"/>
                  </a:lnTo>
                  <a:lnTo>
                    <a:pt x="123825" y="0"/>
                  </a:lnTo>
                  <a:close/>
                </a:path>
                <a:path w="4010025" h="9525">
                  <a:moveTo>
                    <a:pt x="180975" y="0"/>
                  </a:moveTo>
                  <a:lnTo>
                    <a:pt x="171450" y="0"/>
                  </a:lnTo>
                  <a:lnTo>
                    <a:pt x="171450" y="9525"/>
                  </a:lnTo>
                  <a:lnTo>
                    <a:pt x="180975" y="9525"/>
                  </a:lnTo>
                  <a:lnTo>
                    <a:pt x="180975" y="0"/>
                  </a:lnTo>
                  <a:close/>
                </a:path>
                <a:path w="4010025" h="9525">
                  <a:moveTo>
                    <a:pt x="238125" y="0"/>
                  </a:moveTo>
                  <a:lnTo>
                    <a:pt x="228600" y="0"/>
                  </a:lnTo>
                  <a:lnTo>
                    <a:pt x="228600" y="9525"/>
                  </a:lnTo>
                  <a:lnTo>
                    <a:pt x="238125" y="9525"/>
                  </a:lnTo>
                  <a:lnTo>
                    <a:pt x="238125" y="0"/>
                  </a:lnTo>
                  <a:close/>
                </a:path>
                <a:path w="4010025" h="9525">
                  <a:moveTo>
                    <a:pt x="295275" y="0"/>
                  </a:moveTo>
                  <a:lnTo>
                    <a:pt x="285750" y="0"/>
                  </a:lnTo>
                  <a:lnTo>
                    <a:pt x="285750" y="9525"/>
                  </a:lnTo>
                  <a:lnTo>
                    <a:pt x="295275" y="9525"/>
                  </a:lnTo>
                  <a:lnTo>
                    <a:pt x="295275" y="0"/>
                  </a:lnTo>
                  <a:close/>
                </a:path>
                <a:path w="4010025" h="9525">
                  <a:moveTo>
                    <a:pt x="352425" y="0"/>
                  </a:moveTo>
                  <a:lnTo>
                    <a:pt x="342900" y="0"/>
                  </a:lnTo>
                  <a:lnTo>
                    <a:pt x="342900" y="9525"/>
                  </a:lnTo>
                  <a:lnTo>
                    <a:pt x="352425" y="9525"/>
                  </a:lnTo>
                  <a:lnTo>
                    <a:pt x="352425" y="0"/>
                  </a:lnTo>
                  <a:close/>
                </a:path>
                <a:path w="4010025" h="9525">
                  <a:moveTo>
                    <a:pt x="409575" y="0"/>
                  </a:moveTo>
                  <a:lnTo>
                    <a:pt x="400050" y="0"/>
                  </a:lnTo>
                  <a:lnTo>
                    <a:pt x="400050" y="9525"/>
                  </a:lnTo>
                  <a:lnTo>
                    <a:pt x="409575" y="9525"/>
                  </a:lnTo>
                  <a:lnTo>
                    <a:pt x="409575" y="0"/>
                  </a:lnTo>
                  <a:close/>
                </a:path>
                <a:path w="4010025" h="9525">
                  <a:moveTo>
                    <a:pt x="466725" y="0"/>
                  </a:moveTo>
                  <a:lnTo>
                    <a:pt x="457200" y="0"/>
                  </a:lnTo>
                  <a:lnTo>
                    <a:pt x="457200" y="9525"/>
                  </a:lnTo>
                  <a:lnTo>
                    <a:pt x="466725" y="9525"/>
                  </a:lnTo>
                  <a:lnTo>
                    <a:pt x="466725" y="0"/>
                  </a:lnTo>
                  <a:close/>
                </a:path>
                <a:path w="4010025" h="9525">
                  <a:moveTo>
                    <a:pt x="523875" y="0"/>
                  </a:moveTo>
                  <a:lnTo>
                    <a:pt x="514350" y="0"/>
                  </a:lnTo>
                  <a:lnTo>
                    <a:pt x="514350" y="9525"/>
                  </a:lnTo>
                  <a:lnTo>
                    <a:pt x="523875" y="9525"/>
                  </a:lnTo>
                  <a:lnTo>
                    <a:pt x="523875" y="0"/>
                  </a:lnTo>
                  <a:close/>
                </a:path>
                <a:path w="4010025" h="9525">
                  <a:moveTo>
                    <a:pt x="581025" y="0"/>
                  </a:moveTo>
                  <a:lnTo>
                    <a:pt x="571500" y="0"/>
                  </a:lnTo>
                  <a:lnTo>
                    <a:pt x="571500" y="9525"/>
                  </a:lnTo>
                  <a:lnTo>
                    <a:pt x="581025" y="9525"/>
                  </a:lnTo>
                  <a:lnTo>
                    <a:pt x="581025" y="0"/>
                  </a:lnTo>
                  <a:close/>
                </a:path>
                <a:path w="4010025" h="9525">
                  <a:moveTo>
                    <a:pt x="638175" y="0"/>
                  </a:moveTo>
                  <a:lnTo>
                    <a:pt x="628650" y="0"/>
                  </a:lnTo>
                  <a:lnTo>
                    <a:pt x="628650" y="9525"/>
                  </a:lnTo>
                  <a:lnTo>
                    <a:pt x="638175" y="9525"/>
                  </a:lnTo>
                  <a:lnTo>
                    <a:pt x="638175" y="0"/>
                  </a:lnTo>
                  <a:close/>
                </a:path>
                <a:path w="4010025" h="9525">
                  <a:moveTo>
                    <a:pt x="695325" y="0"/>
                  </a:moveTo>
                  <a:lnTo>
                    <a:pt x="685800" y="0"/>
                  </a:lnTo>
                  <a:lnTo>
                    <a:pt x="685800" y="9525"/>
                  </a:lnTo>
                  <a:lnTo>
                    <a:pt x="695325" y="9525"/>
                  </a:lnTo>
                  <a:lnTo>
                    <a:pt x="695325" y="0"/>
                  </a:lnTo>
                  <a:close/>
                </a:path>
                <a:path w="4010025" h="9525">
                  <a:moveTo>
                    <a:pt x="752475" y="0"/>
                  </a:moveTo>
                  <a:lnTo>
                    <a:pt x="742950" y="0"/>
                  </a:lnTo>
                  <a:lnTo>
                    <a:pt x="742950" y="9525"/>
                  </a:lnTo>
                  <a:lnTo>
                    <a:pt x="752475" y="9525"/>
                  </a:lnTo>
                  <a:lnTo>
                    <a:pt x="752475" y="0"/>
                  </a:lnTo>
                  <a:close/>
                </a:path>
                <a:path w="4010025" h="9525">
                  <a:moveTo>
                    <a:pt x="809625" y="0"/>
                  </a:moveTo>
                  <a:lnTo>
                    <a:pt x="800100" y="0"/>
                  </a:lnTo>
                  <a:lnTo>
                    <a:pt x="800100" y="9525"/>
                  </a:lnTo>
                  <a:lnTo>
                    <a:pt x="809625" y="9525"/>
                  </a:lnTo>
                  <a:lnTo>
                    <a:pt x="809625" y="0"/>
                  </a:lnTo>
                  <a:close/>
                </a:path>
                <a:path w="4010025" h="9525">
                  <a:moveTo>
                    <a:pt x="866775" y="0"/>
                  </a:moveTo>
                  <a:lnTo>
                    <a:pt x="857250" y="0"/>
                  </a:lnTo>
                  <a:lnTo>
                    <a:pt x="857250" y="9525"/>
                  </a:lnTo>
                  <a:lnTo>
                    <a:pt x="866775" y="9525"/>
                  </a:lnTo>
                  <a:lnTo>
                    <a:pt x="866775" y="0"/>
                  </a:lnTo>
                  <a:close/>
                </a:path>
                <a:path w="4010025" h="9525">
                  <a:moveTo>
                    <a:pt x="923925" y="0"/>
                  </a:moveTo>
                  <a:lnTo>
                    <a:pt x="914400" y="0"/>
                  </a:lnTo>
                  <a:lnTo>
                    <a:pt x="914400" y="9525"/>
                  </a:lnTo>
                  <a:lnTo>
                    <a:pt x="923925" y="9525"/>
                  </a:lnTo>
                  <a:lnTo>
                    <a:pt x="923925" y="0"/>
                  </a:lnTo>
                  <a:close/>
                </a:path>
                <a:path w="4010025" h="9525">
                  <a:moveTo>
                    <a:pt x="981075" y="0"/>
                  </a:moveTo>
                  <a:lnTo>
                    <a:pt x="971550" y="0"/>
                  </a:lnTo>
                  <a:lnTo>
                    <a:pt x="971550" y="9525"/>
                  </a:lnTo>
                  <a:lnTo>
                    <a:pt x="981075" y="9525"/>
                  </a:lnTo>
                  <a:lnTo>
                    <a:pt x="981075" y="0"/>
                  </a:lnTo>
                  <a:close/>
                </a:path>
                <a:path w="4010025" h="9525">
                  <a:moveTo>
                    <a:pt x="1038225" y="0"/>
                  </a:moveTo>
                  <a:lnTo>
                    <a:pt x="1028700" y="0"/>
                  </a:lnTo>
                  <a:lnTo>
                    <a:pt x="1028700" y="9525"/>
                  </a:lnTo>
                  <a:lnTo>
                    <a:pt x="1038225" y="9525"/>
                  </a:lnTo>
                  <a:lnTo>
                    <a:pt x="1038225" y="0"/>
                  </a:lnTo>
                  <a:close/>
                </a:path>
                <a:path w="4010025" h="9525">
                  <a:moveTo>
                    <a:pt x="1095375" y="0"/>
                  </a:moveTo>
                  <a:lnTo>
                    <a:pt x="1085850" y="0"/>
                  </a:lnTo>
                  <a:lnTo>
                    <a:pt x="1085850" y="9525"/>
                  </a:lnTo>
                  <a:lnTo>
                    <a:pt x="1095375" y="9525"/>
                  </a:lnTo>
                  <a:lnTo>
                    <a:pt x="1095375" y="0"/>
                  </a:lnTo>
                  <a:close/>
                </a:path>
                <a:path w="4010025" h="9525">
                  <a:moveTo>
                    <a:pt x="1152525" y="0"/>
                  </a:moveTo>
                  <a:lnTo>
                    <a:pt x="1143000" y="0"/>
                  </a:lnTo>
                  <a:lnTo>
                    <a:pt x="1143000" y="9525"/>
                  </a:lnTo>
                  <a:lnTo>
                    <a:pt x="1152525" y="9525"/>
                  </a:lnTo>
                  <a:lnTo>
                    <a:pt x="1152525" y="0"/>
                  </a:lnTo>
                  <a:close/>
                </a:path>
                <a:path w="4010025" h="9525">
                  <a:moveTo>
                    <a:pt x="1209675" y="0"/>
                  </a:moveTo>
                  <a:lnTo>
                    <a:pt x="1200150" y="0"/>
                  </a:lnTo>
                  <a:lnTo>
                    <a:pt x="1200150" y="9525"/>
                  </a:lnTo>
                  <a:lnTo>
                    <a:pt x="1209675" y="9525"/>
                  </a:lnTo>
                  <a:lnTo>
                    <a:pt x="1209675" y="0"/>
                  </a:lnTo>
                  <a:close/>
                </a:path>
                <a:path w="4010025" h="9525">
                  <a:moveTo>
                    <a:pt x="1266825" y="0"/>
                  </a:moveTo>
                  <a:lnTo>
                    <a:pt x="1257300" y="0"/>
                  </a:lnTo>
                  <a:lnTo>
                    <a:pt x="1257300" y="9525"/>
                  </a:lnTo>
                  <a:lnTo>
                    <a:pt x="1266825" y="9525"/>
                  </a:lnTo>
                  <a:lnTo>
                    <a:pt x="1266825" y="0"/>
                  </a:lnTo>
                  <a:close/>
                </a:path>
                <a:path w="4010025" h="9525">
                  <a:moveTo>
                    <a:pt x="1323975" y="0"/>
                  </a:moveTo>
                  <a:lnTo>
                    <a:pt x="1314450" y="0"/>
                  </a:lnTo>
                  <a:lnTo>
                    <a:pt x="1314450" y="9525"/>
                  </a:lnTo>
                  <a:lnTo>
                    <a:pt x="1323975" y="9525"/>
                  </a:lnTo>
                  <a:lnTo>
                    <a:pt x="1323975" y="0"/>
                  </a:lnTo>
                  <a:close/>
                </a:path>
                <a:path w="4010025" h="9525">
                  <a:moveTo>
                    <a:pt x="1381125" y="0"/>
                  </a:moveTo>
                  <a:lnTo>
                    <a:pt x="1371600" y="0"/>
                  </a:lnTo>
                  <a:lnTo>
                    <a:pt x="1371600" y="9525"/>
                  </a:lnTo>
                  <a:lnTo>
                    <a:pt x="1381125" y="9525"/>
                  </a:lnTo>
                  <a:lnTo>
                    <a:pt x="1381125" y="0"/>
                  </a:lnTo>
                  <a:close/>
                </a:path>
                <a:path w="4010025" h="9525">
                  <a:moveTo>
                    <a:pt x="1438275" y="0"/>
                  </a:moveTo>
                  <a:lnTo>
                    <a:pt x="1428750" y="0"/>
                  </a:lnTo>
                  <a:lnTo>
                    <a:pt x="1428750" y="9525"/>
                  </a:lnTo>
                  <a:lnTo>
                    <a:pt x="1438275" y="9525"/>
                  </a:lnTo>
                  <a:lnTo>
                    <a:pt x="1438275" y="0"/>
                  </a:lnTo>
                  <a:close/>
                </a:path>
                <a:path w="4010025" h="9525">
                  <a:moveTo>
                    <a:pt x="1495425" y="0"/>
                  </a:moveTo>
                  <a:lnTo>
                    <a:pt x="1485900" y="0"/>
                  </a:lnTo>
                  <a:lnTo>
                    <a:pt x="1485900" y="9525"/>
                  </a:lnTo>
                  <a:lnTo>
                    <a:pt x="1495425" y="9525"/>
                  </a:lnTo>
                  <a:lnTo>
                    <a:pt x="1495425" y="0"/>
                  </a:lnTo>
                  <a:close/>
                </a:path>
                <a:path w="4010025" h="9525">
                  <a:moveTo>
                    <a:pt x="1552575" y="0"/>
                  </a:moveTo>
                  <a:lnTo>
                    <a:pt x="1543050" y="0"/>
                  </a:lnTo>
                  <a:lnTo>
                    <a:pt x="1543050" y="9525"/>
                  </a:lnTo>
                  <a:lnTo>
                    <a:pt x="1552575" y="9525"/>
                  </a:lnTo>
                  <a:lnTo>
                    <a:pt x="1552575" y="0"/>
                  </a:lnTo>
                  <a:close/>
                </a:path>
                <a:path w="4010025" h="9525">
                  <a:moveTo>
                    <a:pt x="1609725" y="0"/>
                  </a:moveTo>
                  <a:lnTo>
                    <a:pt x="1600200" y="0"/>
                  </a:lnTo>
                  <a:lnTo>
                    <a:pt x="1600200" y="9525"/>
                  </a:lnTo>
                  <a:lnTo>
                    <a:pt x="1609725" y="9525"/>
                  </a:lnTo>
                  <a:lnTo>
                    <a:pt x="1609725" y="0"/>
                  </a:lnTo>
                  <a:close/>
                </a:path>
                <a:path w="4010025" h="9525">
                  <a:moveTo>
                    <a:pt x="1666875" y="0"/>
                  </a:moveTo>
                  <a:lnTo>
                    <a:pt x="1657350" y="0"/>
                  </a:lnTo>
                  <a:lnTo>
                    <a:pt x="1657350" y="9525"/>
                  </a:lnTo>
                  <a:lnTo>
                    <a:pt x="1666875" y="9525"/>
                  </a:lnTo>
                  <a:lnTo>
                    <a:pt x="1666875" y="0"/>
                  </a:lnTo>
                  <a:close/>
                </a:path>
                <a:path w="4010025" h="9525">
                  <a:moveTo>
                    <a:pt x="1724025" y="0"/>
                  </a:moveTo>
                  <a:lnTo>
                    <a:pt x="1714500" y="0"/>
                  </a:lnTo>
                  <a:lnTo>
                    <a:pt x="1714500" y="9525"/>
                  </a:lnTo>
                  <a:lnTo>
                    <a:pt x="1724025" y="9525"/>
                  </a:lnTo>
                  <a:lnTo>
                    <a:pt x="1724025" y="0"/>
                  </a:lnTo>
                  <a:close/>
                </a:path>
                <a:path w="4010025" h="9525">
                  <a:moveTo>
                    <a:pt x="1781175" y="0"/>
                  </a:moveTo>
                  <a:lnTo>
                    <a:pt x="1771650" y="0"/>
                  </a:lnTo>
                  <a:lnTo>
                    <a:pt x="1771650" y="9525"/>
                  </a:lnTo>
                  <a:lnTo>
                    <a:pt x="1781175" y="9525"/>
                  </a:lnTo>
                  <a:lnTo>
                    <a:pt x="1781175" y="0"/>
                  </a:lnTo>
                  <a:close/>
                </a:path>
                <a:path w="4010025" h="9525">
                  <a:moveTo>
                    <a:pt x="1838325" y="0"/>
                  </a:moveTo>
                  <a:lnTo>
                    <a:pt x="1828800" y="0"/>
                  </a:lnTo>
                  <a:lnTo>
                    <a:pt x="1828800" y="9525"/>
                  </a:lnTo>
                  <a:lnTo>
                    <a:pt x="1838325" y="9525"/>
                  </a:lnTo>
                  <a:lnTo>
                    <a:pt x="1838325" y="0"/>
                  </a:lnTo>
                  <a:close/>
                </a:path>
                <a:path w="4010025" h="9525">
                  <a:moveTo>
                    <a:pt x="1895475" y="0"/>
                  </a:moveTo>
                  <a:lnTo>
                    <a:pt x="1885950" y="0"/>
                  </a:lnTo>
                  <a:lnTo>
                    <a:pt x="1885950" y="9525"/>
                  </a:lnTo>
                  <a:lnTo>
                    <a:pt x="1895475" y="9525"/>
                  </a:lnTo>
                  <a:lnTo>
                    <a:pt x="1895475" y="0"/>
                  </a:lnTo>
                  <a:close/>
                </a:path>
                <a:path w="4010025" h="9525">
                  <a:moveTo>
                    <a:pt x="1952625" y="0"/>
                  </a:moveTo>
                  <a:lnTo>
                    <a:pt x="1943100" y="0"/>
                  </a:lnTo>
                  <a:lnTo>
                    <a:pt x="1943100" y="9525"/>
                  </a:lnTo>
                  <a:lnTo>
                    <a:pt x="1952625" y="9525"/>
                  </a:lnTo>
                  <a:lnTo>
                    <a:pt x="1952625" y="0"/>
                  </a:lnTo>
                  <a:close/>
                </a:path>
                <a:path w="4010025" h="9525">
                  <a:moveTo>
                    <a:pt x="2009775" y="0"/>
                  </a:moveTo>
                  <a:lnTo>
                    <a:pt x="2000250" y="0"/>
                  </a:lnTo>
                  <a:lnTo>
                    <a:pt x="2000250" y="9525"/>
                  </a:lnTo>
                  <a:lnTo>
                    <a:pt x="2009775" y="9525"/>
                  </a:lnTo>
                  <a:lnTo>
                    <a:pt x="2009775" y="0"/>
                  </a:lnTo>
                  <a:close/>
                </a:path>
                <a:path w="4010025" h="9525">
                  <a:moveTo>
                    <a:pt x="2066925" y="0"/>
                  </a:moveTo>
                  <a:lnTo>
                    <a:pt x="2057400" y="0"/>
                  </a:lnTo>
                  <a:lnTo>
                    <a:pt x="2057400" y="9525"/>
                  </a:lnTo>
                  <a:lnTo>
                    <a:pt x="2066925" y="9525"/>
                  </a:lnTo>
                  <a:lnTo>
                    <a:pt x="2066925" y="0"/>
                  </a:lnTo>
                  <a:close/>
                </a:path>
                <a:path w="4010025" h="9525">
                  <a:moveTo>
                    <a:pt x="2124075" y="0"/>
                  </a:moveTo>
                  <a:lnTo>
                    <a:pt x="2114550" y="0"/>
                  </a:lnTo>
                  <a:lnTo>
                    <a:pt x="2114550" y="9525"/>
                  </a:lnTo>
                  <a:lnTo>
                    <a:pt x="2124075" y="9525"/>
                  </a:lnTo>
                  <a:lnTo>
                    <a:pt x="2124075" y="0"/>
                  </a:lnTo>
                  <a:close/>
                </a:path>
                <a:path w="4010025" h="9525">
                  <a:moveTo>
                    <a:pt x="2181225" y="0"/>
                  </a:moveTo>
                  <a:lnTo>
                    <a:pt x="2171700" y="0"/>
                  </a:lnTo>
                  <a:lnTo>
                    <a:pt x="2171700" y="9525"/>
                  </a:lnTo>
                  <a:lnTo>
                    <a:pt x="2181225" y="9525"/>
                  </a:lnTo>
                  <a:lnTo>
                    <a:pt x="2181225" y="0"/>
                  </a:lnTo>
                  <a:close/>
                </a:path>
                <a:path w="4010025" h="9525">
                  <a:moveTo>
                    <a:pt x="2238375" y="0"/>
                  </a:moveTo>
                  <a:lnTo>
                    <a:pt x="2228850" y="0"/>
                  </a:lnTo>
                  <a:lnTo>
                    <a:pt x="2228850" y="9525"/>
                  </a:lnTo>
                  <a:lnTo>
                    <a:pt x="2238375" y="9525"/>
                  </a:lnTo>
                  <a:lnTo>
                    <a:pt x="2238375" y="0"/>
                  </a:lnTo>
                  <a:close/>
                </a:path>
                <a:path w="4010025" h="9525">
                  <a:moveTo>
                    <a:pt x="2295525" y="0"/>
                  </a:moveTo>
                  <a:lnTo>
                    <a:pt x="2286000" y="0"/>
                  </a:lnTo>
                  <a:lnTo>
                    <a:pt x="2286000" y="9525"/>
                  </a:lnTo>
                  <a:lnTo>
                    <a:pt x="2295525" y="9525"/>
                  </a:lnTo>
                  <a:lnTo>
                    <a:pt x="2295525" y="0"/>
                  </a:lnTo>
                  <a:close/>
                </a:path>
                <a:path w="4010025" h="9525">
                  <a:moveTo>
                    <a:pt x="2352675" y="0"/>
                  </a:moveTo>
                  <a:lnTo>
                    <a:pt x="2343150" y="0"/>
                  </a:lnTo>
                  <a:lnTo>
                    <a:pt x="2343150" y="9525"/>
                  </a:lnTo>
                  <a:lnTo>
                    <a:pt x="2352675" y="9525"/>
                  </a:lnTo>
                  <a:lnTo>
                    <a:pt x="2352675" y="0"/>
                  </a:lnTo>
                  <a:close/>
                </a:path>
                <a:path w="4010025" h="9525">
                  <a:moveTo>
                    <a:pt x="2409825" y="0"/>
                  </a:moveTo>
                  <a:lnTo>
                    <a:pt x="2400300" y="0"/>
                  </a:lnTo>
                  <a:lnTo>
                    <a:pt x="2400300" y="9525"/>
                  </a:lnTo>
                  <a:lnTo>
                    <a:pt x="2409825" y="9525"/>
                  </a:lnTo>
                  <a:lnTo>
                    <a:pt x="2409825" y="0"/>
                  </a:lnTo>
                  <a:close/>
                </a:path>
                <a:path w="4010025" h="9525">
                  <a:moveTo>
                    <a:pt x="2466975" y="0"/>
                  </a:moveTo>
                  <a:lnTo>
                    <a:pt x="2457450" y="0"/>
                  </a:lnTo>
                  <a:lnTo>
                    <a:pt x="2457450" y="9525"/>
                  </a:lnTo>
                  <a:lnTo>
                    <a:pt x="2466975" y="9525"/>
                  </a:lnTo>
                  <a:lnTo>
                    <a:pt x="2466975" y="0"/>
                  </a:lnTo>
                  <a:close/>
                </a:path>
                <a:path w="4010025" h="9525">
                  <a:moveTo>
                    <a:pt x="2524125" y="0"/>
                  </a:moveTo>
                  <a:lnTo>
                    <a:pt x="2514600" y="0"/>
                  </a:lnTo>
                  <a:lnTo>
                    <a:pt x="2514600" y="9525"/>
                  </a:lnTo>
                  <a:lnTo>
                    <a:pt x="2524125" y="9525"/>
                  </a:lnTo>
                  <a:lnTo>
                    <a:pt x="2524125" y="0"/>
                  </a:lnTo>
                  <a:close/>
                </a:path>
                <a:path w="4010025" h="9525">
                  <a:moveTo>
                    <a:pt x="2581275" y="0"/>
                  </a:moveTo>
                  <a:lnTo>
                    <a:pt x="2571750" y="0"/>
                  </a:lnTo>
                  <a:lnTo>
                    <a:pt x="2571750" y="9525"/>
                  </a:lnTo>
                  <a:lnTo>
                    <a:pt x="2581275" y="9525"/>
                  </a:lnTo>
                  <a:lnTo>
                    <a:pt x="2581275" y="0"/>
                  </a:lnTo>
                  <a:close/>
                </a:path>
                <a:path w="4010025" h="9525">
                  <a:moveTo>
                    <a:pt x="2638425" y="0"/>
                  </a:moveTo>
                  <a:lnTo>
                    <a:pt x="2628900" y="0"/>
                  </a:lnTo>
                  <a:lnTo>
                    <a:pt x="2628900" y="9525"/>
                  </a:lnTo>
                  <a:lnTo>
                    <a:pt x="2638425" y="9525"/>
                  </a:lnTo>
                  <a:lnTo>
                    <a:pt x="2638425" y="0"/>
                  </a:lnTo>
                  <a:close/>
                </a:path>
                <a:path w="4010025" h="9525">
                  <a:moveTo>
                    <a:pt x="2695575" y="0"/>
                  </a:moveTo>
                  <a:lnTo>
                    <a:pt x="2686050" y="0"/>
                  </a:lnTo>
                  <a:lnTo>
                    <a:pt x="2686050" y="9525"/>
                  </a:lnTo>
                  <a:lnTo>
                    <a:pt x="2695575" y="9525"/>
                  </a:lnTo>
                  <a:lnTo>
                    <a:pt x="2695575" y="0"/>
                  </a:lnTo>
                  <a:close/>
                </a:path>
                <a:path w="4010025" h="9525">
                  <a:moveTo>
                    <a:pt x="2752725" y="0"/>
                  </a:moveTo>
                  <a:lnTo>
                    <a:pt x="2743200" y="0"/>
                  </a:lnTo>
                  <a:lnTo>
                    <a:pt x="2743200" y="9525"/>
                  </a:lnTo>
                  <a:lnTo>
                    <a:pt x="2752725" y="9525"/>
                  </a:lnTo>
                  <a:lnTo>
                    <a:pt x="2752725" y="0"/>
                  </a:lnTo>
                  <a:close/>
                </a:path>
                <a:path w="4010025" h="9525">
                  <a:moveTo>
                    <a:pt x="2809875" y="0"/>
                  </a:moveTo>
                  <a:lnTo>
                    <a:pt x="2800350" y="0"/>
                  </a:lnTo>
                  <a:lnTo>
                    <a:pt x="2800350" y="9525"/>
                  </a:lnTo>
                  <a:lnTo>
                    <a:pt x="2809875" y="9525"/>
                  </a:lnTo>
                  <a:lnTo>
                    <a:pt x="2809875" y="0"/>
                  </a:lnTo>
                  <a:close/>
                </a:path>
                <a:path w="4010025" h="9525">
                  <a:moveTo>
                    <a:pt x="2867025" y="0"/>
                  </a:moveTo>
                  <a:lnTo>
                    <a:pt x="2857500" y="0"/>
                  </a:lnTo>
                  <a:lnTo>
                    <a:pt x="2857500" y="9525"/>
                  </a:lnTo>
                  <a:lnTo>
                    <a:pt x="2867025" y="9525"/>
                  </a:lnTo>
                  <a:lnTo>
                    <a:pt x="2867025" y="0"/>
                  </a:lnTo>
                  <a:close/>
                </a:path>
                <a:path w="4010025" h="9525">
                  <a:moveTo>
                    <a:pt x="2924175" y="0"/>
                  </a:moveTo>
                  <a:lnTo>
                    <a:pt x="2914650" y="0"/>
                  </a:lnTo>
                  <a:lnTo>
                    <a:pt x="2914650" y="9525"/>
                  </a:lnTo>
                  <a:lnTo>
                    <a:pt x="2924175" y="9525"/>
                  </a:lnTo>
                  <a:lnTo>
                    <a:pt x="2924175" y="0"/>
                  </a:lnTo>
                  <a:close/>
                </a:path>
                <a:path w="4010025" h="9525">
                  <a:moveTo>
                    <a:pt x="2981325" y="0"/>
                  </a:moveTo>
                  <a:lnTo>
                    <a:pt x="2971800" y="0"/>
                  </a:lnTo>
                  <a:lnTo>
                    <a:pt x="2971800" y="9525"/>
                  </a:lnTo>
                  <a:lnTo>
                    <a:pt x="2981325" y="9525"/>
                  </a:lnTo>
                  <a:lnTo>
                    <a:pt x="2981325" y="0"/>
                  </a:lnTo>
                  <a:close/>
                </a:path>
                <a:path w="4010025" h="9525">
                  <a:moveTo>
                    <a:pt x="3038475" y="0"/>
                  </a:moveTo>
                  <a:lnTo>
                    <a:pt x="3028950" y="0"/>
                  </a:lnTo>
                  <a:lnTo>
                    <a:pt x="3028950" y="9525"/>
                  </a:lnTo>
                  <a:lnTo>
                    <a:pt x="3038475" y="9525"/>
                  </a:lnTo>
                  <a:lnTo>
                    <a:pt x="3038475" y="0"/>
                  </a:lnTo>
                  <a:close/>
                </a:path>
                <a:path w="4010025" h="9525">
                  <a:moveTo>
                    <a:pt x="3095625" y="0"/>
                  </a:moveTo>
                  <a:lnTo>
                    <a:pt x="3086100" y="0"/>
                  </a:lnTo>
                  <a:lnTo>
                    <a:pt x="3086100" y="9525"/>
                  </a:lnTo>
                  <a:lnTo>
                    <a:pt x="3095625" y="9525"/>
                  </a:lnTo>
                  <a:lnTo>
                    <a:pt x="3095625" y="0"/>
                  </a:lnTo>
                  <a:close/>
                </a:path>
                <a:path w="4010025" h="9525">
                  <a:moveTo>
                    <a:pt x="3152775" y="0"/>
                  </a:moveTo>
                  <a:lnTo>
                    <a:pt x="3143250" y="0"/>
                  </a:lnTo>
                  <a:lnTo>
                    <a:pt x="3143250" y="9525"/>
                  </a:lnTo>
                  <a:lnTo>
                    <a:pt x="3152775" y="9525"/>
                  </a:lnTo>
                  <a:lnTo>
                    <a:pt x="3152775" y="0"/>
                  </a:lnTo>
                  <a:close/>
                </a:path>
                <a:path w="4010025" h="9525">
                  <a:moveTo>
                    <a:pt x="3209925" y="0"/>
                  </a:moveTo>
                  <a:lnTo>
                    <a:pt x="3200400" y="0"/>
                  </a:lnTo>
                  <a:lnTo>
                    <a:pt x="3200400" y="9525"/>
                  </a:lnTo>
                  <a:lnTo>
                    <a:pt x="3209925" y="9525"/>
                  </a:lnTo>
                  <a:lnTo>
                    <a:pt x="3209925" y="0"/>
                  </a:lnTo>
                  <a:close/>
                </a:path>
                <a:path w="4010025" h="9525">
                  <a:moveTo>
                    <a:pt x="3267075" y="0"/>
                  </a:moveTo>
                  <a:lnTo>
                    <a:pt x="3257550" y="0"/>
                  </a:lnTo>
                  <a:lnTo>
                    <a:pt x="3257550" y="9525"/>
                  </a:lnTo>
                  <a:lnTo>
                    <a:pt x="3267075" y="9525"/>
                  </a:lnTo>
                  <a:lnTo>
                    <a:pt x="3267075" y="0"/>
                  </a:lnTo>
                  <a:close/>
                </a:path>
                <a:path w="4010025" h="9525">
                  <a:moveTo>
                    <a:pt x="3324225" y="0"/>
                  </a:moveTo>
                  <a:lnTo>
                    <a:pt x="3314700" y="0"/>
                  </a:lnTo>
                  <a:lnTo>
                    <a:pt x="3314700" y="9525"/>
                  </a:lnTo>
                  <a:lnTo>
                    <a:pt x="3324225" y="9525"/>
                  </a:lnTo>
                  <a:lnTo>
                    <a:pt x="3324225" y="0"/>
                  </a:lnTo>
                  <a:close/>
                </a:path>
                <a:path w="4010025" h="9525">
                  <a:moveTo>
                    <a:pt x="3381375" y="0"/>
                  </a:moveTo>
                  <a:lnTo>
                    <a:pt x="3371850" y="0"/>
                  </a:lnTo>
                  <a:lnTo>
                    <a:pt x="3371850" y="9525"/>
                  </a:lnTo>
                  <a:lnTo>
                    <a:pt x="3381375" y="9525"/>
                  </a:lnTo>
                  <a:lnTo>
                    <a:pt x="3381375" y="0"/>
                  </a:lnTo>
                  <a:close/>
                </a:path>
                <a:path w="4010025" h="9525">
                  <a:moveTo>
                    <a:pt x="3438525" y="0"/>
                  </a:moveTo>
                  <a:lnTo>
                    <a:pt x="3429000" y="0"/>
                  </a:lnTo>
                  <a:lnTo>
                    <a:pt x="3429000" y="9525"/>
                  </a:lnTo>
                  <a:lnTo>
                    <a:pt x="3438525" y="9525"/>
                  </a:lnTo>
                  <a:lnTo>
                    <a:pt x="3438525" y="0"/>
                  </a:lnTo>
                  <a:close/>
                </a:path>
                <a:path w="4010025" h="9525">
                  <a:moveTo>
                    <a:pt x="3495675" y="0"/>
                  </a:moveTo>
                  <a:lnTo>
                    <a:pt x="3486150" y="0"/>
                  </a:lnTo>
                  <a:lnTo>
                    <a:pt x="3486150" y="9525"/>
                  </a:lnTo>
                  <a:lnTo>
                    <a:pt x="3495675" y="9525"/>
                  </a:lnTo>
                  <a:lnTo>
                    <a:pt x="3495675" y="0"/>
                  </a:lnTo>
                  <a:close/>
                </a:path>
                <a:path w="4010025" h="9525">
                  <a:moveTo>
                    <a:pt x="3552825" y="0"/>
                  </a:moveTo>
                  <a:lnTo>
                    <a:pt x="3543300" y="0"/>
                  </a:lnTo>
                  <a:lnTo>
                    <a:pt x="3543300" y="9525"/>
                  </a:lnTo>
                  <a:lnTo>
                    <a:pt x="3552825" y="9525"/>
                  </a:lnTo>
                  <a:lnTo>
                    <a:pt x="3552825" y="0"/>
                  </a:lnTo>
                  <a:close/>
                </a:path>
                <a:path w="4010025" h="9525">
                  <a:moveTo>
                    <a:pt x="3609975" y="0"/>
                  </a:moveTo>
                  <a:lnTo>
                    <a:pt x="3600450" y="0"/>
                  </a:lnTo>
                  <a:lnTo>
                    <a:pt x="3600450" y="9525"/>
                  </a:lnTo>
                  <a:lnTo>
                    <a:pt x="3609975" y="9525"/>
                  </a:lnTo>
                  <a:lnTo>
                    <a:pt x="3609975" y="0"/>
                  </a:lnTo>
                  <a:close/>
                </a:path>
                <a:path w="4010025" h="9525">
                  <a:moveTo>
                    <a:pt x="3667125" y="0"/>
                  </a:moveTo>
                  <a:lnTo>
                    <a:pt x="3657600" y="0"/>
                  </a:lnTo>
                  <a:lnTo>
                    <a:pt x="3657600" y="9525"/>
                  </a:lnTo>
                  <a:lnTo>
                    <a:pt x="3667125" y="9525"/>
                  </a:lnTo>
                  <a:lnTo>
                    <a:pt x="3667125" y="0"/>
                  </a:lnTo>
                  <a:close/>
                </a:path>
                <a:path w="4010025" h="9525">
                  <a:moveTo>
                    <a:pt x="3724275" y="0"/>
                  </a:moveTo>
                  <a:lnTo>
                    <a:pt x="3714750" y="0"/>
                  </a:lnTo>
                  <a:lnTo>
                    <a:pt x="3714750" y="9525"/>
                  </a:lnTo>
                  <a:lnTo>
                    <a:pt x="3724275" y="9525"/>
                  </a:lnTo>
                  <a:lnTo>
                    <a:pt x="3724275" y="0"/>
                  </a:lnTo>
                  <a:close/>
                </a:path>
                <a:path w="4010025" h="9525">
                  <a:moveTo>
                    <a:pt x="3781425" y="0"/>
                  </a:moveTo>
                  <a:lnTo>
                    <a:pt x="3771900" y="0"/>
                  </a:lnTo>
                  <a:lnTo>
                    <a:pt x="3771900" y="9525"/>
                  </a:lnTo>
                  <a:lnTo>
                    <a:pt x="3781425" y="9525"/>
                  </a:lnTo>
                  <a:lnTo>
                    <a:pt x="3781425" y="0"/>
                  </a:lnTo>
                  <a:close/>
                </a:path>
                <a:path w="4010025" h="9525">
                  <a:moveTo>
                    <a:pt x="3838575" y="0"/>
                  </a:moveTo>
                  <a:lnTo>
                    <a:pt x="3829050" y="0"/>
                  </a:lnTo>
                  <a:lnTo>
                    <a:pt x="3829050" y="9525"/>
                  </a:lnTo>
                  <a:lnTo>
                    <a:pt x="3838575" y="9525"/>
                  </a:lnTo>
                  <a:lnTo>
                    <a:pt x="3838575" y="0"/>
                  </a:lnTo>
                  <a:close/>
                </a:path>
                <a:path w="4010025" h="9525">
                  <a:moveTo>
                    <a:pt x="3895725" y="0"/>
                  </a:moveTo>
                  <a:lnTo>
                    <a:pt x="3886200" y="0"/>
                  </a:lnTo>
                  <a:lnTo>
                    <a:pt x="3886200" y="9525"/>
                  </a:lnTo>
                  <a:lnTo>
                    <a:pt x="3895725" y="9525"/>
                  </a:lnTo>
                  <a:lnTo>
                    <a:pt x="3895725" y="0"/>
                  </a:lnTo>
                  <a:close/>
                </a:path>
                <a:path w="4010025" h="9525">
                  <a:moveTo>
                    <a:pt x="3952875" y="0"/>
                  </a:moveTo>
                  <a:lnTo>
                    <a:pt x="3943350" y="0"/>
                  </a:lnTo>
                  <a:lnTo>
                    <a:pt x="3943350" y="9525"/>
                  </a:lnTo>
                  <a:lnTo>
                    <a:pt x="3952875" y="9525"/>
                  </a:lnTo>
                  <a:lnTo>
                    <a:pt x="3952875" y="0"/>
                  </a:lnTo>
                  <a:close/>
                </a:path>
                <a:path w="4010025" h="9525">
                  <a:moveTo>
                    <a:pt x="4010025" y="0"/>
                  </a:moveTo>
                  <a:lnTo>
                    <a:pt x="4000500" y="0"/>
                  </a:lnTo>
                  <a:lnTo>
                    <a:pt x="4000500" y="9525"/>
                  </a:lnTo>
                  <a:lnTo>
                    <a:pt x="4010025" y="9525"/>
                  </a:lnTo>
                  <a:lnTo>
                    <a:pt x="4010025" y="0"/>
                  </a:lnTo>
                  <a:close/>
                </a:path>
              </a:pathLst>
            </a:custGeom>
            <a:solidFill>
              <a:srgbClr val="C7C6C3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" name="object 8"/>
            <p:cNvSpPr/>
            <p:nvPr/>
          </p:nvSpPr>
          <p:spPr>
            <a:xfrm>
              <a:off x="3362325" y="1358544"/>
              <a:ext cx="6696075" cy="3659504"/>
            </a:xfrm>
            <a:custGeom>
              <a:avLst/>
              <a:gdLst/>
              <a:ahLst/>
              <a:cxnLst/>
              <a:rect l="l" t="t" r="r" b="b"/>
              <a:pathLst>
                <a:path w="6696075" h="3659504">
                  <a:moveTo>
                    <a:pt x="9525" y="2919552"/>
                  </a:moveTo>
                  <a:lnTo>
                    <a:pt x="0" y="2919552"/>
                  </a:lnTo>
                  <a:lnTo>
                    <a:pt x="0" y="2929077"/>
                  </a:lnTo>
                  <a:lnTo>
                    <a:pt x="9525" y="2929077"/>
                  </a:lnTo>
                  <a:lnTo>
                    <a:pt x="9525" y="2919552"/>
                  </a:lnTo>
                  <a:close/>
                </a:path>
                <a:path w="6696075" h="3659504">
                  <a:moveTo>
                    <a:pt x="9525" y="2189670"/>
                  </a:moveTo>
                  <a:lnTo>
                    <a:pt x="0" y="2189670"/>
                  </a:lnTo>
                  <a:lnTo>
                    <a:pt x="0" y="2199195"/>
                  </a:lnTo>
                  <a:lnTo>
                    <a:pt x="9525" y="2199195"/>
                  </a:lnTo>
                  <a:lnTo>
                    <a:pt x="9525" y="2189670"/>
                  </a:lnTo>
                  <a:close/>
                </a:path>
                <a:path w="6696075" h="3659504">
                  <a:moveTo>
                    <a:pt x="9525" y="1459776"/>
                  </a:moveTo>
                  <a:lnTo>
                    <a:pt x="0" y="1459776"/>
                  </a:lnTo>
                  <a:lnTo>
                    <a:pt x="0" y="1469301"/>
                  </a:lnTo>
                  <a:lnTo>
                    <a:pt x="9525" y="1469301"/>
                  </a:lnTo>
                  <a:lnTo>
                    <a:pt x="9525" y="1459776"/>
                  </a:lnTo>
                  <a:close/>
                </a:path>
                <a:path w="6696075" h="3659504">
                  <a:moveTo>
                    <a:pt x="9525" y="729894"/>
                  </a:moveTo>
                  <a:lnTo>
                    <a:pt x="0" y="729894"/>
                  </a:lnTo>
                  <a:lnTo>
                    <a:pt x="0" y="739419"/>
                  </a:lnTo>
                  <a:lnTo>
                    <a:pt x="9525" y="739419"/>
                  </a:lnTo>
                  <a:lnTo>
                    <a:pt x="9525" y="729894"/>
                  </a:lnTo>
                  <a:close/>
                </a:path>
                <a:path w="6696075" h="3659504">
                  <a:moveTo>
                    <a:pt x="9525" y="0"/>
                  </a:moveTo>
                  <a:lnTo>
                    <a:pt x="0" y="0"/>
                  </a:lnTo>
                  <a:lnTo>
                    <a:pt x="0" y="9525"/>
                  </a:lnTo>
                  <a:lnTo>
                    <a:pt x="9525" y="9525"/>
                  </a:lnTo>
                  <a:lnTo>
                    <a:pt x="9525" y="0"/>
                  </a:lnTo>
                  <a:close/>
                </a:path>
                <a:path w="6696075" h="3659504">
                  <a:moveTo>
                    <a:pt x="180975" y="2919552"/>
                  </a:moveTo>
                  <a:lnTo>
                    <a:pt x="172021" y="2919552"/>
                  </a:lnTo>
                  <a:lnTo>
                    <a:pt x="172021" y="2929077"/>
                  </a:lnTo>
                  <a:lnTo>
                    <a:pt x="180975" y="2929077"/>
                  </a:lnTo>
                  <a:lnTo>
                    <a:pt x="180975" y="2919552"/>
                  </a:lnTo>
                  <a:close/>
                </a:path>
                <a:path w="6696075" h="3659504">
                  <a:moveTo>
                    <a:pt x="180975" y="2189670"/>
                  </a:moveTo>
                  <a:lnTo>
                    <a:pt x="172021" y="2189670"/>
                  </a:lnTo>
                  <a:lnTo>
                    <a:pt x="172021" y="2199195"/>
                  </a:lnTo>
                  <a:lnTo>
                    <a:pt x="180975" y="2199195"/>
                  </a:lnTo>
                  <a:lnTo>
                    <a:pt x="180975" y="2189670"/>
                  </a:lnTo>
                  <a:close/>
                </a:path>
                <a:path w="6696075" h="3659504">
                  <a:moveTo>
                    <a:pt x="180975" y="1459776"/>
                  </a:moveTo>
                  <a:lnTo>
                    <a:pt x="172021" y="1459776"/>
                  </a:lnTo>
                  <a:lnTo>
                    <a:pt x="172021" y="1469301"/>
                  </a:lnTo>
                  <a:lnTo>
                    <a:pt x="180975" y="1469301"/>
                  </a:lnTo>
                  <a:lnTo>
                    <a:pt x="180975" y="1459776"/>
                  </a:lnTo>
                  <a:close/>
                </a:path>
                <a:path w="6696075" h="3659504">
                  <a:moveTo>
                    <a:pt x="180975" y="729894"/>
                  </a:moveTo>
                  <a:lnTo>
                    <a:pt x="172021" y="729894"/>
                  </a:lnTo>
                  <a:lnTo>
                    <a:pt x="172021" y="739419"/>
                  </a:lnTo>
                  <a:lnTo>
                    <a:pt x="180975" y="739419"/>
                  </a:lnTo>
                  <a:lnTo>
                    <a:pt x="180975" y="729894"/>
                  </a:lnTo>
                  <a:close/>
                </a:path>
                <a:path w="6696075" h="3659504">
                  <a:moveTo>
                    <a:pt x="180975" y="0"/>
                  </a:moveTo>
                  <a:lnTo>
                    <a:pt x="172021" y="0"/>
                  </a:lnTo>
                  <a:lnTo>
                    <a:pt x="172021" y="9525"/>
                  </a:lnTo>
                  <a:lnTo>
                    <a:pt x="180975" y="9525"/>
                  </a:lnTo>
                  <a:lnTo>
                    <a:pt x="180975" y="0"/>
                  </a:lnTo>
                  <a:close/>
                </a:path>
                <a:path w="6696075" h="3659504">
                  <a:moveTo>
                    <a:pt x="403479" y="2919552"/>
                  </a:moveTo>
                  <a:lnTo>
                    <a:pt x="400050" y="2919552"/>
                  </a:lnTo>
                  <a:lnTo>
                    <a:pt x="400050" y="2929077"/>
                  </a:lnTo>
                  <a:lnTo>
                    <a:pt x="403479" y="2929077"/>
                  </a:lnTo>
                  <a:lnTo>
                    <a:pt x="403479" y="2919552"/>
                  </a:lnTo>
                  <a:close/>
                </a:path>
                <a:path w="6696075" h="3659504">
                  <a:moveTo>
                    <a:pt x="581025" y="2919552"/>
                  </a:moveTo>
                  <a:lnTo>
                    <a:pt x="571500" y="2919552"/>
                  </a:lnTo>
                  <a:lnTo>
                    <a:pt x="571500" y="2929077"/>
                  </a:lnTo>
                  <a:lnTo>
                    <a:pt x="581025" y="2929077"/>
                  </a:lnTo>
                  <a:lnTo>
                    <a:pt x="581025" y="2919552"/>
                  </a:lnTo>
                  <a:close/>
                </a:path>
                <a:path w="6696075" h="3659504">
                  <a:moveTo>
                    <a:pt x="752475" y="2919552"/>
                  </a:moveTo>
                  <a:lnTo>
                    <a:pt x="747814" y="2919552"/>
                  </a:lnTo>
                  <a:lnTo>
                    <a:pt x="747814" y="2929077"/>
                  </a:lnTo>
                  <a:lnTo>
                    <a:pt x="752475" y="2929077"/>
                  </a:lnTo>
                  <a:lnTo>
                    <a:pt x="752475" y="2919552"/>
                  </a:lnTo>
                  <a:close/>
                </a:path>
                <a:path w="6696075" h="3659504">
                  <a:moveTo>
                    <a:pt x="979284" y="2919552"/>
                  </a:moveTo>
                  <a:lnTo>
                    <a:pt x="971550" y="2919552"/>
                  </a:lnTo>
                  <a:lnTo>
                    <a:pt x="971550" y="2929077"/>
                  </a:lnTo>
                  <a:lnTo>
                    <a:pt x="979284" y="2929077"/>
                  </a:lnTo>
                  <a:lnTo>
                    <a:pt x="979284" y="2919552"/>
                  </a:lnTo>
                  <a:close/>
                </a:path>
                <a:path w="6696075" h="3659504">
                  <a:moveTo>
                    <a:pt x="1152525" y="2919552"/>
                  </a:moveTo>
                  <a:lnTo>
                    <a:pt x="1143000" y="2919552"/>
                  </a:lnTo>
                  <a:lnTo>
                    <a:pt x="1143000" y="2929077"/>
                  </a:lnTo>
                  <a:lnTo>
                    <a:pt x="1152525" y="2929077"/>
                  </a:lnTo>
                  <a:lnTo>
                    <a:pt x="1152525" y="2919552"/>
                  </a:lnTo>
                  <a:close/>
                </a:path>
                <a:path w="6696075" h="3659504">
                  <a:moveTo>
                    <a:pt x="4010025" y="3649446"/>
                  </a:moveTo>
                  <a:lnTo>
                    <a:pt x="4000500" y="3649446"/>
                  </a:lnTo>
                  <a:lnTo>
                    <a:pt x="4000500" y="3658971"/>
                  </a:lnTo>
                  <a:lnTo>
                    <a:pt x="4010025" y="3658971"/>
                  </a:lnTo>
                  <a:lnTo>
                    <a:pt x="4010025" y="3649446"/>
                  </a:lnTo>
                  <a:close/>
                </a:path>
                <a:path w="6696075" h="3659504">
                  <a:moveTo>
                    <a:pt x="4067175" y="3649446"/>
                  </a:moveTo>
                  <a:lnTo>
                    <a:pt x="4057650" y="3649446"/>
                  </a:lnTo>
                  <a:lnTo>
                    <a:pt x="4057650" y="3658971"/>
                  </a:lnTo>
                  <a:lnTo>
                    <a:pt x="4067175" y="3658971"/>
                  </a:lnTo>
                  <a:lnTo>
                    <a:pt x="4067175" y="3649446"/>
                  </a:lnTo>
                  <a:close/>
                </a:path>
                <a:path w="6696075" h="3659504">
                  <a:moveTo>
                    <a:pt x="4124325" y="3649446"/>
                  </a:moveTo>
                  <a:lnTo>
                    <a:pt x="4114800" y="3649446"/>
                  </a:lnTo>
                  <a:lnTo>
                    <a:pt x="4114800" y="3658971"/>
                  </a:lnTo>
                  <a:lnTo>
                    <a:pt x="4124325" y="3658971"/>
                  </a:lnTo>
                  <a:lnTo>
                    <a:pt x="4124325" y="3649446"/>
                  </a:lnTo>
                  <a:close/>
                </a:path>
                <a:path w="6696075" h="3659504">
                  <a:moveTo>
                    <a:pt x="4181475" y="3649446"/>
                  </a:moveTo>
                  <a:lnTo>
                    <a:pt x="4171950" y="3649446"/>
                  </a:lnTo>
                  <a:lnTo>
                    <a:pt x="4171950" y="3658971"/>
                  </a:lnTo>
                  <a:lnTo>
                    <a:pt x="4181475" y="3658971"/>
                  </a:lnTo>
                  <a:lnTo>
                    <a:pt x="4181475" y="3649446"/>
                  </a:lnTo>
                  <a:close/>
                </a:path>
                <a:path w="6696075" h="3659504">
                  <a:moveTo>
                    <a:pt x="4238625" y="3649446"/>
                  </a:moveTo>
                  <a:lnTo>
                    <a:pt x="4229100" y="3649446"/>
                  </a:lnTo>
                  <a:lnTo>
                    <a:pt x="4229100" y="3658971"/>
                  </a:lnTo>
                  <a:lnTo>
                    <a:pt x="4238625" y="3658971"/>
                  </a:lnTo>
                  <a:lnTo>
                    <a:pt x="4238625" y="3649446"/>
                  </a:lnTo>
                  <a:close/>
                </a:path>
                <a:path w="6696075" h="3659504">
                  <a:moveTo>
                    <a:pt x="4295775" y="3649446"/>
                  </a:moveTo>
                  <a:lnTo>
                    <a:pt x="4286250" y="3649446"/>
                  </a:lnTo>
                  <a:lnTo>
                    <a:pt x="4286250" y="3658971"/>
                  </a:lnTo>
                  <a:lnTo>
                    <a:pt x="4295775" y="3658971"/>
                  </a:lnTo>
                  <a:lnTo>
                    <a:pt x="4295775" y="3649446"/>
                  </a:lnTo>
                  <a:close/>
                </a:path>
                <a:path w="6696075" h="3659504">
                  <a:moveTo>
                    <a:pt x="4352925" y="3649446"/>
                  </a:moveTo>
                  <a:lnTo>
                    <a:pt x="4343400" y="3649446"/>
                  </a:lnTo>
                  <a:lnTo>
                    <a:pt x="4343400" y="3658971"/>
                  </a:lnTo>
                  <a:lnTo>
                    <a:pt x="4352925" y="3658971"/>
                  </a:lnTo>
                  <a:lnTo>
                    <a:pt x="4352925" y="3649446"/>
                  </a:lnTo>
                  <a:close/>
                </a:path>
                <a:path w="6696075" h="3659504">
                  <a:moveTo>
                    <a:pt x="4410075" y="3649446"/>
                  </a:moveTo>
                  <a:lnTo>
                    <a:pt x="4400550" y="3649446"/>
                  </a:lnTo>
                  <a:lnTo>
                    <a:pt x="4400550" y="3658971"/>
                  </a:lnTo>
                  <a:lnTo>
                    <a:pt x="4410075" y="3658971"/>
                  </a:lnTo>
                  <a:lnTo>
                    <a:pt x="4410075" y="3649446"/>
                  </a:lnTo>
                  <a:close/>
                </a:path>
                <a:path w="6696075" h="3659504">
                  <a:moveTo>
                    <a:pt x="4467225" y="3649446"/>
                  </a:moveTo>
                  <a:lnTo>
                    <a:pt x="4457700" y="3649446"/>
                  </a:lnTo>
                  <a:lnTo>
                    <a:pt x="4457700" y="3658971"/>
                  </a:lnTo>
                  <a:lnTo>
                    <a:pt x="4467225" y="3658971"/>
                  </a:lnTo>
                  <a:lnTo>
                    <a:pt x="4467225" y="3649446"/>
                  </a:lnTo>
                  <a:close/>
                </a:path>
                <a:path w="6696075" h="3659504">
                  <a:moveTo>
                    <a:pt x="4524375" y="3649446"/>
                  </a:moveTo>
                  <a:lnTo>
                    <a:pt x="4514850" y="3649446"/>
                  </a:lnTo>
                  <a:lnTo>
                    <a:pt x="4514850" y="3658971"/>
                  </a:lnTo>
                  <a:lnTo>
                    <a:pt x="4524375" y="3658971"/>
                  </a:lnTo>
                  <a:lnTo>
                    <a:pt x="4524375" y="3649446"/>
                  </a:lnTo>
                  <a:close/>
                </a:path>
                <a:path w="6696075" h="3659504">
                  <a:moveTo>
                    <a:pt x="4581525" y="3649446"/>
                  </a:moveTo>
                  <a:lnTo>
                    <a:pt x="4572000" y="3649446"/>
                  </a:lnTo>
                  <a:lnTo>
                    <a:pt x="4572000" y="3658971"/>
                  </a:lnTo>
                  <a:lnTo>
                    <a:pt x="4581525" y="3658971"/>
                  </a:lnTo>
                  <a:lnTo>
                    <a:pt x="4581525" y="3649446"/>
                  </a:lnTo>
                  <a:close/>
                </a:path>
                <a:path w="6696075" h="3659504">
                  <a:moveTo>
                    <a:pt x="4638675" y="3649446"/>
                  </a:moveTo>
                  <a:lnTo>
                    <a:pt x="4629150" y="3649446"/>
                  </a:lnTo>
                  <a:lnTo>
                    <a:pt x="4629150" y="3658971"/>
                  </a:lnTo>
                  <a:lnTo>
                    <a:pt x="4638675" y="3658971"/>
                  </a:lnTo>
                  <a:lnTo>
                    <a:pt x="4638675" y="3649446"/>
                  </a:lnTo>
                  <a:close/>
                </a:path>
                <a:path w="6696075" h="3659504">
                  <a:moveTo>
                    <a:pt x="4695825" y="3649446"/>
                  </a:moveTo>
                  <a:lnTo>
                    <a:pt x="4686300" y="3649446"/>
                  </a:lnTo>
                  <a:lnTo>
                    <a:pt x="4686300" y="3658971"/>
                  </a:lnTo>
                  <a:lnTo>
                    <a:pt x="4695825" y="3658971"/>
                  </a:lnTo>
                  <a:lnTo>
                    <a:pt x="4695825" y="3649446"/>
                  </a:lnTo>
                  <a:close/>
                </a:path>
                <a:path w="6696075" h="3659504">
                  <a:moveTo>
                    <a:pt x="4752975" y="3649446"/>
                  </a:moveTo>
                  <a:lnTo>
                    <a:pt x="4743450" y="3649446"/>
                  </a:lnTo>
                  <a:lnTo>
                    <a:pt x="4743450" y="3658971"/>
                  </a:lnTo>
                  <a:lnTo>
                    <a:pt x="4752975" y="3658971"/>
                  </a:lnTo>
                  <a:lnTo>
                    <a:pt x="4752975" y="3649446"/>
                  </a:lnTo>
                  <a:close/>
                </a:path>
                <a:path w="6696075" h="3659504">
                  <a:moveTo>
                    <a:pt x="4810125" y="3649446"/>
                  </a:moveTo>
                  <a:lnTo>
                    <a:pt x="4800600" y="3649446"/>
                  </a:lnTo>
                  <a:lnTo>
                    <a:pt x="4800600" y="3658971"/>
                  </a:lnTo>
                  <a:lnTo>
                    <a:pt x="4810125" y="3658971"/>
                  </a:lnTo>
                  <a:lnTo>
                    <a:pt x="4810125" y="3649446"/>
                  </a:lnTo>
                  <a:close/>
                </a:path>
                <a:path w="6696075" h="3659504">
                  <a:moveTo>
                    <a:pt x="4867275" y="3649446"/>
                  </a:moveTo>
                  <a:lnTo>
                    <a:pt x="4857750" y="3649446"/>
                  </a:lnTo>
                  <a:lnTo>
                    <a:pt x="4857750" y="3658971"/>
                  </a:lnTo>
                  <a:lnTo>
                    <a:pt x="4867275" y="3658971"/>
                  </a:lnTo>
                  <a:lnTo>
                    <a:pt x="4867275" y="3649446"/>
                  </a:lnTo>
                  <a:close/>
                </a:path>
                <a:path w="6696075" h="3659504">
                  <a:moveTo>
                    <a:pt x="4924425" y="3649446"/>
                  </a:moveTo>
                  <a:lnTo>
                    <a:pt x="4914900" y="3649446"/>
                  </a:lnTo>
                  <a:lnTo>
                    <a:pt x="4914900" y="3658971"/>
                  </a:lnTo>
                  <a:lnTo>
                    <a:pt x="4924425" y="3658971"/>
                  </a:lnTo>
                  <a:lnTo>
                    <a:pt x="4924425" y="3649446"/>
                  </a:lnTo>
                  <a:close/>
                </a:path>
                <a:path w="6696075" h="3659504">
                  <a:moveTo>
                    <a:pt x="4981575" y="3649446"/>
                  </a:moveTo>
                  <a:lnTo>
                    <a:pt x="4972050" y="3649446"/>
                  </a:lnTo>
                  <a:lnTo>
                    <a:pt x="4972050" y="3658971"/>
                  </a:lnTo>
                  <a:lnTo>
                    <a:pt x="4981575" y="3658971"/>
                  </a:lnTo>
                  <a:lnTo>
                    <a:pt x="4981575" y="3649446"/>
                  </a:lnTo>
                  <a:close/>
                </a:path>
                <a:path w="6696075" h="3659504">
                  <a:moveTo>
                    <a:pt x="5038725" y="3649446"/>
                  </a:moveTo>
                  <a:lnTo>
                    <a:pt x="5029200" y="3649446"/>
                  </a:lnTo>
                  <a:lnTo>
                    <a:pt x="5029200" y="3658971"/>
                  </a:lnTo>
                  <a:lnTo>
                    <a:pt x="5038725" y="3658971"/>
                  </a:lnTo>
                  <a:lnTo>
                    <a:pt x="5038725" y="3649446"/>
                  </a:lnTo>
                  <a:close/>
                </a:path>
                <a:path w="6696075" h="3659504">
                  <a:moveTo>
                    <a:pt x="5095875" y="3649446"/>
                  </a:moveTo>
                  <a:lnTo>
                    <a:pt x="5086350" y="3649446"/>
                  </a:lnTo>
                  <a:lnTo>
                    <a:pt x="5086350" y="3658971"/>
                  </a:lnTo>
                  <a:lnTo>
                    <a:pt x="5095875" y="3658971"/>
                  </a:lnTo>
                  <a:lnTo>
                    <a:pt x="5095875" y="3649446"/>
                  </a:lnTo>
                  <a:close/>
                </a:path>
                <a:path w="6696075" h="3659504">
                  <a:moveTo>
                    <a:pt x="5153025" y="3649446"/>
                  </a:moveTo>
                  <a:lnTo>
                    <a:pt x="5143500" y="3649446"/>
                  </a:lnTo>
                  <a:lnTo>
                    <a:pt x="5143500" y="3658971"/>
                  </a:lnTo>
                  <a:lnTo>
                    <a:pt x="5153025" y="3658971"/>
                  </a:lnTo>
                  <a:lnTo>
                    <a:pt x="5153025" y="3649446"/>
                  </a:lnTo>
                  <a:close/>
                </a:path>
                <a:path w="6696075" h="3659504">
                  <a:moveTo>
                    <a:pt x="5210175" y="3649446"/>
                  </a:moveTo>
                  <a:lnTo>
                    <a:pt x="5200650" y="3649446"/>
                  </a:lnTo>
                  <a:lnTo>
                    <a:pt x="5200650" y="3658971"/>
                  </a:lnTo>
                  <a:lnTo>
                    <a:pt x="5210175" y="3658971"/>
                  </a:lnTo>
                  <a:lnTo>
                    <a:pt x="5210175" y="3649446"/>
                  </a:lnTo>
                  <a:close/>
                </a:path>
                <a:path w="6696075" h="3659504">
                  <a:moveTo>
                    <a:pt x="5267325" y="3649446"/>
                  </a:moveTo>
                  <a:lnTo>
                    <a:pt x="5257800" y="3649446"/>
                  </a:lnTo>
                  <a:lnTo>
                    <a:pt x="5257800" y="3658971"/>
                  </a:lnTo>
                  <a:lnTo>
                    <a:pt x="5267325" y="3658971"/>
                  </a:lnTo>
                  <a:lnTo>
                    <a:pt x="5267325" y="3649446"/>
                  </a:lnTo>
                  <a:close/>
                </a:path>
                <a:path w="6696075" h="3659504">
                  <a:moveTo>
                    <a:pt x="5324475" y="3649446"/>
                  </a:moveTo>
                  <a:lnTo>
                    <a:pt x="5314950" y="3649446"/>
                  </a:lnTo>
                  <a:lnTo>
                    <a:pt x="5314950" y="3658971"/>
                  </a:lnTo>
                  <a:lnTo>
                    <a:pt x="5324475" y="3658971"/>
                  </a:lnTo>
                  <a:lnTo>
                    <a:pt x="5324475" y="3649446"/>
                  </a:lnTo>
                  <a:close/>
                </a:path>
                <a:path w="6696075" h="3659504">
                  <a:moveTo>
                    <a:pt x="5381625" y="3649446"/>
                  </a:moveTo>
                  <a:lnTo>
                    <a:pt x="5372100" y="3649446"/>
                  </a:lnTo>
                  <a:lnTo>
                    <a:pt x="5372100" y="3658971"/>
                  </a:lnTo>
                  <a:lnTo>
                    <a:pt x="5381625" y="3658971"/>
                  </a:lnTo>
                  <a:lnTo>
                    <a:pt x="5381625" y="3649446"/>
                  </a:lnTo>
                  <a:close/>
                </a:path>
                <a:path w="6696075" h="3659504">
                  <a:moveTo>
                    <a:pt x="5438775" y="3649446"/>
                  </a:moveTo>
                  <a:lnTo>
                    <a:pt x="5429250" y="3649446"/>
                  </a:lnTo>
                  <a:lnTo>
                    <a:pt x="5429250" y="3658971"/>
                  </a:lnTo>
                  <a:lnTo>
                    <a:pt x="5438775" y="3658971"/>
                  </a:lnTo>
                  <a:lnTo>
                    <a:pt x="5438775" y="3649446"/>
                  </a:lnTo>
                  <a:close/>
                </a:path>
                <a:path w="6696075" h="3659504">
                  <a:moveTo>
                    <a:pt x="5495925" y="3649446"/>
                  </a:moveTo>
                  <a:lnTo>
                    <a:pt x="5486400" y="3649446"/>
                  </a:lnTo>
                  <a:lnTo>
                    <a:pt x="5486400" y="3658971"/>
                  </a:lnTo>
                  <a:lnTo>
                    <a:pt x="5495925" y="3658971"/>
                  </a:lnTo>
                  <a:lnTo>
                    <a:pt x="5495925" y="3649446"/>
                  </a:lnTo>
                  <a:close/>
                </a:path>
                <a:path w="6696075" h="3659504">
                  <a:moveTo>
                    <a:pt x="5553075" y="3649446"/>
                  </a:moveTo>
                  <a:lnTo>
                    <a:pt x="5543550" y="3649446"/>
                  </a:lnTo>
                  <a:lnTo>
                    <a:pt x="5543550" y="3658971"/>
                  </a:lnTo>
                  <a:lnTo>
                    <a:pt x="5553075" y="3658971"/>
                  </a:lnTo>
                  <a:lnTo>
                    <a:pt x="5553075" y="3649446"/>
                  </a:lnTo>
                  <a:close/>
                </a:path>
                <a:path w="6696075" h="3659504">
                  <a:moveTo>
                    <a:pt x="5610225" y="3649446"/>
                  </a:moveTo>
                  <a:lnTo>
                    <a:pt x="5600700" y="3649446"/>
                  </a:lnTo>
                  <a:lnTo>
                    <a:pt x="5600700" y="3658971"/>
                  </a:lnTo>
                  <a:lnTo>
                    <a:pt x="5610225" y="3658971"/>
                  </a:lnTo>
                  <a:lnTo>
                    <a:pt x="5610225" y="3649446"/>
                  </a:lnTo>
                  <a:close/>
                </a:path>
                <a:path w="6696075" h="3659504">
                  <a:moveTo>
                    <a:pt x="5667375" y="3649446"/>
                  </a:moveTo>
                  <a:lnTo>
                    <a:pt x="5657850" y="3649446"/>
                  </a:lnTo>
                  <a:lnTo>
                    <a:pt x="5657850" y="3658971"/>
                  </a:lnTo>
                  <a:lnTo>
                    <a:pt x="5667375" y="3658971"/>
                  </a:lnTo>
                  <a:lnTo>
                    <a:pt x="5667375" y="3649446"/>
                  </a:lnTo>
                  <a:close/>
                </a:path>
                <a:path w="6696075" h="3659504">
                  <a:moveTo>
                    <a:pt x="5724525" y="3649446"/>
                  </a:moveTo>
                  <a:lnTo>
                    <a:pt x="5715000" y="3649446"/>
                  </a:lnTo>
                  <a:lnTo>
                    <a:pt x="5715000" y="3658971"/>
                  </a:lnTo>
                  <a:lnTo>
                    <a:pt x="5724525" y="3658971"/>
                  </a:lnTo>
                  <a:lnTo>
                    <a:pt x="5724525" y="3649446"/>
                  </a:lnTo>
                  <a:close/>
                </a:path>
                <a:path w="6696075" h="3659504">
                  <a:moveTo>
                    <a:pt x="5781675" y="3649446"/>
                  </a:moveTo>
                  <a:lnTo>
                    <a:pt x="5772150" y="3649446"/>
                  </a:lnTo>
                  <a:lnTo>
                    <a:pt x="5772150" y="3658971"/>
                  </a:lnTo>
                  <a:lnTo>
                    <a:pt x="5781675" y="3658971"/>
                  </a:lnTo>
                  <a:lnTo>
                    <a:pt x="5781675" y="3649446"/>
                  </a:lnTo>
                  <a:close/>
                </a:path>
                <a:path w="6696075" h="3659504">
                  <a:moveTo>
                    <a:pt x="5838825" y="3649446"/>
                  </a:moveTo>
                  <a:lnTo>
                    <a:pt x="5829300" y="3649446"/>
                  </a:lnTo>
                  <a:lnTo>
                    <a:pt x="5829300" y="3658971"/>
                  </a:lnTo>
                  <a:lnTo>
                    <a:pt x="5838825" y="3658971"/>
                  </a:lnTo>
                  <a:lnTo>
                    <a:pt x="5838825" y="3649446"/>
                  </a:lnTo>
                  <a:close/>
                </a:path>
                <a:path w="6696075" h="3659504">
                  <a:moveTo>
                    <a:pt x="5895975" y="3649446"/>
                  </a:moveTo>
                  <a:lnTo>
                    <a:pt x="5886450" y="3649446"/>
                  </a:lnTo>
                  <a:lnTo>
                    <a:pt x="5886450" y="3658971"/>
                  </a:lnTo>
                  <a:lnTo>
                    <a:pt x="5895975" y="3658971"/>
                  </a:lnTo>
                  <a:lnTo>
                    <a:pt x="5895975" y="3649446"/>
                  </a:lnTo>
                  <a:close/>
                </a:path>
                <a:path w="6696075" h="3659504">
                  <a:moveTo>
                    <a:pt x="5953125" y="3649446"/>
                  </a:moveTo>
                  <a:lnTo>
                    <a:pt x="5943600" y="3649446"/>
                  </a:lnTo>
                  <a:lnTo>
                    <a:pt x="5943600" y="3658971"/>
                  </a:lnTo>
                  <a:lnTo>
                    <a:pt x="5953125" y="3658971"/>
                  </a:lnTo>
                  <a:lnTo>
                    <a:pt x="5953125" y="3649446"/>
                  </a:lnTo>
                  <a:close/>
                </a:path>
                <a:path w="6696075" h="3659504">
                  <a:moveTo>
                    <a:pt x="6010275" y="3649446"/>
                  </a:moveTo>
                  <a:lnTo>
                    <a:pt x="6000750" y="3649446"/>
                  </a:lnTo>
                  <a:lnTo>
                    <a:pt x="6000750" y="3658971"/>
                  </a:lnTo>
                  <a:lnTo>
                    <a:pt x="6010275" y="3658971"/>
                  </a:lnTo>
                  <a:lnTo>
                    <a:pt x="6010275" y="3649446"/>
                  </a:lnTo>
                  <a:close/>
                </a:path>
                <a:path w="6696075" h="3659504">
                  <a:moveTo>
                    <a:pt x="6067425" y="3649446"/>
                  </a:moveTo>
                  <a:lnTo>
                    <a:pt x="6057900" y="3649446"/>
                  </a:lnTo>
                  <a:lnTo>
                    <a:pt x="6057900" y="3658971"/>
                  </a:lnTo>
                  <a:lnTo>
                    <a:pt x="6067425" y="3658971"/>
                  </a:lnTo>
                  <a:lnTo>
                    <a:pt x="6067425" y="3649446"/>
                  </a:lnTo>
                  <a:close/>
                </a:path>
                <a:path w="6696075" h="3659504">
                  <a:moveTo>
                    <a:pt x="6124575" y="3649446"/>
                  </a:moveTo>
                  <a:lnTo>
                    <a:pt x="6115050" y="3649446"/>
                  </a:lnTo>
                  <a:lnTo>
                    <a:pt x="6115050" y="3658971"/>
                  </a:lnTo>
                  <a:lnTo>
                    <a:pt x="6124575" y="3658971"/>
                  </a:lnTo>
                  <a:lnTo>
                    <a:pt x="6124575" y="3649446"/>
                  </a:lnTo>
                  <a:close/>
                </a:path>
                <a:path w="6696075" h="3659504">
                  <a:moveTo>
                    <a:pt x="6181725" y="3649446"/>
                  </a:moveTo>
                  <a:lnTo>
                    <a:pt x="6172200" y="3649446"/>
                  </a:lnTo>
                  <a:lnTo>
                    <a:pt x="6172200" y="3658971"/>
                  </a:lnTo>
                  <a:lnTo>
                    <a:pt x="6181725" y="3658971"/>
                  </a:lnTo>
                  <a:lnTo>
                    <a:pt x="6181725" y="3649446"/>
                  </a:lnTo>
                  <a:close/>
                </a:path>
                <a:path w="6696075" h="3659504">
                  <a:moveTo>
                    <a:pt x="6238875" y="3649446"/>
                  </a:moveTo>
                  <a:lnTo>
                    <a:pt x="6229350" y="3649446"/>
                  </a:lnTo>
                  <a:lnTo>
                    <a:pt x="6229350" y="3658971"/>
                  </a:lnTo>
                  <a:lnTo>
                    <a:pt x="6238875" y="3658971"/>
                  </a:lnTo>
                  <a:lnTo>
                    <a:pt x="6238875" y="3649446"/>
                  </a:lnTo>
                  <a:close/>
                </a:path>
                <a:path w="6696075" h="3659504">
                  <a:moveTo>
                    <a:pt x="6296025" y="3649446"/>
                  </a:moveTo>
                  <a:lnTo>
                    <a:pt x="6286500" y="3649446"/>
                  </a:lnTo>
                  <a:lnTo>
                    <a:pt x="6286500" y="3658971"/>
                  </a:lnTo>
                  <a:lnTo>
                    <a:pt x="6296025" y="3658971"/>
                  </a:lnTo>
                  <a:lnTo>
                    <a:pt x="6296025" y="3649446"/>
                  </a:lnTo>
                  <a:close/>
                </a:path>
                <a:path w="6696075" h="3659504">
                  <a:moveTo>
                    <a:pt x="6353175" y="3649446"/>
                  </a:moveTo>
                  <a:lnTo>
                    <a:pt x="6343650" y="3649446"/>
                  </a:lnTo>
                  <a:lnTo>
                    <a:pt x="6343650" y="3658971"/>
                  </a:lnTo>
                  <a:lnTo>
                    <a:pt x="6353175" y="3658971"/>
                  </a:lnTo>
                  <a:lnTo>
                    <a:pt x="6353175" y="3649446"/>
                  </a:lnTo>
                  <a:close/>
                </a:path>
                <a:path w="6696075" h="3659504">
                  <a:moveTo>
                    <a:pt x="6410325" y="3649446"/>
                  </a:moveTo>
                  <a:lnTo>
                    <a:pt x="6400800" y="3649446"/>
                  </a:lnTo>
                  <a:lnTo>
                    <a:pt x="6400800" y="3658971"/>
                  </a:lnTo>
                  <a:lnTo>
                    <a:pt x="6410325" y="3658971"/>
                  </a:lnTo>
                  <a:lnTo>
                    <a:pt x="6410325" y="3649446"/>
                  </a:lnTo>
                  <a:close/>
                </a:path>
                <a:path w="6696075" h="3659504">
                  <a:moveTo>
                    <a:pt x="6467475" y="3649446"/>
                  </a:moveTo>
                  <a:lnTo>
                    <a:pt x="6457950" y="3649446"/>
                  </a:lnTo>
                  <a:lnTo>
                    <a:pt x="6457950" y="3658971"/>
                  </a:lnTo>
                  <a:lnTo>
                    <a:pt x="6467475" y="3658971"/>
                  </a:lnTo>
                  <a:lnTo>
                    <a:pt x="6467475" y="3649446"/>
                  </a:lnTo>
                  <a:close/>
                </a:path>
                <a:path w="6696075" h="3659504">
                  <a:moveTo>
                    <a:pt x="6524625" y="3649446"/>
                  </a:moveTo>
                  <a:lnTo>
                    <a:pt x="6515100" y="3649446"/>
                  </a:lnTo>
                  <a:lnTo>
                    <a:pt x="6515100" y="3658971"/>
                  </a:lnTo>
                  <a:lnTo>
                    <a:pt x="6524625" y="3658971"/>
                  </a:lnTo>
                  <a:lnTo>
                    <a:pt x="6524625" y="3649446"/>
                  </a:lnTo>
                  <a:close/>
                </a:path>
                <a:path w="6696075" h="3659504">
                  <a:moveTo>
                    <a:pt x="6581775" y="3649446"/>
                  </a:moveTo>
                  <a:lnTo>
                    <a:pt x="6572250" y="3649446"/>
                  </a:lnTo>
                  <a:lnTo>
                    <a:pt x="6572250" y="3658971"/>
                  </a:lnTo>
                  <a:lnTo>
                    <a:pt x="6581775" y="3658971"/>
                  </a:lnTo>
                  <a:lnTo>
                    <a:pt x="6581775" y="3649446"/>
                  </a:lnTo>
                  <a:close/>
                </a:path>
                <a:path w="6696075" h="3659504">
                  <a:moveTo>
                    <a:pt x="6638925" y="3649446"/>
                  </a:moveTo>
                  <a:lnTo>
                    <a:pt x="6629400" y="3649446"/>
                  </a:lnTo>
                  <a:lnTo>
                    <a:pt x="6629400" y="3658971"/>
                  </a:lnTo>
                  <a:lnTo>
                    <a:pt x="6638925" y="3658971"/>
                  </a:lnTo>
                  <a:lnTo>
                    <a:pt x="6638925" y="3649446"/>
                  </a:lnTo>
                  <a:close/>
                </a:path>
                <a:path w="6696075" h="3659504">
                  <a:moveTo>
                    <a:pt x="6696075" y="3649446"/>
                  </a:moveTo>
                  <a:lnTo>
                    <a:pt x="6686550" y="3649446"/>
                  </a:lnTo>
                  <a:lnTo>
                    <a:pt x="6686550" y="3658971"/>
                  </a:lnTo>
                  <a:lnTo>
                    <a:pt x="6696075" y="3658971"/>
                  </a:lnTo>
                  <a:lnTo>
                    <a:pt x="6696075" y="3649446"/>
                  </a:lnTo>
                  <a:close/>
                </a:path>
              </a:pathLst>
            </a:custGeom>
            <a:solidFill>
              <a:srgbClr val="C7C6C3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9" name="object 9"/>
          <p:cNvSpPr txBox="1"/>
          <p:nvPr/>
        </p:nvSpPr>
        <p:spPr>
          <a:xfrm>
            <a:off x="2917280" y="5150955"/>
            <a:ext cx="305435" cy="151323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spcBef>
                <a:spcPts val="100"/>
              </a:spcBef>
            </a:pPr>
            <a:r>
              <a:rPr sz="900" spc="-10" dirty="0">
                <a:solidFill>
                  <a:srgbClr val="605D5C"/>
                </a:solidFill>
                <a:latin typeface="Segoe UI"/>
                <a:cs typeface="Segoe UI"/>
              </a:rPr>
              <a:t>0.0bn</a:t>
            </a:r>
            <a:endParaRPr sz="900">
              <a:latin typeface="Segoe UI"/>
              <a:cs typeface="Segoe UI"/>
            </a:endParaRPr>
          </a:p>
        </p:txBody>
      </p:sp>
      <p:sp>
        <p:nvSpPr>
          <p:cNvPr id="10" name="object 10"/>
          <p:cNvSpPr/>
          <p:nvPr/>
        </p:nvSpPr>
        <p:spPr>
          <a:xfrm>
            <a:off x="3305176" y="4506692"/>
            <a:ext cx="9525" cy="9525"/>
          </a:xfrm>
          <a:custGeom>
            <a:avLst/>
            <a:gdLst/>
            <a:ahLst/>
            <a:cxnLst/>
            <a:rect l="l" t="t" r="r" b="b"/>
            <a:pathLst>
              <a:path w="9525" h="9525">
                <a:moveTo>
                  <a:pt x="9525" y="9525"/>
                </a:moveTo>
                <a:lnTo>
                  <a:pt x="0" y="9525"/>
                </a:lnTo>
                <a:lnTo>
                  <a:pt x="0" y="0"/>
                </a:lnTo>
                <a:lnTo>
                  <a:pt x="9525" y="0"/>
                </a:lnTo>
                <a:lnTo>
                  <a:pt x="9525" y="9525"/>
                </a:lnTo>
                <a:close/>
              </a:path>
            </a:pathLst>
          </a:custGeom>
          <a:solidFill>
            <a:srgbClr val="C7C6C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" name="object 11"/>
          <p:cNvSpPr/>
          <p:nvPr/>
        </p:nvSpPr>
        <p:spPr>
          <a:xfrm>
            <a:off x="4562476" y="4506692"/>
            <a:ext cx="9525" cy="9525"/>
          </a:xfrm>
          <a:custGeom>
            <a:avLst/>
            <a:gdLst/>
            <a:ahLst/>
            <a:cxnLst/>
            <a:rect l="l" t="t" r="r" b="b"/>
            <a:pathLst>
              <a:path w="9525" h="9525">
                <a:moveTo>
                  <a:pt x="9525" y="9525"/>
                </a:moveTo>
                <a:lnTo>
                  <a:pt x="0" y="9525"/>
                </a:lnTo>
                <a:lnTo>
                  <a:pt x="0" y="0"/>
                </a:lnTo>
                <a:lnTo>
                  <a:pt x="9525" y="0"/>
                </a:lnTo>
                <a:lnTo>
                  <a:pt x="9525" y="9525"/>
                </a:lnTo>
                <a:close/>
              </a:path>
            </a:pathLst>
          </a:custGeom>
          <a:solidFill>
            <a:srgbClr val="C7C6C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2" name="object 12"/>
          <p:cNvSpPr/>
          <p:nvPr/>
        </p:nvSpPr>
        <p:spPr>
          <a:xfrm>
            <a:off x="4619626" y="4506692"/>
            <a:ext cx="9525" cy="9525"/>
          </a:xfrm>
          <a:custGeom>
            <a:avLst/>
            <a:gdLst/>
            <a:ahLst/>
            <a:cxnLst/>
            <a:rect l="l" t="t" r="r" b="b"/>
            <a:pathLst>
              <a:path w="9525" h="9525">
                <a:moveTo>
                  <a:pt x="9525" y="9525"/>
                </a:moveTo>
                <a:lnTo>
                  <a:pt x="0" y="9525"/>
                </a:lnTo>
                <a:lnTo>
                  <a:pt x="0" y="0"/>
                </a:lnTo>
                <a:lnTo>
                  <a:pt x="9525" y="0"/>
                </a:lnTo>
                <a:lnTo>
                  <a:pt x="9525" y="9525"/>
                </a:lnTo>
                <a:close/>
              </a:path>
            </a:pathLst>
          </a:custGeom>
          <a:solidFill>
            <a:srgbClr val="C7C6C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3" name="object 13"/>
          <p:cNvSpPr/>
          <p:nvPr/>
        </p:nvSpPr>
        <p:spPr>
          <a:xfrm>
            <a:off x="4676776" y="4506692"/>
            <a:ext cx="9525" cy="9525"/>
          </a:xfrm>
          <a:custGeom>
            <a:avLst/>
            <a:gdLst/>
            <a:ahLst/>
            <a:cxnLst/>
            <a:rect l="l" t="t" r="r" b="b"/>
            <a:pathLst>
              <a:path w="9525" h="9525">
                <a:moveTo>
                  <a:pt x="9525" y="9525"/>
                </a:moveTo>
                <a:lnTo>
                  <a:pt x="0" y="9525"/>
                </a:lnTo>
                <a:lnTo>
                  <a:pt x="0" y="0"/>
                </a:lnTo>
                <a:lnTo>
                  <a:pt x="9525" y="0"/>
                </a:lnTo>
                <a:lnTo>
                  <a:pt x="9525" y="9525"/>
                </a:lnTo>
                <a:close/>
              </a:path>
            </a:pathLst>
          </a:custGeom>
          <a:solidFill>
            <a:srgbClr val="C7C6C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4" name="object 14"/>
          <p:cNvSpPr/>
          <p:nvPr/>
        </p:nvSpPr>
        <p:spPr>
          <a:xfrm>
            <a:off x="4733926" y="4506692"/>
            <a:ext cx="9525" cy="9525"/>
          </a:xfrm>
          <a:custGeom>
            <a:avLst/>
            <a:gdLst/>
            <a:ahLst/>
            <a:cxnLst/>
            <a:rect l="l" t="t" r="r" b="b"/>
            <a:pathLst>
              <a:path w="9525" h="9525">
                <a:moveTo>
                  <a:pt x="9525" y="9525"/>
                </a:moveTo>
                <a:lnTo>
                  <a:pt x="0" y="9525"/>
                </a:lnTo>
                <a:lnTo>
                  <a:pt x="0" y="0"/>
                </a:lnTo>
                <a:lnTo>
                  <a:pt x="9525" y="0"/>
                </a:lnTo>
                <a:lnTo>
                  <a:pt x="9525" y="9525"/>
                </a:lnTo>
                <a:close/>
              </a:path>
            </a:pathLst>
          </a:custGeom>
          <a:solidFill>
            <a:srgbClr val="C7C6C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5" name="object 15"/>
          <p:cNvSpPr/>
          <p:nvPr/>
        </p:nvSpPr>
        <p:spPr>
          <a:xfrm>
            <a:off x="4791076" y="4506692"/>
            <a:ext cx="9525" cy="9525"/>
          </a:xfrm>
          <a:custGeom>
            <a:avLst/>
            <a:gdLst/>
            <a:ahLst/>
            <a:cxnLst/>
            <a:rect l="l" t="t" r="r" b="b"/>
            <a:pathLst>
              <a:path w="9525" h="9525">
                <a:moveTo>
                  <a:pt x="9525" y="9525"/>
                </a:moveTo>
                <a:lnTo>
                  <a:pt x="0" y="9525"/>
                </a:lnTo>
                <a:lnTo>
                  <a:pt x="0" y="0"/>
                </a:lnTo>
                <a:lnTo>
                  <a:pt x="9525" y="0"/>
                </a:lnTo>
                <a:lnTo>
                  <a:pt x="9525" y="9525"/>
                </a:lnTo>
                <a:close/>
              </a:path>
            </a:pathLst>
          </a:custGeom>
          <a:solidFill>
            <a:srgbClr val="C7C6C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6" name="object 16"/>
          <p:cNvSpPr/>
          <p:nvPr/>
        </p:nvSpPr>
        <p:spPr>
          <a:xfrm>
            <a:off x="4848226" y="4506692"/>
            <a:ext cx="9525" cy="9525"/>
          </a:xfrm>
          <a:custGeom>
            <a:avLst/>
            <a:gdLst/>
            <a:ahLst/>
            <a:cxnLst/>
            <a:rect l="l" t="t" r="r" b="b"/>
            <a:pathLst>
              <a:path w="9525" h="9525">
                <a:moveTo>
                  <a:pt x="9525" y="9525"/>
                </a:moveTo>
                <a:lnTo>
                  <a:pt x="0" y="9525"/>
                </a:lnTo>
                <a:lnTo>
                  <a:pt x="0" y="0"/>
                </a:lnTo>
                <a:lnTo>
                  <a:pt x="9525" y="0"/>
                </a:lnTo>
                <a:lnTo>
                  <a:pt x="9525" y="9525"/>
                </a:lnTo>
                <a:close/>
              </a:path>
            </a:pathLst>
          </a:custGeom>
          <a:solidFill>
            <a:srgbClr val="C7C6C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7" name="object 17"/>
          <p:cNvSpPr/>
          <p:nvPr/>
        </p:nvSpPr>
        <p:spPr>
          <a:xfrm>
            <a:off x="4905376" y="4506692"/>
            <a:ext cx="9525" cy="9525"/>
          </a:xfrm>
          <a:custGeom>
            <a:avLst/>
            <a:gdLst/>
            <a:ahLst/>
            <a:cxnLst/>
            <a:rect l="l" t="t" r="r" b="b"/>
            <a:pathLst>
              <a:path w="9525" h="9525">
                <a:moveTo>
                  <a:pt x="9525" y="9525"/>
                </a:moveTo>
                <a:lnTo>
                  <a:pt x="0" y="9525"/>
                </a:lnTo>
                <a:lnTo>
                  <a:pt x="0" y="0"/>
                </a:lnTo>
                <a:lnTo>
                  <a:pt x="9525" y="0"/>
                </a:lnTo>
                <a:lnTo>
                  <a:pt x="9525" y="9525"/>
                </a:lnTo>
                <a:close/>
              </a:path>
            </a:pathLst>
          </a:custGeom>
          <a:solidFill>
            <a:srgbClr val="C7C6C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8" name="object 18"/>
          <p:cNvSpPr/>
          <p:nvPr/>
        </p:nvSpPr>
        <p:spPr>
          <a:xfrm>
            <a:off x="4962526" y="4506692"/>
            <a:ext cx="9525" cy="9525"/>
          </a:xfrm>
          <a:custGeom>
            <a:avLst/>
            <a:gdLst/>
            <a:ahLst/>
            <a:cxnLst/>
            <a:rect l="l" t="t" r="r" b="b"/>
            <a:pathLst>
              <a:path w="9525" h="9525">
                <a:moveTo>
                  <a:pt x="9525" y="9525"/>
                </a:moveTo>
                <a:lnTo>
                  <a:pt x="0" y="9525"/>
                </a:lnTo>
                <a:lnTo>
                  <a:pt x="0" y="0"/>
                </a:lnTo>
                <a:lnTo>
                  <a:pt x="9525" y="0"/>
                </a:lnTo>
                <a:lnTo>
                  <a:pt x="9525" y="9525"/>
                </a:lnTo>
                <a:close/>
              </a:path>
            </a:pathLst>
          </a:custGeom>
          <a:solidFill>
            <a:srgbClr val="C7C6C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9" name="object 19"/>
          <p:cNvSpPr/>
          <p:nvPr/>
        </p:nvSpPr>
        <p:spPr>
          <a:xfrm>
            <a:off x="5019676" y="4506692"/>
            <a:ext cx="9525" cy="9525"/>
          </a:xfrm>
          <a:custGeom>
            <a:avLst/>
            <a:gdLst/>
            <a:ahLst/>
            <a:cxnLst/>
            <a:rect l="l" t="t" r="r" b="b"/>
            <a:pathLst>
              <a:path w="9525" h="9525">
                <a:moveTo>
                  <a:pt x="9525" y="9525"/>
                </a:moveTo>
                <a:lnTo>
                  <a:pt x="0" y="9525"/>
                </a:lnTo>
                <a:lnTo>
                  <a:pt x="0" y="0"/>
                </a:lnTo>
                <a:lnTo>
                  <a:pt x="9525" y="0"/>
                </a:lnTo>
                <a:lnTo>
                  <a:pt x="9525" y="9525"/>
                </a:lnTo>
                <a:close/>
              </a:path>
            </a:pathLst>
          </a:custGeom>
          <a:solidFill>
            <a:srgbClr val="C7C6C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0" name="object 20"/>
          <p:cNvSpPr/>
          <p:nvPr/>
        </p:nvSpPr>
        <p:spPr>
          <a:xfrm>
            <a:off x="5076826" y="4506692"/>
            <a:ext cx="9525" cy="9525"/>
          </a:xfrm>
          <a:custGeom>
            <a:avLst/>
            <a:gdLst/>
            <a:ahLst/>
            <a:cxnLst/>
            <a:rect l="l" t="t" r="r" b="b"/>
            <a:pathLst>
              <a:path w="9525" h="9525">
                <a:moveTo>
                  <a:pt x="9525" y="9525"/>
                </a:moveTo>
                <a:lnTo>
                  <a:pt x="0" y="9525"/>
                </a:lnTo>
                <a:lnTo>
                  <a:pt x="0" y="0"/>
                </a:lnTo>
                <a:lnTo>
                  <a:pt x="9525" y="0"/>
                </a:lnTo>
                <a:lnTo>
                  <a:pt x="9525" y="9525"/>
                </a:lnTo>
                <a:close/>
              </a:path>
            </a:pathLst>
          </a:custGeom>
          <a:solidFill>
            <a:srgbClr val="C7C6C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1" name="object 21"/>
          <p:cNvSpPr/>
          <p:nvPr/>
        </p:nvSpPr>
        <p:spPr>
          <a:xfrm>
            <a:off x="5133976" y="4506692"/>
            <a:ext cx="9525" cy="9525"/>
          </a:xfrm>
          <a:custGeom>
            <a:avLst/>
            <a:gdLst/>
            <a:ahLst/>
            <a:cxnLst/>
            <a:rect l="l" t="t" r="r" b="b"/>
            <a:pathLst>
              <a:path w="9525" h="9525">
                <a:moveTo>
                  <a:pt x="9525" y="9525"/>
                </a:moveTo>
                <a:lnTo>
                  <a:pt x="0" y="9525"/>
                </a:lnTo>
                <a:lnTo>
                  <a:pt x="0" y="0"/>
                </a:lnTo>
                <a:lnTo>
                  <a:pt x="9525" y="0"/>
                </a:lnTo>
                <a:lnTo>
                  <a:pt x="9525" y="9525"/>
                </a:lnTo>
                <a:close/>
              </a:path>
            </a:pathLst>
          </a:custGeom>
          <a:solidFill>
            <a:srgbClr val="C7C6C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2" name="object 22"/>
          <p:cNvSpPr/>
          <p:nvPr/>
        </p:nvSpPr>
        <p:spPr>
          <a:xfrm>
            <a:off x="5191126" y="4506692"/>
            <a:ext cx="9525" cy="9525"/>
          </a:xfrm>
          <a:custGeom>
            <a:avLst/>
            <a:gdLst/>
            <a:ahLst/>
            <a:cxnLst/>
            <a:rect l="l" t="t" r="r" b="b"/>
            <a:pathLst>
              <a:path w="9525" h="9525">
                <a:moveTo>
                  <a:pt x="9525" y="9525"/>
                </a:moveTo>
                <a:lnTo>
                  <a:pt x="0" y="9525"/>
                </a:lnTo>
                <a:lnTo>
                  <a:pt x="0" y="0"/>
                </a:lnTo>
                <a:lnTo>
                  <a:pt x="9525" y="0"/>
                </a:lnTo>
                <a:lnTo>
                  <a:pt x="9525" y="9525"/>
                </a:lnTo>
                <a:close/>
              </a:path>
            </a:pathLst>
          </a:custGeom>
          <a:solidFill>
            <a:srgbClr val="C7C6C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3" name="object 23"/>
          <p:cNvSpPr/>
          <p:nvPr/>
        </p:nvSpPr>
        <p:spPr>
          <a:xfrm>
            <a:off x="5248276" y="4506692"/>
            <a:ext cx="9525" cy="9525"/>
          </a:xfrm>
          <a:custGeom>
            <a:avLst/>
            <a:gdLst/>
            <a:ahLst/>
            <a:cxnLst/>
            <a:rect l="l" t="t" r="r" b="b"/>
            <a:pathLst>
              <a:path w="9525" h="9525">
                <a:moveTo>
                  <a:pt x="9525" y="9525"/>
                </a:moveTo>
                <a:lnTo>
                  <a:pt x="0" y="9525"/>
                </a:lnTo>
                <a:lnTo>
                  <a:pt x="0" y="0"/>
                </a:lnTo>
                <a:lnTo>
                  <a:pt x="9525" y="0"/>
                </a:lnTo>
                <a:lnTo>
                  <a:pt x="9525" y="9525"/>
                </a:lnTo>
                <a:close/>
              </a:path>
            </a:pathLst>
          </a:custGeom>
          <a:solidFill>
            <a:srgbClr val="C7C6C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4" name="object 24"/>
          <p:cNvSpPr/>
          <p:nvPr/>
        </p:nvSpPr>
        <p:spPr>
          <a:xfrm>
            <a:off x="5305426" y="4506692"/>
            <a:ext cx="9525" cy="9525"/>
          </a:xfrm>
          <a:custGeom>
            <a:avLst/>
            <a:gdLst/>
            <a:ahLst/>
            <a:cxnLst/>
            <a:rect l="l" t="t" r="r" b="b"/>
            <a:pathLst>
              <a:path w="9525" h="9525">
                <a:moveTo>
                  <a:pt x="9525" y="9525"/>
                </a:moveTo>
                <a:lnTo>
                  <a:pt x="0" y="9525"/>
                </a:lnTo>
                <a:lnTo>
                  <a:pt x="0" y="0"/>
                </a:lnTo>
                <a:lnTo>
                  <a:pt x="9525" y="0"/>
                </a:lnTo>
                <a:lnTo>
                  <a:pt x="9525" y="9525"/>
                </a:lnTo>
                <a:close/>
              </a:path>
            </a:pathLst>
          </a:custGeom>
          <a:solidFill>
            <a:srgbClr val="C7C6C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5" name="object 25"/>
          <p:cNvSpPr/>
          <p:nvPr/>
        </p:nvSpPr>
        <p:spPr>
          <a:xfrm>
            <a:off x="5362576" y="4506692"/>
            <a:ext cx="9525" cy="9525"/>
          </a:xfrm>
          <a:custGeom>
            <a:avLst/>
            <a:gdLst/>
            <a:ahLst/>
            <a:cxnLst/>
            <a:rect l="l" t="t" r="r" b="b"/>
            <a:pathLst>
              <a:path w="9525" h="9525">
                <a:moveTo>
                  <a:pt x="9525" y="9525"/>
                </a:moveTo>
                <a:lnTo>
                  <a:pt x="0" y="9525"/>
                </a:lnTo>
                <a:lnTo>
                  <a:pt x="0" y="0"/>
                </a:lnTo>
                <a:lnTo>
                  <a:pt x="9525" y="0"/>
                </a:lnTo>
                <a:lnTo>
                  <a:pt x="9525" y="9525"/>
                </a:lnTo>
                <a:close/>
              </a:path>
            </a:pathLst>
          </a:custGeom>
          <a:solidFill>
            <a:srgbClr val="C7C6C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6" name="object 26"/>
          <p:cNvSpPr/>
          <p:nvPr/>
        </p:nvSpPr>
        <p:spPr>
          <a:xfrm>
            <a:off x="5419726" y="4506692"/>
            <a:ext cx="9525" cy="9525"/>
          </a:xfrm>
          <a:custGeom>
            <a:avLst/>
            <a:gdLst/>
            <a:ahLst/>
            <a:cxnLst/>
            <a:rect l="l" t="t" r="r" b="b"/>
            <a:pathLst>
              <a:path w="9525" h="9525">
                <a:moveTo>
                  <a:pt x="9525" y="9525"/>
                </a:moveTo>
                <a:lnTo>
                  <a:pt x="0" y="9525"/>
                </a:lnTo>
                <a:lnTo>
                  <a:pt x="0" y="0"/>
                </a:lnTo>
                <a:lnTo>
                  <a:pt x="9525" y="0"/>
                </a:lnTo>
                <a:lnTo>
                  <a:pt x="9525" y="9525"/>
                </a:lnTo>
                <a:close/>
              </a:path>
            </a:pathLst>
          </a:custGeom>
          <a:solidFill>
            <a:srgbClr val="C7C6C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7" name="object 27"/>
          <p:cNvSpPr/>
          <p:nvPr/>
        </p:nvSpPr>
        <p:spPr>
          <a:xfrm>
            <a:off x="5476876" y="4506692"/>
            <a:ext cx="9525" cy="9525"/>
          </a:xfrm>
          <a:custGeom>
            <a:avLst/>
            <a:gdLst/>
            <a:ahLst/>
            <a:cxnLst/>
            <a:rect l="l" t="t" r="r" b="b"/>
            <a:pathLst>
              <a:path w="9525" h="9525">
                <a:moveTo>
                  <a:pt x="9525" y="9525"/>
                </a:moveTo>
                <a:lnTo>
                  <a:pt x="0" y="9525"/>
                </a:lnTo>
                <a:lnTo>
                  <a:pt x="0" y="0"/>
                </a:lnTo>
                <a:lnTo>
                  <a:pt x="9525" y="0"/>
                </a:lnTo>
                <a:lnTo>
                  <a:pt x="9525" y="9525"/>
                </a:lnTo>
                <a:close/>
              </a:path>
            </a:pathLst>
          </a:custGeom>
          <a:solidFill>
            <a:srgbClr val="C7C6C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8" name="object 28"/>
          <p:cNvSpPr/>
          <p:nvPr/>
        </p:nvSpPr>
        <p:spPr>
          <a:xfrm>
            <a:off x="5534026" y="4506692"/>
            <a:ext cx="9525" cy="9525"/>
          </a:xfrm>
          <a:custGeom>
            <a:avLst/>
            <a:gdLst/>
            <a:ahLst/>
            <a:cxnLst/>
            <a:rect l="l" t="t" r="r" b="b"/>
            <a:pathLst>
              <a:path w="9525" h="9525">
                <a:moveTo>
                  <a:pt x="9525" y="9525"/>
                </a:moveTo>
                <a:lnTo>
                  <a:pt x="0" y="9525"/>
                </a:lnTo>
                <a:lnTo>
                  <a:pt x="0" y="0"/>
                </a:lnTo>
                <a:lnTo>
                  <a:pt x="9525" y="0"/>
                </a:lnTo>
                <a:lnTo>
                  <a:pt x="9525" y="9525"/>
                </a:lnTo>
                <a:close/>
              </a:path>
            </a:pathLst>
          </a:custGeom>
          <a:solidFill>
            <a:srgbClr val="C7C6C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9" name="object 29"/>
          <p:cNvSpPr/>
          <p:nvPr/>
        </p:nvSpPr>
        <p:spPr>
          <a:xfrm>
            <a:off x="5591176" y="4506692"/>
            <a:ext cx="9525" cy="9525"/>
          </a:xfrm>
          <a:custGeom>
            <a:avLst/>
            <a:gdLst/>
            <a:ahLst/>
            <a:cxnLst/>
            <a:rect l="l" t="t" r="r" b="b"/>
            <a:pathLst>
              <a:path w="9525" h="9525">
                <a:moveTo>
                  <a:pt x="9525" y="9525"/>
                </a:moveTo>
                <a:lnTo>
                  <a:pt x="0" y="9525"/>
                </a:lnTo>
                <a:lnTo>
                  <a:pt x="0" y="0"/>
                </a:lnTo>
                <a:lnTo>
                  <a:pt x="9525" y="0"/>
                </a:lnTo>
                <a:lnTo>
                  <a:pt x="9525" y="9525"/>
                </a:lnTo>
                <a:close/>
              </a:path>
            </a:pathLst>
          </a:custGeom>
          <a:solidFill>
            <a:srgbClr val="C7C6C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0" name="object 30"/>
          <p:cNvSpPr/>
          <p:nvPr/>
        </p:nvSpPr>
        <p:spPr>
          <a:xfrm>
            <a:off x="5648326" y="4506692"/>
            <a:ext cx="9525" cy="9525"/>
          </a:xfrm>
          <a:custGeom>
            <a:avLst/>
            <a:gdLst/>
            <a:ahLst/>
            <a:cxnLst/>
            <a:rect l="l" t="t" r="r" b="b"/>
            <a:pathLst>
              <a:path w="9525" h="9525">
                <a:moveTo>
                  <a:pt x="9525" y="9525"/>
                </a:moveTo>
                <a:lnTo>
                  <a:pt x="0" y="9525"/>
                </a:lnTo>
                <a:lnTo>
                  <a:pt x="0" y="0"/>
                </a:lnTo>
                <a:lnTo>
                  <a:pt x="9525" y="0"/>
                </a:lnTo>
                <a:lnTo>
                  <a:pt x="9525" y="9525"/>
                </a:lnTo>
                <a:close/>
              </a:path>
            </a:pathLst>
          </a:custGeom>
          <a:solidFill>
            <a:srgbClr val="C7C6C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1" name="object 31"/>
          <p:cNvSpPr/>
          <p:nvPr/>
        </p:nvSpPr>
        <p:spPr>
          <a:xfrm>
            <a:off x="5705476" y="4506692"/>
            <a:ext cx="9525" cy="9525"/>
          </a:xfrm>
          <a:custGeom>
            <a:avLst/>
            <a:gdLst/>
            <a:ahLst/>
            <a:cxnLst/>
            <a:rect l="l" t="t" r="r" b="b"/>
            <a:pathLst>
              <a:path w="9525" h="9525">
                <a:moveTo>
                  <a:pt x="9525" y="9525"/>
                </a:moveTo>
                <a:lnTo>
                  <a:pt x="0" y="9525"/>
                </a:lnTo>
                <a:lnTo>
                  <a:pt x="0" y="0"/>
                </a:lnTo>
                <a:lnTo>
                  <a:pt x="9525" y="0"/>
                </a:lnTo>
                <a:lnTo>
                  <a:pt x="9525" y="9525"/>
                </a:lnTo>
                <a:close/>
              </a:path>
            </a:pathLst>
          </a:custGeom>
          <a:solidFill>
            <a:srgbClr val="C7C6C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2" name="object 32"/>
          <p:cNvSpPr/>
          <p:nvPr/>
        </p:nvSpPr>
        <p:spPr>
          <a:xfrm>
            <a:off x="5762626" y="4506692"/>
            <a:ext cx="9525" cy="9525"/>
          </a:xfrm>
          <a:custGeom>
            <a:avLst/>
            <a:gdLst/>
            <a:ahLst/>
            <a:cxnLst/>
            <a:rect l="l" t="t" r="r" b="b"/>
            <a:pathLst>
              <a:path w="9525" h="9525">
                <a:moveTo>
                  <a:pt x="9525" y="9525"/>
                </a:moveTo>
                <a:lnTo>
                  <a:pt x="0" y="9525"/>
                </a:lnTo>
                <a:lnTo>
                  <a:pt x="0" y="0"/>
                </a:lnTo>
                <a:lnTo>
                  <a:pt x="9525" y="0"/>
                </a:lnTo>
                <a:lnTo>
                  <a:pt x="9525" y="9525"/>
                </a:lnTo>
                <a:close/>
              </a:path>
            </a:pathLst>
          </a:custGeom>
          <a:solidFill>
            <a:srgbClr val="C7C6C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3" name="object 33"/>
          <p:cNvSpPr/>
          <p:nvPr/>
        </p:nvSpPr>
        <p:spPr>
          <a:xfrm>
            <a:off x="5819776" y="4506692"/>
            <a:ext cx="9525" cy="9525"/>
          </a:xfrm>
          <a:custGeom>
            <a:avLst/>
            <a:gdLst/>
            <a:ahLst/>
            <a:cxnLst/>
            <a:rect l="l" t="t" r="r" b="b"/>
            <a:pathLst>
              <a:path w="9525" h="9525">
                <a:moveTo>
                  <a:pt x="9525" y="9525"/>
                </a:moveTo>
                <a:lnTo>
                  <a:pt x="0" y="9525"/>
                </a:lnTo>
                <a:lnTo>
                  <a:pt x="0" y="0"/>
                </a:lnTo>
                <a:lnTo>
                  <a:pt x="9525" y="0"/>
                </a:lnTo>
                <a:lnTo>
                  <a:pt x="9525" y="9525"/>
                </a:lnTo>
                <a:close/>
              </a:path>
            </a:pathLst>
          </a:custGeom>
          <a:solidFill>
            <a:srgbClr val="C7C6C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4" name="object 34"/>
          <p:cNvSpPr/>
          <p:nvPr/>
        </p:nvSpPr>
        <p:spPr>
          <a:xfrm>
            <a:off x="5876926" y="4506692"/>
            <a:ext cx="9525" cy="9525"/>
          </a:xfrm>
          <a:custGeom>
            <a:avLst/>
            <a:gdLst/>
            <a:ahLst/>
            <a:cxnLst/>
            <a:rect l="l" t="t" r="r" b="b"/>
            <a:pathLst>
              <a:path w="9525" h="9525">
                <a:moveTo>
                  <a:pt x="9525" y="9525"/>
                </a:moveTo>
                <a:lnTo>
                  <a:pt x="0" y="9525"/>
                </a:lnTo>
                <a:lnTo>
                  <a:pt x="0" y="0"/>
                </a:lnTo>
                <a:lnTo>
                  <a:pt x="9525" y="0"/>
                </a:lnTo>
                <a:lnTo>
                  <a:pt x="9525" y="9525"/>
                </a:lnTo>
                <a:close/>
              </a:path>
            </a:pathLst>
          </a:custGeom>
          <a:solidFill>
            <a:srgbClr val="C7C6C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5" name="object 35"/>
          <p:cNvSpPr/>
          <p:nvPr/>
        </p:nvSpPr>
        <p:spPr>
          <a:xfrm>
            <a:off x="5934076" y="4506692"/>
            <a:ext cx="9525" cy="9525"/>
          </a:xfrm>
          <a:custGeom>
            <a:avLst/>
            <a:gdLst/>
            <a:ahLst/>
            <a:cxnLst/>
            <a:rect l="l" t="t" r="r" b="b"/>
            <a:pathLst>
              <a:path w="9525" h="9525">
                <a:moveTo>
                  <a:pt x="9525" y="9525"/>
                </a:moveTo>
                <a:lnTo>
                  <a:pt x="0" y="9525"/>
                </a:lnTo>
                <a:lnTo>
                  <a:pt x="0" y="0"/>
                </a:lnTo>
                <a:lnTo>
                  <a:pt x="9525" y="0"/>
                </a:lnTo>
                <a:lnTo>
                  <a:pt x="9525" y="9525"/>
                </a:lnTo>
                <a:close/>
              </a:path>
            </a:pathLst>
          </a:custGeom>
          <a:solidFill>
            <a:srgbClr val="C7C6C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6" name="object 36"/>
          <p:cNvSpPr/>
          <p:nvPr/>
        </p:nvSpPr>
        <p:spPr>
          <a:xfrm>
            <a:off x="5991226" y="4506692"/>
            <a:ext cx="9525" cy="9525"/>
          </a:xfrm>
          <a:custGeom>
            <a:avLst/>
            <a:gdLst/>
            <a:ahLst/>
            <a:cxnLst/>
            <a:rect l="l" t="t" r="r" b="b"/>
            <a:pathLst>
              <a:path w="9525" h="9525">
                <a:moveTo>
                  <a:pt x="9525" y="9525"/>
                </a:moveTo>
                <a:lnTo>
                  <a:pt x="0" y="9525"/>
                </a:lnTo>
                <a:lnTo>
                  <a:pt x="0" y="0"/>
                </a:lnTo>
                <a:lnTo>
                  <a:pt x="9525" y="0"/>
                </a:lnTo>
                <a:lnTo>
                  <a:pt x="9525" y="9525"/>
                </a:lnTo>
                <a:close/>
              </a:path>
            </a:pathLst>
          </a:custGeom>
          <a:solidFill>
            <a:srgbClr val="C7C6C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7" name="object 37"/>
          <p:cNvSpPr/>
          <p:nvPr/>
        </p:nvSpPr>
        <p:spPr>
          <a:xfrm>
            <a:off x="6048376" y="4506692"/>
            <a:ext cx="9525" cy="9525"/>
          </a:xfrm>
          <a:custGeom>
            <a:avLst/>
            <a:gdLst/>
            <a:ahLst/>
            <a:cxnLst/>
            <a:rect l="l" t="t" r="r" b="b"/>
            <a:pathLst>
              <a:path w="9525" h="9525">
                <a:moveTo>
                  <a:pt x="9525" y="9525"/>
                </a:moveTo>
                <a:lnTo>
                  <a:pt x="0" y="9525"/>
                </a:lnTo>
                <a:lnTo>
                  <a:pt x="0" y="0"/>
                </a:lnTo>
                <a:lnTo>
                  <a:pt x="9525" y="0"/>
                </a:lnTo>
                <a:lnTo>
                  <a:pt x="9525" y="9525"/>
                </a:lnTo>
                <a:close/>
              </a:path>
            </a:pathLst>
          </a:custGeom>
          <a:solidFill>
            <a:srgbClr val="C7C6C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8" name="object 38"/>
          <p:cNvSpPr/>
          <p:nvPr/>
        </p:nvSpPr>
        <p:spPr>
          <a:xfrm>
            <a:off x="6105526" y="4506692"/>
            <a:ext cx="9525" cy="9525"/>
          </a:xfrm>
          <a:custGeom>
            <a:avLst/>
            <a:gdLst/>
            <a:ahLst/>
            <a:cxnLst/>
            <a:rect l="l" t="t" r="r" b="b"/>
            <a:pathLst>
              <a:path w="9525" h="9525">
                <a:moveTo>
                  <a:pt x="9525" y="9525"/>
                </a:moveTo>
                <a:lnTo>
                  <a:pt x="0" y="9525"/>
                </a:lnTo>
                <a:lnTo>
                  <a:pt x="0" y="0"/>
                </a:lnTo>
                <a:lnTo>
                  <a:pt x="9525" y="0"/>
                </a:lnTo>
                <a:lnTo>
                  <a:pt x="9525" y="9525"/>
                </a:lnTo>
                <a:close/>
              </a:path>
            </a:pathLst>
          </a:custGeom>
          <a:solidFill>
            <a:srgbClr val="C7C6C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9" name="object 39"/>
          <p:cNvSpPr/>
          <p:nvPr/>
        </p:nvSpPr>
        <p:spPr>
          <a:xfrm>
            <a:off x="6162676" y="4506692"/>
            <a:ext cx="9525" cy="9525"/>
          </a:xfrm>
          <a:custGeom>
            <a:avLst/>
            <a:gdLst/>
            <a:ahLst/>
            <a:cxnLst/>
            <a:rect l="l" t="t" r="r" b="b"/>
            <a:pathLst>
              <a:path w="9525" h="9525">
                <a:moveTo>
                  <a:pt x="9525" y="9525"/>
                </a:moveTo>
                <a:lnTo>
                  <a:pt x="0" y="9525"/>
                </a:lnTo>
                <a:lnTo>
                  <a:pt x="0" y="0"/>
                </a:lnTo>
                <a:lnTo>
                  <a:pt x="9525" y="0"/>
                </a:lnTo>
                <a:lnTo>
                  <a:pt x="9525" y="9525"/>
                </a:lnTo>
                <a:close/>
              </a:path>
            </a:pathLst>
          </a:custGeom>
          <a:solidFill>
            <a:srgbClr val="C7C6C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0" name="object 40"/>
          <p:cNvSpPr/>
          <p:nvPr/>
        </p:nvSpPr>
        <p:spPr>
          <a:xfrm>
            <a:off x="6219826" y="4506692"/>
            <a:ext cx="9525" cy="9525"/>
          </a:xfrm>
          <a:custGeom>
            <a:avLst/>
            <a:gdLst/>
            <a:ahLst/>
            <a:cxnLst/>
            <a:rect l="l" t="t" r="r" b="b"/>
            <a:pathLst>
              <a:path w="9525" h="9525">
                <a:moveTo>
                  <a:pt x="9525" y="9525"/>
                </a:moveTo>
                <a:lnTo>
                  <a:pt x="0" y="9525"/>
                </a:lnTo>
                <a:lnTo>
                  <a:pt x="0" y="0"/>
                </a:lnTo>
                <a:lnTo>
                  <a:pt x="9525" y="0"/>
                </a:lnTo>
                <a:lnTo>
                  <a:pt x="9525" y="9525"/>
                </a:lnTo>
                <a:close/>
              </a:path>
            </a:pathLst>
          </a:custGeom>
          <a:solidFill>
            <a:srgbClr val="C7C6C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1" name="object 41"/>
          <p:cNvSpPr/>
          <p:nvPr/>
        </p:nvSpPr>
        <p:spPr>
          <a:xfrm>
            <a:off x="6276976" y="4506692"/>
            <a:ext cx="9525" cy="9525"/>
          </a:xfrm>
          <a:custGeom>
            <a:avLst/>
            <a:gdLst/>
            <a:ahLst/>
            <a:cxnLst/>
            <a:rect l="l" t="t" r="r" b="b"/>
            <a:pathLst>
              <a:path w="9525" h="9525">
                <a:moveTo>
                  <a:pt x="9525" y="9525"/>
                </a:moveTo>
                <a:lnTo>
                  <a:pt x="0" y="9525"/>
                </a:lnTo>
                <a:lnTo>
                  <a:pt x="0" y="0"/>
                </a:lnTo>
                <a:lnTo>
                  <a:pt x="9525" y="0"/>
                </a:lnTo>
                <a:lnTo>
                  <a:pt x="9525" y="9525"/>
                </a:lnTo>
                <a:close/>
              </a:path>
            </a:pathLst>
          </a:custGeom>
          <a:solidFill>
            <a:srgbClr val="C7C6C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2" name="object 42"/>
          <p:cNvSpPr/>
          <p:nvPr/>
        </p:nvSpPr>
        <p:spPr>
          <a:xfrm>
            <a:off x="6334126" y="4506692"/>
            <a:ext cx="9525" cy="9525"/>
          </a:xfrm>
          <a:custGeom>
            <a:avLst/>
            <a:gdLst/>
            <a:ahLst/>
            <a:cxnLst/>
            <a:rect l="l" t="t" r="r" b="b"/>
            <a:pathLst>
              <a:path w="9525" h="9525">
                <a:moveTo>
                  <a:pt x="9525" y="9525"/>
                </a:moveTo>
                <a:lnTo>
                  <a:pt x="0" y="9525"/>
                </a:lnTo>
                <a:lnTo>
                  <a:pt x="0" y="0"/>
                </a:lnTo>
                <a:lnTo>
                  <a:pt x="9525" y="0"/>
                </a:lnTo>
                <a:lnTo>
                  <a:pt x="9525" y="9525"/>
                </a:lnTo>
                <a:close/>
              </a:path>
            </a:pathLst>
          </a:custGeom>
          <a:solidFill>
            <a:srgbClr val="C7C6C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3" name="object 43"/>
          <p:cNvSpPr/>
          <p:nvPr/>
        </p:nvSpPr>
        <p:spPr>
          <a:xfrm>
            <a:off x="6391276" y="4506692"/>
            <a:ext cx="9525" cy="9525"/>
          </a:xfrm>
          <a:custGeom>
            <a:avLst/>
            <a:gdLst/>
            <a:ahLst/>
            <a:cxnLst/>
            <a:rect l="l" t="t" r="r" b="b"/>
            <a:pathLst>
              <a:path w="9525" h="9525">
                <a:moveTo>
                  <a:pt x="9525" y="9525"/>
                </a:moveTo>
                <a:lnTo>
                  <a:pt x="0" y="9525"/>
                </a:lnTo>
                <a:lnTo>
                  <a:pt x="0" y="0"/>
                </a:lnTo>
                <a:lnTo>
                  <a:pt x="9525" y="0"/>
                </a:lnTo>
                <a:lnTo>
                  <a:pt x="9525" y="9525"/>
                </a:lnTo>
                <a:close/>
              </a:path>
            </a:pathLst>
          </a:custGeom>
          <a:solidFill>
            <a:srgbClr val="C7C6C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4" name="object 44"/>
          <p:cNvSpPr/>
          <p:nvPr/>
        </p:nvSpPr>
        <p:spPr>
          <a:xfrm>
            <a:off x="6448426" y="4506692"/>
            <a:ext cx="9525" cy="9525"/>
          </a:xfrm>
          <a:custGeom>
            <a:avLst/>
            <a:gdLst/>
            <a:ahLst/>
            <a:cxnLst/>
            <a:rect l="l" t="t" r="r" b="b"/>
            <a:pathLst>
              <a:path w="9525" h="9525">
                <a:moveTo>
                  <a:pt x="9525" y="9525"/>
                </a:moveTo>
                <a:lnTo>
                  <a:pt x="0" y="9525"/>
                </a:lnTo>
                <a:lnTo>
                  <a:pt x="0" y="0"/>
                </a:lnTo>
                <a:lnTo>
                  <a:pt x="9525" y="0"/>
                </a:lnTo>
                <a:lnTo>
                  <a:pt x="9525" y="9525"/>
                </a:lnTo>
                <a:close/>
              </a:path>
            </a:pathLst>
          </a:custGeom>
          <a:solidFill>
            <a:srgbClr val="C7C6C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5" name="object 45"/>
          <p:cNvSpPr/>
          <p:nvPr/>
        </p:nvSpPr>
        <p:spPr>
          <a:xfrm>
            <a:off x="6505576" y="4506692"/>
            <a:ext cx="9525" cy="9525"/>
          </a:xfrm>
          <a:custGeom>
            <a:avLst/>
            <a:gdLst/>
            <a:ahLst/>
            <a:cxnLst/>
            <a:rect l="l" t="t" r="r" b="b"/>
            <a:pathLst>
              <a:path w="9525" h="9525">
                <a:moveTo>
                  <a:pt x="9525" y="9525"/>
                </a:moveTo>
                <a:lnTo>
                  <a:pt x="0" y="9525"/>
                </a:lnTo>
                <a:lnTo>
                  <a:pt x="0" y="0"/>
                </a:lnTo>
                <a:lnTo>
                  <a:pt x="9525" y="0"/>
                </a:lnTo>
                <a:lnTo>
                  <a:pt x="9525" y="9525"/>
                </a:lnTo>
                <a:close/>
              </a:path>
            </a:pathLst>
          </a:custGeom>
          <a:solidFill>
            <a:srgbClr val="C7C6C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6" name="object 46"/>
          <p:cNvSpPr/>
          <p:nvPr/>
        </p:nvSpPr>
        <p:spPr>
          <a:xfrm>
            <a:off x="6562726" y="4506692"/>
            <a:ext cx="9525" cy="9525"/>
          </a:xfrm>
          <a:custGeom>
            <a:avLst/>
            <a:gdLst/>
            <a:ahLst/>
            <a:cxnLst/>
            <a:rect l="l" t="t" r="r" b="b"/>
            <a:pathLst>
              <a:path w="9525" h="9525">
                <a:moveTo>
                  <a:pt x="9525" y="9525"/>
                </a:moveTo>
                <a:lnTo>
                  <a:pt x="0" y="9525"/>
                </a:lnTo>
                <a:lnTo>
                  <a:pt x="0" y="0"/>
                </a:lnTo>
                <a:lnTo>
                  <a:pt x="9525" y="0"/>
                </a:lnTo>
                <a:lnTo>
                  <a:pt x="9525" y="9525"/>
                </a:lnTo>
                <a:close/>
              </a:path>
            </a:pathLst>
          </a:custGeom>
          <a:solidFill>
            <a:srgbClr val="C7C6C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7" name="object 47"/>
          <p:cNvSpPr/>
          <p:nvPr/>
        </p:nvSpPr>
        <p:spPr>
          <a:xfrm>
            <a:off x="6619876" y="4506692"/>
            <a:ext cx="9525" cy="9525"/>
          </a:xfrm>
          <a:custGeom>
            <a:avLst/>
            <a:gdLst/>
            <a:ahLst/>
            <a:cxnLst/>
            <a:rect l="l" t="t" r="r" b="b"/>
            <a:pathLst>
              <a:path w="9525" h="9525">
                <a:moveTo>
                  <a:pt x="9525" y="9525"/>
                </a:moveTo>
                <a:lnTo>
                  <a:pt x="0" y="9525"/>
                </a:lnTo>
                <a:lnTo>
                  <a:pt x="0" y="0"/>
                </a:lnTo>
                <a:lnTo>
                  <a:pt x="9525" y="0"/>
                </a:lnTo>
                <a:lnTo>
                  <a:pt x="9525" y="9525"/>
                </a:lnTo>
                <a:close/>
              </a:path>
            </a:pathLst>
          </a:custGeom>
          <a:solidFill>
            <a:srgbClr val="C7C6C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8" name="object 48"/>
          <p:cNvSpPr/>
          <p:nvPr/>
        </p:nvSpPr>
        <p:spPr>
          <a:xfrm>
            <a:off x="6677026" y="4506692"/>
            <a:ext cx="9525" cy="9525"/>
          </a:xfrm>
          <a:custGeom>
            <a:avLst/>
            <a:gdLst/>
            <a:ahLst/>
            <a:cxnLst/>
            <a:rect l="l" t="t" r="r" b="b"/>
            <a:pathLst>
              <a:path w="9525" h="9525">
                <a:moveTo>
                  <a:pt x="9525" y="9525"/>
                </a:moveTo>
                <a:lnTo>
                  <a:pt x="0" y="9525"/>
                </a:lnTo>
                <a:lnTo>
                  <a:pt x="0" y="0"/>
                </a:lnTo>
                <a:lnTo>
                  <a:pt x="9525" y="0"/>
                </a:lnTo>
                <a:lnTo>
                  <a:pt x="9525" y="9525"/>
                </a:lnTo>
                <a:close/>
              </a:path>
            </a:pathLst>
          </a:custGeom>
          <a:solidFill>
            <a:srgbClr val="C7C6C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9" name="object 49"/>
          <p:cNvSpPr/>
          <p:nvPr/>
        </p:nvSpPr>
        <p:spPr>
          <a:xfrm>
            <a:off x="6734176" y="4506692"/>
            <a:ext cx="9525" cy="9525"/>
          </a:xfrm>
          <a:custGeom>
            <a:avLst/>
            <a:gdLst/>
            <a:ahLst/>
            <a:cxnLst/>
            <a:rect l="l" t="t" r="r" b="b"/>
            <a:pathLst>
              <a:path w="9525" h="9525">
                <a:moveTo>
                  <a:pt x="9525" y="9525"/>
                </a:moveTo>
                <a:lnTo>
                  <a:pt x="0" y="9525"/>
                </a:lnTo>
                <a:lnTo>
                  <a:pt x="0" y="0"/>
                </a:lnTo>
                <a:lnTo>
                  <a:pt x="9525" y="0"/>
                </a:lnTo>
                <a:lnTo>
                  <a:pt x="9525" y="9525"/>
                </a:lnTo>
                <a:close/>
              </a:path>
            </a:pathLst>
          </a:custGeom>
          <a:solidFill>
            <a:srgbClr val="C7C6C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0" name="object 50"/>
          <p:cNvSpPr/>
          <p:nvPr/>
        </p:nvSpPr>
        <p:spPr>
          <a:xfrm>
            <a:off x="6791326" y="4506692"/>
            <a:ext cx="9525" cy="9525"/>
          </a:xfrm>
          <a:custGeom>
            <a:avLst/>
            <a:gdLst/>
            <a:ahLst/>
            <a:cxnLst/>
            <a:rect l="l" t="t" r="r" b="b"/>
            <a:pathLst>
              <a:path w="9525" h="9525">
                <a:moveTo>
                  <a:pt x="9525" y="9525"/>
                </a:moveTo>
                <a:lnTo>
                  <a:pt x="0" y="9525"/>
                </a:lnTo>
                <a:lnTo>
                  <a:pt x="0" y="0"/>
                </a:lnTo>
                <a:lnTo>
                  <a:pt x="9525" y="0"/>
                </a:lnTo>
                <a:lnTo>
                  <a:pt x="9525" y="9525"/>
                </a:lnTo>
                <a:close/>
              </a:path>
            </a:pathLst>
          </a:custGeom>
          <a:solidFill>
            <a:srgbClr val="C7C6C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1" name="object 51"/>
          <p:cNvSpPr/>
          <p:nvPr/>
        </p:nvSpPr>
        <p:spPr>
          <a:xfrm>
            <a:off x="6848476" y="4506692"/>
            <a:ext cx="9525" cy="9525"/>
          </a:xfrm>
          <a:custGeom>
            <a:avLst/>
            <a:gdLst/>
            <a:ahLst/>
            <a:cxnLst/>
            <a:rect l="l" t="t" r="r" b="b"/>
            <a:pathLst>
              <a:path w="9525" h="9525">
                <a:moveTo>
                  <a:pt x="9525" y="9525"/>
                </a:moveTo>
                <a:lnTo>
                  <a:pt x="0" y="9525"/>
                </a:lnTo>
                <a:lnTo>
                  <a:pt x="0" y="0"/>
                </a:lnTo>
                <a:lnTo>
                  <a:pt x="9525" y="0"/>
                </a:lnTo>
                <a:lnTo>
                  <a:pt x="9525" y="9525"/>
                </a:lnTo>
                <a:close/>
              </a:path>
            </a:pathLst>
          </a:custGeom>
          <a:solidFill>
            <a:srgbClr val="C7C6C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2" name="object 52"/>
          <p:cNvSpPr/>
          <p:nvPr/>
        </p:nvSpPr>
        <p:spPr>
          <a:xfrm>
            <a:off x="6905626" y="4506692"/>
            <a:ext cx="9525" cy="9525"/>
          </a:xfrm>
          <a:custGeom>
            <a:avLst/>
            <a:gdLst/>
            <a:ahLst/>
            <a:cxnLst/>
            <a:rect l="l" t="t" r="r" b="b"/>
            <a:pathLst>
              <a:path w="9525" h="9525">
                <a:moveTo>
                  <a:pt x="9525" y="9525"/>
                </a:moveTo>
                <a:lnTo>
                  <a:pt x="0" y="9525"/>
                </a:lnTo>
                <a:lnTo>
                  <a:pt x="0" y="0"/>
                </a:lnTo>
                <a:lnTo>
                  <a:pt x="9525" y="0"/>
                </a:lnTo>
                <a:lnTo>
                  <a:pt x="9525" y="9525"/>
                </a:lnTo>
                <a:close/>
              </a:path>
            </a:pathLst>
          </a:custGeom>
          <a:solidFill>
            <a:srgbClr val="C7C6C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3" name="object 53"/>
          <p:cNvSpPr/>
          <p:nvPr/>
        </p:nvSpPr>
        <p:spPr>
          <a:xfrm>
            <a:off x="6962776" y="4506692"/>
            <a:ext cx="9525" cy="9525"/>
          </a:xfrm>
          <a:custGeom>
            <a:avLst/>
            <a:gdLst/>
            <a:ahLst/>
            <a:cxnLst/>
            <a:rect l="l" t="t" r="r" b="b"/>
            <a:pathLst>
              <a:path w="9525" h="9525">
                <a:moveTo>
                  <a:pt x="9525" y="9525"/>
                </a:moveTo>
                <a:lnTo>
                  <a:pt x="0" y="9525"/>
                </a:lnTo>
                <a:lnTo>
                  <a:pt x="0" y="0"/>
                </a:lnTo>
                <a:lnTo>
                  <a:pt x="9525" y="0"/>
                </a:lnTo>
                <a:lnTo>
                  <a:pt x="9525" y="9525"/>
                </a:lnTo>
                <a:close/>
              </a:path>
            </a:pathLst>
          </a:custGeom>
          <a:solidFill>
            <a:srgbClr val="C7C6C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4" name="object 54"/>
          <p:cNvSpPr/>
          <p:nvPr/>
        </p:nvSpPr>
        <p:spPr>
          <a:xfrm>
            <a:off x="7019926" y="4506692"/>
            <a:ext cx="9525" cy="9525"/>
          </a:xfrm>
          <a:custGeom>
            <a:avLst/>
            <a:gdLst/>
            <a:ahLst/>
            <a:cxnLst/>
            <a:rect l="l" t="t" r="r" b="b"/>
            <a:pathLst>
              <a:path w="9525" h="9525">
                <a:moveTo>
                  <a:pt x="9525" y="9525"/>
                </a:moveTo>
                <a:lnTo>
                  <a:pt x="0" y="9525"/>
                </a:lnTo>
                <a:lnTo>
                  <a:pt x="0" y="0"/>
                </a:lnTo>
                <a:lnTo>
                  <a:pt x="9525" y="0"/>
                </a:lnTo>
                <a:lnTo>
                  <a:pt x="9525" y="9525"/>
                </a:lnTo>
                <a:close/>
              </a:path>
            </a:pathLst>
          </a:custGeom>
          <a:solidFill>
            <a:srgbClr val="C7C6C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5" name="object 55"/>
          <p:cNvSpPr/>
          <p:nvPr/>
        </p:nvSpPr>
        <p:spPr>
          <a:xfrm>
            <a:off x="7077076" y="4506692"/>
            <a:ext cx="9525" cy="9525"/>
          </a:xfrm>
          <a:custGeom>
            <a:avLst/>
            <a:gdLst/>
            <a:ahLst/>
            <a:cxnLst/>
            <a:rect l="l" t="t" r="r" b="b"/>
            <a:pathLst>
              <a:path w="9525" h="9525">
                <a:moveTo>
                  <a:pt x="9525" y="9525"/>
                </a:moveTo>
                <a:lnTo>
                  <a:pt x="0" y="9525"/>
                </a:lnTo>
                <a:lnTo>
                  <a:pt x="0" y="0"/>
                </a:lnTo>
                <a:lnTo>
                  <a:pt x="9525" y="0"/>
                </a:lnTo>
                <a:lnTo>
                  <a:pt x="9525" y="9525"/>
                </a:lnTo>
                <a:close/>
              </a:path>
            </a:pathLst>
          </a:custGeom>
          <a:solidFill>
            <a:srgbClr val="C7C6C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6" name="object 56"/>
          <p:cNvSpPr/>
          <p:nvPr/>
        </p:nvSpPr>
        <p:spPr>
          <a:xfrm>
            <a:off x="7134226" y="4506692"/>
            <a:ext cx="9525" cy="9525"/>
          </a:xfrm>
          <a:custGeom>
            <a:avLst/>
            <a:gdLst/>
            <a:ahLst/>
            <a:cxnLst/>
            <a:rect l="l" t="t" r="r" b="b"/>
            <a:pathLst>
              <a:path w="9525" h="9525">
                <a:moveTo>
                  <a:pt x="9525" y="9525"/>
                </a:moveTo>
                <a:lnTo>
                  <a:pt x="0" y="9525"/>
                </a:lnTo>
                <a:lnTo>
                  <a:pt x="0" y="0"/>
                </a:lnTo>
                <a:lnTo>
                  <a:pt x="9525" y="0"/>
                </a:lnTo>
                <a:lnTo>
                  <a:pt x="9525" y="9525"/>
                </a:lnTo>
                <a:close/>
              </a:path>
            </a:pathLst>
          </a:custGeom>
          <a:solidFill>
            <a:srgbClr val="C7C6C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7" name="object 57"/>
          <p:cNvSpPr/>
          <p:nvPr/>
        </p:nvSpPr>
        <p:spPr>
          <a:xfrm>
            <a:off x="7191376" y="4506692"/>
            <a:ext cx="9525" cy="9525"/>
          </a:xfrm>
          <a:custGeom>
            <a:avLst/>
            <a:gdLst/>
            <a:ahLst/>
            <a:cxnLst/>
            <a:rect l="l" t="t" r="r" b="b"/>
            <a:pathLst>
              <a:path w="9525" h="9525">
                <a:moveTo>
                  <a:pt x="9525" y="9525"/>
                </a:moveTo>
                <a:lnTo>
                  <a:pt x="0" y="9525"/>
                </a:lnTo>
                <a:lnTo>
                  <a:pt x="0" y="0"/>
                </a:lnTo>
                <a:lnTo>
                  <a:pt x="9525" y="0"/>
                </a:lnTo>
                <a:lnTo>
                  <a:pt x="9525" y="9525"/>
                </a:lnTo>
                <a:close/>
              </a:path>
            </a:pathLst>
          </a:custGeom>
          <a:solidFill>
            <a:srgbClr val="C7C6C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8" name="object 58"/>
          <p:cNvSpPr/>
          <p:nvPr/>
        </p:nvSpPr>
        <p:spPr>
          <a:xfrm>
            <a:off x="7248526" y="4506692"/>
            <a:ext cx="9525" cy="9525"/>
          </a:xfrm>
          <a:custGeom>
            <a:avLst/>
            <a:gdLst/>
            <a:ahLst/>
            <a:cxnLst/>
            <a:rect l="l" t="t" r="r" b="b"/>
            <a:pathLst>
              <a:path w="9525" h="9525">
                <a:moveTo>
                  <a:pt x="9525" y="9525"/>
                </a:moveTo>
                <a:lnTo>
                  <a:pt x="0" y="9525"/>
                </a:lnTo>
                <a:lnTo>
                  <a:pt x="0" y="0"/>
                </a:lnTo>
                <a:lnTo>
                  <a:pt x="9525" y="0"/>
                </a:lnTo>
                <a:lnTo>
                  <a:pt x="9525" y="9525"/>
                </a:lnTo>
                <a:close/>
              </a:path>
            </a:pathLst>
          </a:custGeom>
          <a:solidFill>
            <a:srgbClr val="C7C6C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9" name="object 59"/>
          <p:cNvSpPr/>
          <p:nvPr/>
        </p:nvSpPr>
        <p:spPr>
          <a:xfrm>
            <a:off x="7305676" y="4506692"/>
            <a:ext cx="9525" cy="9525"/>
          </a:xfrm>
          <a:custGeom>
            <a:avLst/>
            <a:gdLst/>
            <a:ahLst/>
            <a:cxnLst/>
            <a:rect l="l" t="t" r="r" b="b"/>
            <a:pathLst>
              <a:path w="9525" h="9525">
                <a:moveTo>
                  <a:pt x="9525" y="9525"/>
                </a:moveTo>
                <a:lnTo>
                  <a:pt x="0" y="9525"/>
                </a:lnTo>
                <a:lnTo>
                  <a:pt x="0" y="0"/>
                </a:lnTo>
                <a:lnTo>
                  <a:pt x="9525" y="0"/>
                </a:lnTo>
                <a:lnTo>
                  <a:pt x="9525" y="9525"/>
                </a:lnTo>
                <a:close/>
              </a:path>
            </a:pathLst>
          </a:custGeom>
          <a:solidFill>
            <a:srgbClr val="C7C6C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0" name="object 60"/>
          <p:cNvSpPr/>
          <p:nvPr/>
        </p:nvSpPr>
        <p:spPr>
          <a:xfrm>
            <a:off x="7362826" y="4506692"/>
            <a:ext cx="9525" cy="9525"/>
          </a:xfrm>
          <a:custGeom>
            <a:avLst/>
            <a:gdLst/>
            <a:ahLst/>
            <a:cxnLst/>
            <a:rect l="l" t="t" r="r" b="b"/>
            <a:pathLst>
              <a:path w="9525" h="9525">
                <a:moveTo>
                  <a:pt x="9525" y="9525"/>
                </a:moveTo>
                <a:lnTo>
                  <a:pt x="0" y="9525"/>
                </a:lnTo>
                <a:lnTo>
                  <a:pt x="0" y="0"/>
                </a:lnTo>
                <a:lnTo>
                  <a:pt x="9525" y="0"/>
                </a:lnTo>
                <a:lnTo>
                  <a:pt x="9525" y="9525"/>
                </a:lnTo>
                <a:close/>
              </a:path>
            </a:pathLst>
          </a:custGeom>
          <a:solidFill>
            <a:srgbClr val="C7C6C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1" name="object 61"/>
          <p:cNvSpPr/>
          <p:nvPr/>
        </p:nvSpPr>
        <p:spPr>
          <a:xfrm>
            <a:off x="7419976" y="4506692"/>
            <a:ext cx="9525" cy="9525"/>
          </a:xfrm>
          <a:custGeom>
            <a:avLst/>
            <a:gdLst/>
            <a:ahLst/>
            <a:cxnLst/>
            <a:rect l="l" t="t" r="r" b="b"/>
            <a:pathLst>
              <a:path w="9525" h="9525">
                <a:moveTo>
                  <a:pt x="9525" y="9525"/>
                </a:moveTo>
                <a:lnTo>
                  <a:pt x="0" y="9525"/>
                </a:lnTo>
                <a:lnTo>
                  <a:pt x="0" y="0"/>
                </a:lnTo>
                <a:lnTo>
                  <a:pt x="9525" y="0"/>
                </a:lnTo>
                <a:lnTo>
                  <a:pt x="9525" y="9525"/>
                </a:lnTo>
                <a:close/>
              </a:path>
            </a:pathLst>
          </a:custGeom>
          <a:solidFill>
            <a:srgbClr val="C7C6C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2" name="object 62"/>
          <p:cNvSpPr/>
          <p:nvPr/>
        </p:nvSpPr>
        <p:spPr>
          <a:xfrm>
            <a:off x="7477126" y="4506692"/>
            <a:ext cx="9525" cy="9525"/>
          </a:xfrm>
          <a:custGeom>
            <a:avLst/>
            <a:gdLst/>
            <a:ahLst/>
            <a:cxnLst/>
            <a:rect l="l" t="t" r="r" b="b"/>
            <a:pathLst>
              <a:path w="9525" h="9525">
                <a:moveTo>
                  <a:pt x="9525" y="9525"/>
                </a:moveTo>
                <a:lnTo>
                  <a:pt x="0" y="9525"/>
                </a:lnTo>
                <a:lnTo>
                  <a:pt x="0" y="0"/>
                </a:lnTo>
                <a:lnTo>
                  <a:pt x="9525" y="0"/>
                </a:lnTo>
                <a:lnTo>
                  <a:pt x="9525" y="9525"/>
                </a:lnTo>
                <a:close/>
              </a:path>
            </a:pathLst>
          </a:custGeom>
          <a:solidFill>
            <a:srgbClr val="C7C6C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3" name="object 63"/>
          <p:cNvSpPr/>
          <p:nvPr/>
        </p:nvSpPr>
        <p:spPr>
          <a:xfrm>
            <a:off x="7534276" y="4506692"/>
            <a:ext cx="9525" cy="9525"/>
          </a:xfrm>
          <a:custGeom>
            <a:avLst/>
            <a:gdLst/>
            <a:ahLst/>
            <a:cxnLst/>
            <a:rect l="l" t="t" r="r" b="b"/>
            <a:pathLst>
              <a:path w="9525" h="9525">
                <a:moveTo>
                  <a:pt x="9525" y="9525"/>
                </a:moveTo>
                <a:lnTo>
                  <a:pt x="0" y="9525"/>
                </a:lnTo>
                <a:lnTo>
                  <a:pt x="0" y="0"/>
                </a:lnTo>
                <a:lnTo>
                  <a:pt x="9525" y="0"/>
                </a:lnTo>
                <a:lnTo>
                  <a:pt x="9525" y="9525"/>
                </a:lnTo>
                <a:close/>
              </a:path>
            </a:pathLst>
          </a:custGeom>
          <a:solidFill>
            <a:srgbClr val="C7C6C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4" name="object 64"/>
          <p:cNvSpPr/>
          <p:nvPr/>
        </p:nvSpPr>
        <p:spPr>
          <a:xfrm>
            <a:off x="7591426" y="4506692"/>
            <a:ext cx="9525" cy="9525"/>
          </a:xfrm>
          <a:custGeom>
            <a:avLst/>
            <a:gdLst/>
            <a:ahLst/>
            <a:cxnLst/>
            <a:rect l="l" t="t" r="r" b="b"/>
            <a:pathLst>
              <a:path w="9525" h="9525">
                <a:moveTo>
                  <a:pt x="9525" y="9525"/>
                </a:moveTo>
                <a:lnTo>
                  <a:pt x="0" y="9525"/>
                </a:lnTo>
                <a:lnTo>
                  <a:pt x="0" y="0"/>
                </a:lnTo>
                <a:lnTo>
                  <a:pt x="9525" y="0"/>
                </a:lnTo>
                <a:lnTo>
                  <a:pt x="9525" y="9525"/>
                </a:lnTo>
                <a:close/>
              </a:path>
            </a:pathLst>
          </a:custGeom>
          <a:solidFill>
            <a:srgbClr val="C7C6C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5" name="object 65"/>
          <p:cNvSpPr/>
          <p:nvPr/>
        </p:nvSpPr>
        <p:spPr>
          <a:xfrm>
            <a:off x="7648576" y="4506692"/>
            <a:ext cx="9525" cy="9525"/>
          </a:xfrm>
          <a:custGeom>
            <a:avLst/>
            <a:gdLst/>
            <a:ahLst/>
            <a:cxnLst/>
            <a:rect l="l" t="t" r="r" b="b"/>
            <a:pathLst>
              <a:path w="9525" h="9525">
                <a:moveTo>
                  <a:pt x="9525" y="9525"/>
                </a:moveTo>
                <a:lnTo>
                  <a:pt x="0" y="9525"/>
                </a:lnTo>
                <a:lnTo>
                  <a:pt x="0" y="0"/>
                </a:lnTo>
                <a:lnTo>
                  <a:pt x="9525" y="0"/>
                </a:lnTo>
                <a:lnTo>
                  <a:pt x="9525" y="9525"/>
                </a:lnTo>
                <a:close/>
              </a:path>
            </a:pathLst>
          </a:custGeom>
          <a:solidFill>
            <a:srgbClr val="C7C6C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6" name="object 66"/>
          <p:cNvSpPr/>
          <p:nvPr/>
        </p:nvSpPr>
        <p:spPr>
          <a:xfrm>
            <a:off x="7705726" y="4506692"/>
            <a:ext cx="9525" cy="9525"/>
          </a:xfrm>
          <a:custGeom>
            <a:avLst/>
            <a:gdLst/>
            <a:ahLst/>
            <a:cxnLst/>
            <a:rect l="l" t="t" r="r" b="b"/>
            <a:pathLst>
              <a:path w="9525" h="9525">
                <a:moveTo>
                  <a:pt x="9525" y="9525"/>
                </a:moveTo>
                <a:lnTo>
                  <a:pt x="0" y="9525"/>
                </a:lnTo>
                <a:lnTo>
                  <a:pt x="0" y="0"/>
                </a:lnTo>
                <a:lnTo>
                  <a:pt x="9525" y="0"/>
                </a:lnTo>
                <a:lnTo>
                  <a:pt x="9525" y="9525"/>
                </a:lnTo>
                <a:close/>
              </a:path>
            </a:pathLst>
          </a:custGeom>
          <a:solidFill>
            <a:srgbClr val="C7C6C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7" name="object 67"/>
          <p:cNvSpPr/>
          <p:nvPr/>
        </p:nvSpPr>
        <p:spPr>
          <a:xfrm>
            <a:off x="7762876" y="4506692"/>
            <a:ext cx="9525" cy="9525"/>
          </a:xfrm>
          <a:custGeom>
            <a:avLst/>
            <a:gdLst/>
            <a:ahLst/>
            <a:cxnLst/>
            <a:rect l="l" t="t" r="r" b="b"/>
            <a:pathLst>
              <a:path w="9525" h="9525">
                <a:moveTo>
                  <a:pt x="9525" y="9525"/>
                </a:moveTo>
                <a:lnTo>
                  <a:pt x="0" y="9525"/>
                </a:lnTo>
                <a:lnTo>
                  <a:pt x="0" y="0"/>
                </a:lnTo>
                <a:lnTo>
                  <a:pt x="9525" y="0"/>
                </a:lnTo>
                <a:lnTo>
                  <a:pt x="9525" y="9525"/>
                </a:lnTo>
                <a:close/>
              </a:path>
            </a:pathLst>
          </a:custGeom>
          <a:solidFill>
            <a:srgbClr val="C7C6C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8" name="object 68"/>
          <p:cNvSpPr/>
          <p:nvPr/>
        </p:nvSpPr>
        <p:spPr>
          <a:xfrm>
            <a:off x="7820026" y="4506692"/>
            <a:ext cx="9525" cy="9525"/>
          </a:xfrm>
          <a:custGeom>
            <a:avLst/>
            <a:gdLst/>
            <a:ahLst/>
            <a:cxnLst/>
            <a:rect l="l" t="t" r="r" b="b"/>
            <a:pathLst>
              <a:path w="9525" h="9525">
                <a:moveTo>
                  <a:pt x="9525" y="9525"/>
                </a:moveTo>
                <a:lnTo>
                  <a:pt x="0" y="9525"/>
                </a:lnTo>
                <a:lnTo>
                  <a:pt x="0" y="0"/>
                </a:lnTo>
                <a:lnTo>
                  <a:pt x="9525" y="0"/>
                </a:lnTo>
                <a:lnTo>
                  <a:pt x="9525" y="9525"/>
                </a:lnTo>
                <a:close/>
              </a:path>
            </a:pathLst>
          </a:custGeom>
          <a:solidFill>
            <a:srgbClr val="C7C6C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9" name="object 69"/>
          <p:cNvSpPr/>
          <p:nvPr/>
        </p:nvSpPr>
        <p:spPr>
          <a:xfrm>
            <a:off x="7877176" y="4506692"/>
            <a:ext cx="9525" cy="9525"/>
          </a:xfrm>
          <a:custGeom>
            <a:avLst/>
            <a:gdLst/>
            <a:ahLst/>
            <a:cxnLst/>
            <a:rect l="l" t="t" r="r" b="b"/>
            <a:pathLst>
              <a:path w="9525" h="9525">
                <a:moveTo>
                  <a:pt x="9525" y="9525"/>
                </a:moveTo>
                <a:lnTo>
                  <a:pt x="0" y="9525"/>
                </a:lnTo>
                <a:lnTo>
                  <a:pt x="0" y="0"/>
                </a:lnTo>
                <a:lnTo>
                  <a:pt x="9525" y="0"/>
                </a:lnTo>
                <a:lnTo>
                  <a:pt x="9525" y="9525"/>
                </a:lnTo>
                <a:close/>
              </a:path>
            </a:pathLst>
          </a:custGeom>
          <a:solidFill>
            <a:srgbClr val="C7C6C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0" name="object 70"/>
          <p:cNvSpPr/>
          <p:nvPr/>
        </p:nvSpPr>
        <p:spPr>
          <a:xfrm>
            <a:off x="7934326" y="4506692"/>
            <a:ext cx="9525" cy="9525"/>
          </a:xfrm>
          <a:custGeom>
            <a:avLst/>
            <a:gdLst/>
            <a:ahLst/>
            <a:cxnLst/>
            <a:rect l="l" t="t" r="r" b="b"/>
            <a:pathLst>
              <a:path w="9525" h="9525">
                <a:moveTo>
                  <a:pt x="9525" y="9525"/>
                </a:moveTo>
                <a:lnTo>
                  <a:pt x="0" y="9525"/>
                </a:lnTo>
                <a:lnTo>
                  <a:pt x="0" y="0"/>
                </a:lnTo>
                <a:lnTo>
                  <a:pt x="9525" y="0"/>
                </a:lnTo>
                <a:lnTo>
                  <a:pt x="9525" y="9525"/>
                </a:lnTo>
                <a:close/>
              </a:path>
            </a:pathLst>
          </a:custGeom>
          <a:solidFill>
            <a:srgbClr val="C7C6C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1" name="object 71"/>
          <p:cNvSpPr/>
          <p:nvPr/>
        </p:nvSpPr>
        <p:spPr>
          <a:xfrm>
            <a:off x="7991476" y="4506692"/>
            <a:ext cx="9525" cy="9525"/>
          </a:xfrm>
          <a:custGeom>
            <a:avLst/>
            <a:gdLst/>
            <a:ahLst/>
            <a:cxnLst/>
            <a:rect l="l" t="t" r="r" b="b"/>
            <a:pathLst>
              <a:path w="9525" h="9525">
                <a:moveTo>
                  <a:pt x="9525" y="9525"/>
                </a:moveTo>
                <a:lnTo>
                  <a:pt x="0" y="9525"/>
                </a:lnTo>
                <a:lnTo>
                  <a:pt x="0" y="0"/>
                </a:lnTo>
                <a:lnTo>
                  <a:pt x="9525" y="0"/>
                </a:lnTo>
                <a:lnTo>
                  <a:pt x="9525" y="9525"/>
                </a:lnTo>
                <a:close/>
              </a:path>
            </a:pathLst>
          </a:custGeom>
          <a:solidFill>
            <a:srgbClr val="C7C6C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2" name="object 72"/>
          <p:cNvSpPr/>
          <p:nvPr/>
        </p:nvSpPr>
        <p:spPr>
          <a:xfrm>
            <a:off x="8048626" y="4506692"/>
            <a:ext cx="9525" cy="9525"/>
          </a:xfrm>
          <a:custGeom>
            <a:avLst/>
            <a:gdLst/>
            <a:ahLst/>
            <a:cxnLst/>
            <a:rect l="l" t="t" r="r" b="b"/>
            <a:pathLst>
              <a:path w="9525" h="9525">
                <a:moveTo>
                  <a:pt x="9525" y="9525"/>
                </a:moveTo>
                <a:lnTo>
                  <a:pt x="0" y="9525"/>
                </a:lnTo>
                <a:lnTo>
                  <a:pt x="0" y="0"/>
                </a:lnTo>
                <a:lnTo>
                  <a:pt x="9525" y="0"/>
                </a:lnTo>
                <a:lnTo>
                  <a:pt x="9525" y="9525"/>
                </a:lnTo>
                <a:close/>
              </a:path>
            </a:pathLst>
          </a:custGeom>
          <a:solidFill>
            <a:srgbClr val="C7C6C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3" name="object 73"/>
          <p:cNvSpPr/>
          <p:nvPr/>
        </p:nvSpPr>
        <p:spPr>
          <a:xfrm>
            <a:off x="8105776" y="4506692"/>
            <a:ext cx="9525" cy="9525"/>
          </a:xfrm>
          <a:custGeom>
            <a:avLst/>
            <a:gdLst/>
            <a:ahLst/>
            <a:cxnLst/>
            <a:rect l="l" t="t" r="r" b="b"/>
            <a:pathLst>
              <a:path w="9525" h="9525">
                <a:moveTo>
                  <a:pt x="9525" y="9525"/>
                </a:moveTo>
                <a:lnTo>
                  <a:pt x="0" y="9525"/>
                </a:lnTo>
                <a:lnTo>
                  <a:pt x="0" y="0"/>
                </a:lnTo>
                <a:lnTo>
                  <a:pt x="9525" y="0"/>
                </a:lnTo>
                <a:lnTo>
                  <a:pt x="9525" y="9525"/>
                </a:lnTo>
                <a:close/>
              </a:path>
            </a:pathLst>
          </a:custGeom>
          <a:solidFill>
            <a:srgbClr val="C7C6C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4" name="object 74"/>
          <p:cNvSpPr/>
          <p:nvPr/>
        </p:nvSpPr>
        <p:spPr>
          <a:xfrm>
            <a:off x="8162926" y="4506692"/>
            <a:ext cx="9525" cy="9525"/>
          </a:xfrm>
          <a:custGeom>
            <a:avLst/>
            <a:gdLst/>
            <a:ahLst/>
            <a:cxnLst/>
            <a:rect l="l" t="t" r="r" b="b"/>
            <a:pathLst>
              <a:path w="9525" h="9525">
                <a:moveTo>
                  <a:pt x="9525" y="9525"/>
                </a:moveTo>
                <a:lnTo>
                  <a:pt x="0" y="9525"/>
                </a:lnTo>
                <a:lnTo>
                  <a:pt x="0" y="0"/>
                </a:lnTo>
                <a:lnTo>
                  <a:pt x="9525" y="0"/>
                </a:lnTo>
                <a:lnTo>
                  <a:pt x="9525" y="9525"/>
                </a:lnTo>
                <a:close/>
              </a:path>
            </a:pathLst>
          </a:custGeom>
          <a:solidFill>
            <a:srgbClr val="C7C6C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5" name="object 75"/>
          <p:cNvSpPr/>
          <p:nvPr/>
        </p:nvSpPr>
        <p:spPr>
          <a:xfrm>
            <a:off x="8220076" y="4506692"/>
            <a:ext cx="9525" cy="9525"/>
          </a:xfrm>
          <a:custGeom>
            <a:avLst/>
            <a:gdLst/>
            <a:ahLst/>
            <a:cxnLst/>
            <a:rect l="l" t="t" r="r" b="b"/>
            <a:pathLst>
              <a:path w="9525" h="9525">
                <a:moveTo>
                  <a:pt x="9525" y="9525"/>
                </a:moveTo>
                <a:lnTo>
                  <a:pt x="0" y="9525"/>
                </a:lnTo>
                <a:lnTo>
                  <a:pt x="0" y="0"/>
                </a:lnTo>
                <a:lnTo>
                  <a:pt x="9525" y="0"/>
                </a:lnTo>
                <a:lnTo>
                  <a:pt x="9525" y="9525"/>
                </a:lnTo>
                <a:close/>
              </a:path>
            </a:pathLst>
          </a:custGeom>
          <a:solidFill>
            <a:srgbClr val="C7C6C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6" name="object 76"/>
          <p:cNvSpPr/>
          <p:nvPr/>
        </p:nvSpPr>
        <p:spPr>
          <a:xfrm>
            <a:off x="8277226" y="4506692"/>
            <a:ext cx="9525" cy="9525"/>
          </a:xfrm>
          <a:custGeom>
            <a:avLst/>
            <a:gdLst/>
            <a:ahLst/>
            <a:cxnLst/>
            <a:rect l="l" t="t" r="r" b="b"/>
            <a:pathLst>
              <a:path w="9525" h="9525">
                <a:moveTo>
                  <a:pt x="9525" y="9525"/>
                </a:moveTo>
                <a:lnTo>
                  <a:pt x="0" y="9525"/>
                </a:lnTo>
                <a:lnTo>
                  <a:pt x="0" y="0"/>
                </a:lnTo>
                <a:lnTo>
                  <a:pt x="9525" y="0"/>
                </a:lnTo>
                <a:lnTo>
                  <a:pt x="9525" y="9525"/>
                </a:lnTo>
                <a:close/>
              </a:path>
            </a:pathLst>
          </a:custGeom>
          <a:solidFill>
            <a:srgbClr val="C7C6C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7" name="object 77"/>
          <p:cNvSpPr/>
          <p:nvPr/>
        </p:nvSpPr>
        <p:spPr>
          <a:xfrm>
            <a:off x="8334376" y="4506692"/>
            <a:ext cx="9525" cy="9525"/>
          </a:xfrm>
          <a:custGeom>
            <a:avLst/>
            <a:gdLst/>
            <a:ahLst/>
            <a:cxnLst/>
            <a:rect l="l" t="t" r="r" b="b"/>
            <a:pathLst>
              <a:path w="9525" h="9525">
                <a:moveTo>
                  <a:pt x="9525" y="9525"/>
                </a:moveTo>
                <a:lnTo>
                  <a:pt x="0" y="9525"/>
                </a:lnTo>
                <a:lnTo>
                  <a:pt x="0" y="0"/>
                </a:lnTo>
                <a:lnTo>
                  <a:pt x="9525" y="0"/>
                </a:lnTo>
                <a:lnTo>
                  <a:pt x="9525" y="9525"/>
                </a:lnTo>
                <a:close/>
              </a:path>
            </a:pathLst>
          </a:custGeom>
          <a:solidFill>
            <a:srgbClr val="C7C6C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8" name="object 78"/>
          <p:cNvSpPr/>
          <p:nvPr/>
        </p:nvSpPr>
        <p:spPr>
          <a:xfrm>
            <a:off x="8391526" y="4506692"/>
            <a:ext cx="9525" cy="9525"/>
          </a:xfrm>
          <a:custGeom>
            <a:avLst/>
            <a:gdLst/>
            <a:ahLst/>
            <a:cxnLst/>
            <a:rect l="l" t="t" r="r" b="b"/>
            <a:pathLst>
              <a:path w="9525" h="9525">
                <a:moveTo>
                  <a:pt x="9525" y="9525"/>
                </a:moveTo>
                <a:lnTo>
                  <a:pt x="0" y="9525"/>
                </a:lnTo>
                <a:lnTo>
                  <a:pt x="0" y="0"/>
                </a:lnTo>
                <a:lnTo>
                  <a:pt x="9525" y="0"/>
                </a:lnTo>
                <a:lnTo>
                  <a:pt x="9525" y="9525"/>
                </a:lnTo>
                <a:close/>
              </a:path>
            </a:pathLst>
          </a:custGeom>
          <a:solidFill>
            <a:srgbClr val="C7C6C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9" name="object 79"/>
          <p:cNvSpPr/>
          <p:nvPr/>
        </p:nvSpPr>
        <p:spPr>
          <a:xfrm>
            <a:off x="8448676" y="4506692"/>
            <a:ext cx="9525" cy="9525"/>
          </a:xfrm>
          <a:custGeom>
            <a:avLst/>
            <a:gdLst/>
            <a:ahLst/>
            <a:cxnLst/>
            <a:rect l="l" t="t" r="r" b="b"/>
            <a:pathLst>
              <a:path w="9525" h="9525">
                <a:moveTo>
                  <a:pt x="9525" y="9525"/>
                </a:moveTo>
                <a:lnTo>
                  <a:pt x="0" y="9525"/>
                </a:lnTo>
                <a:lnTo>
                  <a:pt x="0" y="0"/>
                </a:lnTo>
                <a:lnTo>
                  <a:pt x="9525" y="0"/>
                </a:lnTo>
                <a:lnTo>
                  <a:pt x="9525" y="9525"/>
                </a:lnTo>
                <a:close/>
              </a:path>
            </a:pathLst>
          </a:custGeom>
          <a:solidFill>
            <a:srgbClr val="C7C6C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0" name="object 80"/>
          <p:cNvSpPr/>
          <p:nvPr/>
        </p:nvSpPr>
        <p:spPr>
          <a:xfrm>
            <a:off x="8505826" y="4506692"/>
            <a:ext cx="9525" cy="9525"/>
          </a:xfrm>
          <a:custGeom>
            <a:avLst/>
            <a:gdLst/>
            <a:ahLst/>
            <a:cxnLst/>
            <a:rect l="l" t="t" r="r" b="b"/>
            <a:pathLst>
              <a:path w="9525" h="9525">
                <a:moveTo>
                  <a:pt x="9525" y="9525"/>
                </a:moveTo>
                <a:lnTo>
                  <a:pt x="0" y="9525"/>
                </a:lnTo>
                <a:lnTo>
                  <a:pt x="0" y="0"/>
                </a:lnTo>
                <a:lnTo>
                  <a:pt x="9525" y="0"/>
                </a:lnTo>
                <a:lnTo>
                  <a:pt x="9525" y="9525"/>
                </a:lnTo>
                <a:close/>
              </a:path>
            </a:pathLst>
          </a:custGeom>
          <a:solidFill>
            <a:srgbClr val="C7C6C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1" name="object 81"/>
          <p:cNvSpPr/>
          <p:nvPr/>
        </p:nvSpPr>
        <p:spPr>
          <a:xfrm>
            <a:off x="8562976" y="4506692"/>
            <a:ext cx="9525" cy="9525"/>
          </a:xfrm>
          <a:custGeom>
            <a:avLst/>
            <a:gdLst/>
            <a:ahLst/>
            <a:cxnLst/>
            <a:rect l="l" t="t" r="r" b="b"/>
            <a:pathLst>
              <a:path w="9525" h="9525">
                <a:moveTo>
                  <a:pt x="9525" y="9525"/>
                </a:moveTo>
                <a:lnTo>
                  <a:pt x="0" y="9525"/>
                </a:lnTo>
                <a:lnTo>
                  <a:pt x="0" y="0"/>
                </a:lnTo>
                <a:lnTo>
                  <a:pt x="9525" y="0"/>
                </a:lnTo>
                <a:lnTo>
                  <a:pt x="9525" y="9525"/>
                </a:lnTo>
                <a:close/>
              </a:path>
            </a:pathLst>
          </a:custGeom>
          <a:solidFill>
            <a:srgbClr val="C7C6C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2" name="object 82"/>
          <p:cNvSpPr/>
          <p:nvPr/>
        </p:nvSpPr>
        <p:spPr>
          <a:xfrm>
            <a:off x="8620126" y="4506692"/>
            <a:ext cx="9525" cy="9525"/>
          </a:xfrm>
          <a:custGeom>
            <a:avLst/>
            <a:gdLst/>
            <a:ahLst/>
            <a:cxnLst/>
            <a:rect l="l" t="t" r="r" b="b"/>
            <a:pathLst>
              <a:path w="9525" h="9525">
                <a:moveTo>
                  <a:pt x="9525" y="9525"/>
                </a:moveTo>
                <a:lnTo>
                  <a:pt x="0" y="9525"/>
                </a:lnTo>
                <a:lnTo>
                  <a:pt x="0" y="0"/>
                </a:lnTo>
                <a:lnTo>
                  <a:pt x="9525" y="0"/>
                </a:lnTo>
                <a:lnTo>
                  <a:pt x="9525" y="9525"/>
                </a:lnTo>
                <a:close/>
              </a:path>
            </a:pathLst>
          </a:custGeom>
          <a:solidFill>
            <a:srgbClr val="C7C6C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3" name="object 83"/>
          <p:cNvSpPr/>
          <p:nvPr/>
        </p:nvSpPr>
        <p:spPr>
          <a:xfrm>
            <a:off x="8677276" y="4506692"/>
            <a:ext cx="9525" cy="9525"/>
          </a:xfrm>
          <a:custGeom>
            <a:avLst/>
            <a:gdLst/>
            <a:ahLst/>
            <a:cxnLst/>
            <a:rect l="l" t="t" r="r" b="b"/>
            <a:pathLst>
              <a:path w="9525" h="9525">
                <a:moveTo>
                  <a:pt x="9525" y="9525"/>
                </a:moveTo>
                <a:lnTo>
                  <a:pt x="0" y="9525"/>
                </a:lnTo>
                <a:lnTo>
                  <a:pt x="0" y="0"/>
                </a:lnTo>
                <a:lnTo>
                  <a:pt x="9525" y="0"/>
                </a:lnTo>
                <a:lnTo>
                  <a:pt x="9525" y="9525"/>
                </a:lnTo>
                <a:close/>
              </a:path>
            </a:pathLst>
          </a:custGeom>
          <a:solidFill>
            <a:srgbClr val="C7C6C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4" name="object 84"/>
          <p:cNvSpPr/>
          <p:nvPr/>
        </p:nvSpPr>
        <p:spPr>
          <a:xfrm>
            <a:off x="8734426" y="4506692"/>
            <a:ext cx="9525" cy="9525"/>
          </a:xfrm>
          <a:custGeom>
            <a:avLst/>
            <a:gdLst/>
            <a:ahLst/>
            <a:cxnLst/>
            <a:rect l="l" t="t" r="r" b="b"/>
            <a:pathLst>
              <a:path w="9525" h="9525">
                <a:moveTo>
                  <a:pt x="9525" y="9525"/>
                </a:moveTo>
                <a:lnTo>
                  <a:pt x="0" y="9525"/>
                </a:lnTo>
                <a:lnTo>
                  <a:pt x="0" y="0"/>
                </a:lnTo>
                <a:lnTo>
                  <a:pt x="9525" y="0"/>
                </a:lnTo>
                <a:lnTo>
                  <a:pt x="9525" y="9525"/>
                </a:lnTo>
                <a:close/>
              </a:path>
            </a:pathLst>
          </a:custGeom>
          <a:solidFill>
            <a:srgbClr val="C7C6C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5" name="object 85"/>
          <p:cNvSpPr/>
          <p:nvPr/>
        </p:nvSpPr>
        <p:spPr>
          <a:xfrm>
            <a:off x="8791576" y="4506692"/>
            <a:ext cx="9525" cy="9525"/>
          </a:xfrm>
          <a:custGeom>
            <a:avLst/>
            <a:gdLst/>
            <a:ahLst/>
            <a:cxnLst/>
            <a:rect l="l" t="t" r="r" b="b"/>
            <a:pathLst>
              <a:path w="9525" h="9525">
                <a:moveTo>
                  <a:pt x="9525" y="9525"/>
                </a:moveTo>
                <a:lnTo>
                  <a:pt x="0" y="9525"/>
                </a:lnTo>
                <a:lnTo>
                  <a:pt x="0" y="0"/>
                </a:lnTo>
                <a:lnTo>
                  <a:pt x="9525" y="0"/>
                </a:lnTo>
                <a:lnTo>
                  <a:pt x="9525" y="9525"/>
                </a:lnTo>
                <a:close/>
              </a:path>
            </a:pathLst>
          </a:custGeom>
          <a:solidFill>
            <a:srgbClr val="C7C6C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6" name="object 86"/>
          <p:cNvSpPr/>
          <p:nvPr/>
        </p:nvSpPr>
        <p:spPr>
          <a:xfrm>
            <a:off x="8848726" y="4506692"/>
            <a:ext cx="9525" cy="9525"/>
          </a:xfrm>
          <a:custGeom>
            <a:avLst/>
            <a:gdLst/>
            <a:ahLst/>
            <a:cxnLst/>
            <a:rect l="l" t="t" r="r" b="b"/>
            <a:pathLst>
              <a:path w="9525" h="9525">
                <a:moveTo>
                  <a:pt x="9525" y="9525"/>
                </a:moveTo>
                <a:lnTo>
                  <a:pt x="0" y="9525"/>
                </a:lnTo>
                <a:lnTo>
                  <a:pt x="0" y="0"/>
                </a:lnTo>
                <a:lnTo>
                  <a:pt x="9525" y="0"/>
                </a:lnTo>
                <a:lnTo>
                  <a:pt x="9525" y="9525"/>
                </a:lnTo>
                <a:close/>
              </a:path>
            </a:pathLst>
          </a:custGeom>
          <a:solidFill>
            <a:srgbClr val="C7C6C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7" name="object 87"/>
          <p:cNvSpPr/>
          <p:nvPr/>
        </p:nvSpPr>
        <p:spPr>
          <a:xfrm>
            <a:off x="8905876" y="4506692"/>
            <a:ext cx="9525" cy="9525"/>
          </a:xfrm>
          <a:custGeom>
            <a:avLst/>
            <a:gdLst/>
            <a:ahLst/>
            <a:cxnLst/>
            <a:rect l="l" t="t" r="r" b="b"/>
            <a:pathLst>
              <a:path w="9525" h="9525">
                <a:moveTo>
                  <a:pt x="9525" y="9525"/>
                </a:moveTo>
                <a:lnTo>
                  <a:pt x="0" y="9525"/>
                </a:lnTo>
                <a:lnTo>
                  <a:pt x="0" y="0"/>
                </a:lnTo>
                <a:lnTo>
                  <a:pt x="9525" y="0"/>
                </a:lnTo>
                <a:lnTo>
                  <a:pt x="9525" y="9525"/>
                </a:lnTo>
                <a:close/>
              </a:path>
            </a:pathLst>
          </a:custGeom>
          <a:solidFill>
            <a:srgbClr val="C7C6C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8" name="object 88"/>
          <p:cNvSpPr/>
          <p:nvPr/>
        </p:nvSpPr>
        <p:spPr>
          <a:xfrm>
            <a:off x="8963026" y="4506692"/>
            <a:ext cx="9525" cy="9525"/>
          </a:xfrm>
          <a:custGeom>
            <a:avLst/>
            <a:gdLst/>
            <a:ahLst/>
            <a:cxnLst/>
            <a:rect l="l" t="t" r="r" b="b"/>
            <a:pathLst>
              <a:path w="9525" h="9525">
                <a:moveTo>
                  <a:pt x="9525" y="9525"/>
                </a:moveTo>
                <a:lnTo>
                  <a:pt x="0" y="9525"/>
                </a:lnTo>
                <a:lnTo>
                  <a:pt x="0" y="0"/>
                </a:lnTo>
                <a:lnTo>
                  <a:pt x="9525" y="0"/>
                </a:lnTo>
                <a:lnTo>
                  <a:pt x="9525" y="9525"/>
                </a:lnTo>
                <a:close/>
              </a:path>
            </a:pathLst>
          </a:custGeom>
          <a:solidFill>
            <a:srgbClr val="C7C6C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9" name="object 89"/>
          <p:cNvSpPr/>
          <p:nvPr/>
        </p:nvSpPr>
        <p:spPr>
          <a:xfrm>
            <a:off x="9020176" y="4506692"/>
            <a:ext cx="9525" cy="9525"/>
          </a:xfrm>
          <a:custGeom>
            <a:avLst/>
            <a:gdLst/>
            <a:ahLst/>
            <a:cxnLst/>
            <a:rect l="l" t="t" r="r" b="b"/>
            <a:pathLst>
              <a:path w="9525" h="9525">
                <a:moveTo>
                  <a:pt x="9525" y="9525"/>
                </a:moveTo>
                <a:lnTo>
                  <a:pt x="0" y="9525"/>
                </a:lnTo>
                <a:lnTo>
                  <a:pt x="0" y="0"/>
                </a:lnTo>
                <a:lnTo>
                  <a:pt x="9525" y="0"/>
                </a:lnTo>
                <a:lnTo>
                  <a:pt x="9525" y="9525"/>
                </a:lnTo>
                <a:close/>
              </a:path>
            </a:pathLst>
          </a:custGeom>
          <a:solidFill>
            <a:srgbClr val="C7C6C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0" name="object 90"/>
          <p:cNvSpPr/>
          <p:nvPr/>
        </p:nvSpPr>
        <p:spPr>
          <a:xfrm>
            <a:off x="9077326" y="4506692"/>
            <a:ext cx="9525" cy="9525"/>
          </a:xfrm>
          <a:custGeom>
            <a:avLst/>
            <a:gdLst/>
            <a:ahLst/>
            <a:cxnLst/>
            <a:rect l="l" t="t" r="r" b="b"/>
            <a:pathLst>
              <a:path w="9525" h="9525">
                <a:moveTo>
                  <a:pt x="9525" y="9525"/>
                </a:moveTo>
                <a:lnTo>
                  <a:pt x="0" y="9525"/>
                </a:lnTo>
                <a:lnTo>
                  <a:pt x="0" y="0"/>
                </a:lnTo>
                <a:lnTo>
                  <a:pt x="9525" y="0"/>
                </a:lnTo>
                <a:lnTo>
                  <a:pt x="9525" y="9525"/>
                </a:lnTo>
                <a:close/>
              </a:path>
            </a:pathLst>
          </a:custGeom>
          <a:solidFill>
            <a:srgbClr val="C7C6C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1" name="object 91"/>
          <p:cNvSpPr/>
          <p:nvPr/>
        </p:nvSpPr>
        <p:spPr>
          <a:xfrm>
            <a:off x="9134476" y="4506692"/>
            <a:ext cx="9525" cy="9525"/>
          </a:xfrm>
          <a:custGeom>
            <a:avLst/>
            <a:gdLst/>
            <a:ahLst/>
            <a:cxnLst/>
            <a:rect l="l" t="t" r="r" b="b"/>
            <a:pathLst>
              <a:path w="9525" h="9525">
                <a:moveTo>
                  <a:pt x="9525" y="9525"/>
                </a:moveTo>
                <a:lnTo>
                  <a:pt x="0" y="9525"/>
                </a:lnTo>
                <a:lnTo>
                  <a:pt x="0" y="0"/>
                </a:lnTo>
                <a:lnTo>
                  <a:pt x="9525" y="0"/>
                </a:lnTo>
                <a:lnTo>
                  <a:pt x="9525" y="9525"/>
                </a:lnTo>
                <a:close/>
              </a:path>
            </a:pathLst>
          </a:custGeom>
          <a:solidFill>
            <a:srgbClr val="C7C6C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2" name="object 92"/>
          <p:cNvSpPr/>
          <p:nvPr/>
        </p:nvSpPr>
        <p:spPr>
          <a:xfrm>
            <a:off x="9191626" y="4506692"/>
            <a:ext cx="9525" cy="9525"/>
          </a:xfrm>
          <a:custGeom>
            <a:avLst/>
            <a:gdLst/>
            <a:ahLst/>
            <a:cxnLst/>
            <a:rect l="l" t="t" r="r" b="b"/>
            <a:pathLst>
              <a:path w="9525" h="9525">
                <a:moveTo>
                  <a:pt x="9525" y="9525"/>
                </a:moveTo>
                <a:lnTo>
                  <a:pt x="0" y="9525"/>
                </a:lnTo>
                <a:lnTo>
                  <a:pt x="0" y="0"/>
                </a:lnTo>
                <a:lnTo>
                  <a:pt x="9525" y="0"/>
                </a:lnTo>
                <a:lnTo>
                  <a:pt x="9525" y="9525"/>
                </a:lnTo>
                <a:close/>
              </a:path>
            </a:pathLst>
          </a:custGeom>
          <a:solidFill>
            <a:srgbClr val="C7C6C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3" name="object 93"/>
          <p:cNvSpPr/>
          <p:nvPr/>
        </p:nvSpPr>
        <p:spPr>
          <a:xfrm>
            <a:off x="9248776" y="4506692"/>
            <a:ext cx="9525" cy="9525"/>
          </a:xfrm>
          <a:custGeom>
            <a:avLst/>
            <a:gdLst/>
            <a:ahLst/>
            <a:cxnLst/>
            <a:rect l="l" t="t" r="r" b="b"/>
            <a:pathLst>
              <a:path w="9525" h="9525">
                <a:moveTo>
                  <a:pt x="9525" y="9525"/>
                </a:moveTo>
                <a:lnTo>
                  <a:pt x="0" y="9525"/>
                </a:lnTo>
                <a:lnTo>
                  <a:pt x="0" y="0"/>
                </a:lnTo>
                <a:lnTo>
                  <a:pt x="9525" y="0"/>
                </a:lnTo>
                <a:lnTo>
                  <a:pt x="9525" y="9525"/>
                </a:lnTo>
                <a:close/>
              </a:path>
            </a:pathLst>
          </a:custGeom>
          <a:solidFill>
            <a:srgbClr val="C7C6C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4" name="object 94"/>
          <p:cNvSpPr/>
          <p:nvPr/>
        </p:nvSpPr>
        <p:spPr>
          <a:xfrm>
            <a:off x="9305926" y="4506692"/>
            <a:ext cx="9525" cy="9525"/>
          </a:xfrm>
          <a:custGeom>
            <a:avLst/>
            <a:gdLst/>
            <a:ahLst/>
            <a:cxnLst/>
            <a:rect l="l" t="t" r="r" b="b"/>
            <a:pathLst>
              <a:path w="9525" h="9525">
                <a:moveTo>
                  <a:pt x="9525" y="9525"/>
                </a:moveTo>
                <a:lnTo>
                  <a:pt x="0" y="9525"/>
                </a:lnTo>
                <a:lnTo>
                  <a:pt x="0" y="0"/>
                </a:lnTo>
                <a:lnTo>
                  <a:pt x="9525" y="0"/>
                </a:lnTo>
                <a:lnTo>
                  <a:pt x="9525" y="9525"/>
                </a:lnTo>
                <a:close/>
              </a:path>
            </a:pathLst>
          </a:custGeom>
          <a:solidFill>
            <a:srgbClr val="C7C6C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5" name="object 95"/>
          <p:cNvSpPr/>
          <p:nvPr/>
        </p:nvSpPr>
        <p:spPr>
          <a:xfrm>
            <a:off x="9363076" y="4506692"/>
            <a:ext cx="9525" cy="9525"/>
          </a:xfrm>
          <a:custGeom>
            <a:avLst/>
            <a:gdLst/>
            <a:ahLst/>
            <a:cxnLst/>
            <a:rect l="l" t="t" r="r" b="b"/>
            <a:pathLst>
              <a:path w="9525" h="9525">
                <a:moveTo>
                  <a:pt x="9525" y="9525"/>
                </a:moveTo>
                <a:lnTo>
                  <a:pt x="0" y="9525"/>
                </a:lnTo>
                <a:lnTo>
                  <a:pt x="0" y="0"/>
                </a:lnTo>
                <a:lnTo>
                  <a:pt x="9525" y="0"/>
                </a:lnTo>
                <a:lnTo>
                  <a:pt x="9525" y="9525"/>
                </a:lnTo>
                <a:close/>
              </a:path>
            </a:pathLst>
          </a:custGeom>
          <a:solidFill>
            <a:srgbClr val="C7C6C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6" name="object 96"/>
          <p:cNvSpPr/>
          <p:nvPr/>
        </p:nvSpPr>
        <p:spPr>
          <a:xfrm>
            <a:off x="9420226" y="4506692"/>
            <a:ext cx="9525" cy="9525"/>
          </a:xfrm>
          <a:custGeom>
            <a:avLst/>
            <a:gdLst/>
            <a:ahLst/>
            <a:cxnLst/>
            <a:rect l="l" t="t" r="r" b="b"/>
            <a:pathLst>
              <a:path w="9525" h="9525">
                <a:moveTo>
                  <a:pt x="9525" y="9525"/>
                </a:moveTo>
                <a:lnTo>
                  <a:pt x="0" y="9525"/>
                </a:lnTo>
                <a:lnTo>
                  <a:pt x="0" y="0"/>
                </a:lnTo>
                <a:lnTo>
                  <a:pt x="9525" y="0"/>
                </a:lnTo>
                <a:lnTo>
                  <a:pt x="9525" y="9525"/>
                </a:lnTo>
                <a:close/>
              </a:path>
            </a:pathLst>
          </a:custGeom>
          <a:solidFill>
            <a:srgbClr val="C7C6C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7" name="object 97"/>
          <p:cNvSpPr/>
          <p:nvPr/>
        </p:nvSpPr>
        <p:spPr>
          <a:xfrm>
            <a:off x="9477376" y="4506692"/>
            <a:ext cx="9525" cy="9525"/>
          </a:xfrm>
          <a:custGeom>
            <a:avLst/>
            <a:gdLst/>
            <a:ahLst/>
            <a:cxnLst/>
            <a:rect l="l" t="t" r="r" b="b"/>
            <a:pathLst>
              <a:path w="9525" h="9525">
                <a:moveTo>
                  <a:pt x="9525" y="9525"/>
                </a:moveTo>
                <a:lnTo>
                  <a:pt x="0" y="9525"/>
                </a:lnTo>
                <a:lnTo>
                  <a:pt x="0" y="0"/>
                </a:lnTo>
                <a:lnTo>
                  <a:pt x="9525" y="0"/>
                </a:lnTo>
                <a:lnTo>
                  <a:pt x="9525" y="9525"/>
                </a:lnTo>
                <a:close/>
              </a:path>
            </a:pathLst>
          </a:custGeom>
          <a:solidFill>
            <a:srgbClr val="C7C6C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8" name="object 98"/>
          <p:cNvSpPr/>
          <p:nvPr/>
        </p:nvSpPr>
        <p:spPr>
          <a:xfrm>
            <a:off x="9534526" y="4506692"/>
            <a:ext cx="9525" cy="9525"/>
          </a:xfrm>
          <a:custGeom>
            <a:avLst/>
            <a:gdLst/>
            <a:ahLst/>
            <a:cxnLst/>
            <a:rect l="l" t="t" r="r" b="b"/>
            <a:pathLst>
              <a:path w="9525" h="9525">
                <a:moveTo>
                  <a:pt x="9525" y="9525"/>
                </a:moveTo>
                <a:lnTo>
                  <a:pt x="0" y="9525"/>
                </a:lnTo>
                <a:lnTo>
                  <a:pt x="0" y="0"/>
                </a:lnTo>
                <a:lnTo>
                  <a:pt x="9525" y="0"/>
                </a:lnTo>
                <a:lnTo>
                  <a:pt x="9525" y="9525"/>
                </a:lnTo>
                <a:close/>
              </a:path>
            </a:pathLst>
          </a:custGeom>
          <a:solidFill>
            <a:srgbClr val="C7C6C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9" name="object 99"/>
          <p:cNvSpPr/>
          <p:nvPr/>
        </p:nvSpPr>
        <p:spPr>
          <a:xfrm>
            <a:off x="9591676" y="4506692"/>
            <a:ext cx="9525" cy="9525"/>
          </a:xfrm>
          <a:custGeom>
            <a:avLst/>
            <a:gdLst/>
            <a:ahLst/>
            <a:cxnLst/>
            <a:rect l="l" t="t" r="r" b="b"/>
            <a:pathLst>
              <a:path w="9525" h="9525">
                <a:moveTo>
                  <a:pt x="9525" y="9525"/>
                </a:moveTo>
                <a:lnTo>
                  <a:pt x="0" y="9525"/>
                </a:lnTo>
                <a:lnTo>
                  <a:pt x="0" y="0"/>
                </a:lnTo>
                <a:lnTo>
                  <a:pt x="9525" y="0"/>
                </a:lnTo>
                <a:lnTo>
                  <a:pt x="9525" y="9525"/>
                </a:lnTo>
                <a:close/>
              </a:path>
            </a:pathLst>
          </a:custGeom>
          <a:solidFill>
            <a:srgbClr val="C7C6C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0" name="object 100"/>
          <p:cNvSpPr/>
          <p:nvPr/>
        </p:nvSpPr>
        <p:spPr>
          <a:xfrm>
            <a:off x="9648826" y="4506692"/>
            <a:ext cx="9525" cy="9525"/>
          </a:xfrm>
          <a:custGeom>
            <a:avLst/>
            <a:gdLst/>
            <a:ahLst/>
            <a:cxnLst/>
            <a:rect l="l" t="t" r="r" b="b"/>
            <a:pathLst>
              <a:path w="9525" h="9525">
                <a:moveTo>
                  <a:pt x="9525" y="9525"/>
                </a:moveTo>
                <a:lnTo>
                  <a:pt x="0" y="9525"/>
                </a:lnTo>
                <a:lnTo>
                  <a:pt x="0" y="0"/>
                </a:lnTo>
                <a:lnTo>
                  <a:pt x="9525" y="0"/>
                </a:lnTo>
                <a:lnTo>
                  <a:pt x="9525" y="9525"/>
                </a:lnTo>
                <a:close/>
              </a:path>
            </a:pathLst>
          </a:custGeom>
          <a:solidFill>
            <a:srgbClr val="C7C6C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1" name="object 101"/>
          <p:cNvSpPr/>
          <p:nvPr/>
        </p:nvSpPr>
        <p:spPr>
          <a:xfrm>
            <a:off x="9705976" y="4506692"/>
            <a:ext cx="9525" cy="9525"/>
          </a:xfrm>
          <a:custGeom>
            <a:avLst/>
            <a:gdLst/>
            <a:ahLst/>
            <a:cxnLst/>
            <a:rect l="l" t="t" r="r" b="b"/>
            <a:pathLst>
              <a:path w="9525" h="9525">
                <a:moveTo>
                  <a:pt x="9525" y="9525"/>
                </a:moveTo>
                <a:lnTo>
                  <a:pt x="0" y="9525"/>
                </a:lnTo>
                <a:lnTo>
                  <a:pt x="0" y="0"/>
                </a:lnTo>
                <a:lnTo>
                  <a:pt x="9525" y="0"/>
                </a:lnTo>
                <a:lnTo>
                  <a:pt x="9525" y="9525"/>
                </a:lnTo>
                <a:close/>
              </a:path>
            </a:pathLst>
          </a:custGeom>
          <a:solidFill>
            <a:srgbClr val="C7C6C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2" name="object 102"/>
          <p:cNvSpPr/>
          <p:nvPr/>
        </p:nvSpPr>
        <p:spPr>
          <a:xfrm>
            <a:off x="9763126" y="4506692"/>
            <a:ext cx="9525" cy="9525"/>
          </a:xfrm>
          <a:custGeom>
            <a:avLst/>
            <a:gdLst/>
            <a:ahLst/>
            <a:cxnLst/>
            <a:rect l="l" t="t" r="r" b="b"/>
            <a:pathLst>
              <a:path w="9525" h="9525">
                <a:moveTo>
                  <a:pt x="9525" y="9525"/>
                </a:moveTo>
                <a:lnTo>
                  <a:pt x="0" y="9525"/>
                </a:lnTo>
                <a:lnTo>
                  <a:pt x="0" y="0"/>
                </a:lnTo>
                <a:lnTo>
                  <a:pt x="9525" y="0"/>
                </a:lnTo>
                <a:lnTo>
                  <a:pt x="9525" y="9525"/>
                </a:lnTo>
                <a:close/>
              </a:path>
            </a:pathLst>
          </a:custGeom>
          <a:solidFill>
            <a:srgbClr val="C7C6C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3" name="object 103"/>
          <p:cNvSpPr/>
          <p:nvPr/>
        </p:nvSpPr>
        <p:spPr>
          <a:xfrm>
            <a:off x="9820276" y="4506692"/>
            <a:ext cx="9525" cy="9525"/>
          </a:xfrm>
          <a:custGeom>
            <a:avLst/>
            <a:gdLst/>
            <a:ahLst/>
            <a:cxnLst/>
            <a:rect l="l" t="t" r="r" b="b"/>
            <a:pathLst>
              <a:path w="9525" h="9525">
                <a:moveTo>
                  <a:pt x="9525" y="9525"/>
                </a:moveTo>
                <a:lnTo>
                  <a:pt x="0" y="9525"/>
                </a:lnTo>
                <a:lnTo>
                  <a:pt x="0" y="0"/>
                </a:lnTo>
                <a:lnTo>
                  <a:pt x="9525" y="0"/>
                </a:lnTo>
                <a:lnTo>
                  <a:pt x="9525" y="9525"/>
                </a:lnTo>
                <a:close/>
              </a:path>
            </a:pathLst>
          </a:custGeom>
          <a:solidFill>
            <a:srgbClr val="C7C6C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4" name="object 104"/>
          <p:cNvSpPr/>
          <p:nvPr/>
        </p:nvSpPr>
        <p:spPr>
          <a:xfrm>
            <a:off x="9877426" y="4506692"/>
            <a:ext cx="9525" cy="9525"/>
          </a:xfrm>
          <a:custGeom>
            <a:avLst/>
            <a:gdLst/>
            <a:ahLst/>
            <a:cxnLst/>
            <a:rect l="l" t="t" r="r" b="b"/>
            <a:pathLst>
              <a:path w="9525" h="9525">
                <a:moveTo>
                  <a:pt x="9525" y="9525"/>
                </a:moveTo>
                <a:lnTo>
                  <a:pt x="0" y="9525"/>
                </a:lnTo>
                <a:lnTo>
                  <a:pt x="0" y="0"/>
                </a:lnTo>
                <a:lnTo>
                  <a:pt x="9525" y="0"/>
                </a:lnTo>
                <a:lnTo>
                  <a:pt x="9525" y="9525"/>
                </a:lnTo>
                <a:close/>
              </a:path>
            </a:pathLst>
          </a:custGeom>
          <a:solidFill>
            <a:srgbClr val="C7C6C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5" name="object 105"/>
          <p:cNvSpPr/>
          <p:nvPr/>
        </p:nvSpPr>
        <p:spPr>
          <a:xfrm>
            <a:off x="9934576" y="4506692"/>
            <a:ext cx="9525" cy="9525"/>
          </a:xfrm>
          <a:custGeom>
            <a:avLst/>
            <a:gdLst/>
            <a:ahLst/>
            <a:cxnLst/>
            <a:rect l="l" t="t" r="r" b="b"/>
            <a:pathLst>
              <a:path w="9525" h="9525">
                <a:moveTo>
                  <a:pt x="9525" y="9525"/>
                </a:moveTo>
                <a:lnTo>
                  <a:pt x="0" y="9525"/>
                </a:lnTo>
                <a:lnTo>
                  <a:pt x="0" y="0"/>
                </a:lnTo>
                <a:lnTo>
                  <a:pt x="9525" y="0"/>
                </a:lnTo>
                <a:lnTo>
                  <a:pt x="9525" y="9525"/>
                </a:lnTo>
                <a:close/>
              </a:path>
            </a:pathLst>
          </a:custGeom>
          <a:solidFill>
            <a:srgbClr val="C7C6C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6" name="object 106"/>
          <p:cNvSpPr/>
          <p:nvPr/>
        </p:nvSpPr>
        <p:spPr>
          <a:xfrm>
            <a:off x="9991726" y="4506692"/>
            <a:ext cx="9525" cy="9525"/>
          </a:xfrm>
          <a:custGeom>
            <a:avLst/>
            <a:gdLst/>
            <a:ahLst/>
            <a:cxnLst/>
            <a:rect l="l" t="t" r="r" b="b"/>
            <a:pathLst>
              <a:path w="9525" h="9525">
                <a:moveTo>
                  <a:pt x="9525" y="9525"/>
                </a:moveTo>
                <a:lnTo>
                  <a:pt x="0" y="9525"/>
                </a:lnTo>
                <a:lnTo>
                  <a:pt x="0" y="0"/>
                </a:lnTo>
                <a:lnTo>
                  <a:pt x="9525" y="0"/>
                </a:lnTo>
                <a:lnTo>
                  <a:pt x="9525" y="9525"/>
                </a:lnTo>
                <a:close/>
              </a:path>
            </a:pathLst>
          </a:custGeom>
          <a:solidFill>
            <a:srgbClr val="C7C6C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7" name="object 107"/>
          <p:cNvSpPr/>
          <p:nvPr/>
        </p:nvSpPr>
        <p:spPr>
          <a:xfrm>
            <a:off x="10048876" y="4506692"/>
            <a:ext cx="9525" cy="9525"/>
          </a:xfrm>
          <a:custGeom>
            <a:avLst/>
            <a:gdLst/>
            <a:ahLst/>
            <a:cxnLst/>
            <a:rect l="l" t="t" r="r" b="b"/>
            <a:pathLst>
              <a:path w="9525" h="9525">
                <a:moveTo>
                  <a:pt x="9525" y="9525"/>
                </a:moveTo>
                <a:lnTo>
                  <a:pt x="0" y="9525"/>
                </a:lnTo>
                <a:lnTo>
                  <a:pt x="0" y="0"/>
                </a:lnTo>
                <a:lnTo>
                  <a:pt x="9525" y="0"/>
                </a:lnTo>
                <a:lnTo>
                  <a:pt x="9525" y="9525"/>
                </a:lnTo>
                <a:close/>
              </a:path>
            </a:pathLst>
          </a:custGeom>
          <a:solidFill>
            <a:srgbClr val="C7C6C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8" name="object 108"/>
          <p:cNvSpPr/>
          <p:nvPr/>
        </p:nvSpPr>
        <p:spPr>
          <a:xfrm>
            <a:off x="10106026" y="4506692"/>
            <a:ext cx="9525" cy="9525"/>
          </a:xfrm>
          <a:custGeom>
            <a:avLst/>
            <a:gdLst/>
            <a:ahLst/>
            <a:cxnLst/>
            <a:rect l="l" t="t" r="r" b="b"/>
            <a:pathLst>
              <a:path w="9525" h="9525">
                <a:moveTo>
                  <a:pt x="9525" y="9525"/>
                </a:moveTo>
                <a:lnTo>
                  <a:pt x="0" y="9525"/>
                </a:lnTo>
                <a:lnTo>
                  <a:pt x="0" y="0"/>
                </a:lnTo>
                <a:lnTo>
                  <a:pt x="9525" y="0"/>
                </a:lnTo>
                <a:lnTo>
                  <a:pt x="9525" y="9525"/>
                </a:lnTo>
                <a:close/>
              </a:path>
            </a:pathLst>
          </a:custGeom>
          <a:solidFill>
            <a:srgbClr val="C7C6C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9" name="object 109"/>
          <p:cNvSpPr txBox="1"/>
          <p:nvPr/>
        </p:nvSpPr>
        <p:spPr>
          <a:xfrm>
            <a:off x="2917280" y="4421066"/>
            <a:ext cx="305435" cy="151323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spcBef>
                <a:spcPts val="100"/>
              </a:spcBef>
            </a:pPr>
            <a:r>
              <a:rPr sz="900" spc="-10" dirty="0">
                <a:solidFill>
                  <a:srgbClr val="605D5C"/>
                </a:solidFill>
                <a:latin typeface="Segoe UI"/>
                <a:cs typeface="Segoe UI"/>
              </a:rPr>
              <a:t>0.1bn</a:t>
            </a:r>
            <a:endParaRPr sz="900">
              <a:latin typeface="Segoe UI"/>
              <a:cs typeface="Segoe UI"/>
            </a:endParaRPr>
          </a:p>
        </p:txBody>
      </p:sp>
      <p:sp>
        <p:nvSpPr>
          <p:cNvPr id="110" name="object 110"/>
          <p:cNvSpPr/>
          <p:nvPr/>
        </p:nvSpPr>
        <p:spPr>
          <a:xfrm>
            <a:off x="3305176" y="3776804"/>
            <a:ext cx="9525" cy="9525"/>
          </a:xfrm>
          <a:custGeom>
            <a:avLst/>
            <a:gdLst/>
            <a:ahLst/>
            <a:cxnLst/>
            <a:rect l="l" t="t" r="r" b="b"/>
            <a:pathLst>
              <a:path w="9525" h="9525">
                <a:moveTo>
                  <a:pt x="9525" y="9525"/>
                </a:moveTo>
                <a:lnTo>
                  <a:pt x="0" y="9525"/>
                </a:lnTo>
                <a:lnTo>
                  <a:pt x="0" y="0"/>
                </a:lnTo>
                <a:lnTo>
                  <a:pt x="9525" y="0"/>
                </a:lnTo>
                <a:lnTo>
                  <a:pt x="9525" y="9525"/>
                </a:lnTo>
                <a:close/>
              </a:path>
            </a:pathLst>
          </a:custGeom>
          <a:solidFill>
            <a:srgbClr val="C7C6C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1" name="object 111"/>
          <p:cNvSpPr/>
          <p:nvPr/>
        </p:nvSpPr>
        <p:spPr>
          <a:xfrm>
            <a:off x="3590926" y="3776804"/>
            <a:ext cx="9525" cy="9525"/>
          </a:xfrm>
          <a:custGeom>
            <a:avLst/>
            <a:gdLst/>
            <a:ahLst/>
            <a:cxnLst/>
            <a:rect l="l" t="t" r="r" b="b"/>
            <a:pathLst>
              <a:path w="9525" h="9525">
                <a:moveTo>
                  <a:pt x="9525" y="9525"/>
                </a:moveTo>
                <a:lnTo>
                  <a:pt x="0" y="9525"/>
                </a:lnTo>
                <a:lnTo>
                  <a:pt x="0" y="0"/>
                </a:lnTo>
                <a:lnTo>
                  <a:pt x="9525" y="0"/>
                </a:lnTo>
                <a:lnTo>
                  <a:pt x="9525" y="9525"/>
                </a:lnTo>
                <a:close/>
              </a:path>
            </a:pathLst>
          </a:custGeom>
          <a:solidFill>
            <a:srgbClr val="C7C6C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2" name="object 112"/>
          <p:cNvSpPr/>
          <p:nvPr/>
        </p:nvSpPr>
        <p:spPr>
          <a:xfrm>
            <a:off x="3648076" y="3776804"/>
            <a:ext cx="9525" cy="9525"/>
          </a:xfrm>
          <a:custGeom>
            <a:avLst/>
            <a:gdLst/>
            <a:ahLst/>
            <a:cxnLst/>
            <a:rect l="l" t="t" r="r" b="b"/>
            <a:pathLst>
              <a:path w="9525" h="9525">
                <a:moveTo>
                  <a:pt x="9525" y="9525"/>
                </a:moveTo>
                <a:lnTo>
                  <a:pt x="0" y="9525"/>
                </a:lnTo>
                <a:lnTo>
                  <a:pt x="0" y="0"/>
                </a:lnTo>
                <a:lnTo>
                  <a:pt x="9525" y="0"/>
                </a:lnTo>
                <a:lnTo>
                  <a:pt x="9525" y="9525"/>
                </a:lnTo>
                <a:close/>
              </a:path>
            </a:pathLst>
          </a:custGeom>
          <a:solidFill>
            <a:srgbClr val="C7C6C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3" name="object 113"/>
          <p:cNvSpPr/>
          <p:nvPr/>
        </p:nvSpPr>
        <p:spPr>
          <a:xfrm>
            <a:off x="3705226" y="3776804"/>
            <a:ext cx="9525" cy="9525"/>
          </a:xfrm>
          <a:custGeom>
            <a:avLst/>
            <a:gdLst/>
            <a:ahLst/>
            <a:cxnLst/>
            <a:rect l="l" t="t" r="r" b="b"/>
            <a:pathLst>
              <a:path w="9525" h="9525">
                <a:moveTo>
                  <a:pt x="9525" y="9525"/>
                </a:moveTo>
                <a:lnTo>
                  <a:pt x="0" y="9525"/>
                </a:lnTo>
                <a:lnTo>
                  <a:pt x="0" y="0"/>
                </a:lnTo>
                <a:lnTo>
                  <a:pt x="9525" y="0"/>
                </a:lnTo>
                <a:lnTo>
                  <a:pt x="9525" y="9525"/>
                </a:lnTo>
                <a:close/>
              </a:path>
            </a:pathLst>
          </a:custGeom>
          <a:solidFill>
            <a:srgbClr val="C7C6C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4" name="object 114"/>
          <p:cNvSpPr/>
          <p:nvPr/>
        </p:nvSpPr>
        <p:spPr>
          <a:xfrm>
            <a:off x="3762376" y="3776804"/>
            <a:ext cx="9525" cy="9525"/>
          </a:xfrm>
          <a:custGeom>
            <a:avLst/>
            <a:gdLst/>
            <a:ahLst/>
            <a:cxnLst/>
            <a:rect l="l" t="t" r="r" b="b"/>
            <a:pathLst>
              <a:path w="9525" h="9525">
                <a:moveTo>
                  <a:pt x="9525" y="9525"/>
                </a:moveTo>
                <a:lnTo>
                  <a:pt x="0" y="9525"/>
                </a:lnTo>
                <a:lnTo>
                  <a:pt x="0" y="0"/>
                </a:lnTo>
                <a:lnTo>
                  <a:pt x="9525" y="0"/>
                </a:lnTo>
                <a:lnTo>
                  <a:pt x="9525" y="9525"/>
                </a:lnTo>
                <a:close/>
              </a:path>
            </a:pathLst>
          </a:custGeom>
          <a:solidFill>
            <a:srgbClr val="C7C6C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5" name="object 115"/>
          <p:cNvSpPr/>
          <p:nvPr/>
        </p:nvSpPr>
        <p:spPr>
          <a:xfrm>
            <a:off x="3819526" y="3776804"/>
            <a:ext cx="9525" cy="9525"/>
          </a:xfrm>
          <a:custGeom>
            <a:avLst/>
            <a:gdLst/>
            <a:ahLst/>
            <a:cxnLst/>
            <a:rect l="l" t="t" r="r" b="b"/>
            <a:pathLst>
              <a:path w="9525" h="9525">
                <a:moveTo>
                  <a:pt x="9525" y="9525"/>
                </a:moveTo>
                <a:lnTo>
                  <a:pt x="0" y="9525"/>
                </a:lnTo>
                <a:lnTo>
                  <a:pt x="0" y="0"/>
                </a:lnTo>
                <a:lnTo>
                  <a:pt x="9525" y="0"/>
                </a:lnTo>
                <a:lnTo>
                  <a:pt x="9525" y="9525"/>
                </a:lnTo>
                <a:close/>
              </a:path>
            </a:pathLst>
          </a:custGeom>
          <a:solidFill>
            <a:srgbClr val="C7C6C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6" name="object 116"/>
          <p:cNvSpPr/>
          <p:nvPr/>
        </p:nvSpPr>
        <p:spPr>
          <a:xfrm>
            <a:off x="3876676" y="3776804"/>
            <a:ext cx="9525" cy="9525"/>
          </a:xfrm>
          <a:custGeom>
            <a:avLst/>
            <a:gdLst/>
            <a:ahLst/>
            <a:cxnLst/>
            <a:rect l="l" t="t" r="r" b="b"/>
            <a:pathLst>
              <a:path w="9525" h="9525">
                <a:moveTo>
                  <a:pt x="9525" y="9525"/>
                </a:moveTo>
                <a:lnTo>
                  <a:pt x="0" y="9525"/>
                </a:lnTo>
                <a:lnTo>
                  <a:pt x="0" y="0"/>
                </a:lnTo>
                <a:lnTo>
                  <a:pt x="9525" y="0"/>
                </a:lnTo>
                <a:lnTo>
                  <a:pt x="9525" y="9525"/>
                </a:lnTo>
                <a:close/>
              </a:path>
            </a:pathLst>
          </a:custGeom>
          <a:solidFill>
            <a:srgbClr val="C7C6C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7" name="object 117"/>
          <p:cNvSpPr/>
          <p:nvPr/>
        </p:nvSpPr>
        <p:spPr>
          <a:xfrm>
            <a:off x="3933826" y="3776804"/>
            <a:ext cx="9525" cy="9525"/>
          </a:xfrm>
          <a:custGeom>
            <a:avLst/>
            <a:gdLst/>
            <a:ahLst/>
            <a:cxnLst/>
            <a:rect l="l" t="t" r="r" b="b"/>
            <a:pathLst>
              <a:path w="9525" h="9525">
                <a:moveTo>
                  <a:pt x="9525" y="9525"/>
                </a:moveTo>
                <a:lnTo>
                  <a:pt x="0" y="9525"/>
                </a:lnTo>
                <a:lnTo>
                  <a:pt x="0" y="0"/>
                </a:lnTo>
                <a:lnTo>
                  <a:pt x="9525" y="0"/>
                </a:lnTo>
                <a:lnTo>
                  <a:pt x="9525" y="9525"/>
                </a:lnTo>
                <a:close/>
              </a:path>
            </a:pathLst>
          </a:custGeom>
          <a:solidFill>
            <a:srgbClr val="C7C6C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8" name="object 118"/>
          <p:cNvSpPr/>
          <p:nvPr/>
        </p:nvSpPr>
        <p:spPr>
          <a:xfrm>
            <a:off x="3990976" y="3776804"/>
            <a:ext cx="9525" cy="9525"/>
          </a:xfrm>
          <a:custGeom>
            <a:avLst/>
            <a:gdLst/>
            <a:ahLst/>
            <a:cxnLst/>
            <a:rect l="l" t="t" r="r" b="b"/>
            <a:pathLst>
              <a:path w="9525" h="9525">
                <a:moveTo>
                  <a:pt x="9525" y="9525"/>
                </a:moveTo>
                <a:lnTo>
                  <a:pt x="0" y="9525"/>
                </a:lnTo>
                <a:lnTo>
                  <a:pt x="0" y="0"/>
                </a:lnTo>
                <a:lnTo>
                  <a:pt x="9525" y="0"/>
                </a:lnTo>
                <a:lnTo>
                  <a:pt x="9525" y="9525"/>
                </a:lnTo>
                <a:close/>
              </a:path>
            </a:pathLst>
          </a:custGeom>
          <a:solidFill>
            <a:srgbClr val="C7C6C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9" name="object 119"/>
          <p:cNvSpPr/>
          <p:nvPr/>
        </p:nvSpPr>
        <p:spPr>
          <a:xfrm>
            <a:off x="4048126" y="3776804"/>
            <a:ext cx="9525" cy="9525"/>
          </a:xfrm>
          <a:custGeom>
            <a:avLst/>
            <a:gdLst/>
            <a:ahLst/>
            <a:cxnLst/>
            <a:rect l="l" t="t" r="r" b="b"/>
            <a:pathLst>
              <a:path w="9525" h="9525">
                <a:moveTo>
                  <a:pt x="9525" y="9525"/>
                </a:moveTo>
                <a:lnTo>
                  <a:pt x="0" y="9525"/>
                </a:lnTo>
                <a:lnTo>
                  <a:pt x="0" y="0"/>
                </a:lnTo>
                <a:lnTo>
                  <a:pt x="9525" y="0"/>
                </a:lnTo>
                <a:lnTo>
                  <a:pt x="9525" y="9525"/>
                </a:lnTo>
                <a:close/>
              </a:path>
            </a:pathLst>
          </a:custGeom>
          <a:solidFill>
            <a:srgbClr val="C7C6C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20" name="object 120"/>
          <p:cNvSpPr/>
          <p:nvPr/>
        </p:nvSpPr>
        <p:spPr>
          <a:xfrm>
            <a:off x="4105276" y="3776804"/>
            <a:ext cx="9525" cy="9525"/>
          </a:xfrm>
          <a:custGeom>
            <a:avLst/>
            <a:gdLst/>
            <a:ahLst/>
            <a:cxnLst/>
            <a:rect l="l" t="t" r="r" b="b"/>
            <a:pathLst>
              <a:path w="9525" h="9525">
                <a:moveTo>
                  <a:pt x="9525" y="9525"/>
                </a:moveTo>
                <a:lnTo>
                  <a:pt x="0" y="9525"/>
                </a:lnTo>
                <a:lnTo>
                  <a:pt x="0" y="0"/>
                </a:lnTo>
                <a:lnTo>
                  <a:pt x="9525" y="0"/>
                </a:lnTo>
                <a:lnTo>
                  <a:pt x="9525" y="9525"/>
                </a:lnTo>
                <a:close/>
              </a:path>
            </a:pathLst>
          </a:custGeom>
          <a:solidFill>
            <a:srgbClr val="C7C6C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21" name="object 121"/>
          <p:cNvSpPr/>
          <p:nvPr/>
        </p:nvSpPr>
        <p:spPr>
          <a:xfrm>
            <a:off x="4162426" y="3776804"/>
            <a:ext cx="9525" cy="9525"/>
          </a:xfrm>
          <a:custGeom>
            <a:avLst/>
            <a:gdLst/>
            <a:ahLst/>
            <a:cxnLst/>
            <a:rect l="l" t="t" r="r" b="b"/>
            <a:pathLst>
              <a:path w="9525" h="9525">
                <a:moveTo>
                  <a:pt x="9525" y="9525"/>
                </a:moveTo>
                <a:lnTo>
                  <a:pt x="0" y="9525"/>
                </a:lnTo>
                <a:lnTo>
                  <a:pt x="0" y="0"/>
                </a:lnTo>
                <a:lnTo>
                  <a:pt x="9525" y="0"/>
                </a:lnTo>
                <a:lnTo>
                  <a:pt x="9525" y="9525"/>
                </a:lnTo>
                <a:close/>
              </a:path>
            </a:pathLst>
          </a:custGeom>
          <a:solidFill>
            <a:srgbClr val="C7C6C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22" name="object 122"/>
          <p:cNvSpPr/>
          <p:nvPr/>
        </p:nvSpPr>
        <p:spPr>
          <a:xfrm>
            <a:off x="4219576" y="3776804"/>
            <a:ext cx="9525" cy="9525"/>
          </a:xfrm>
          <a:custGeom>
            <a:avLst/>
            <a:gdLst/>
            <a:ahLst/>
            <a:cxnLst/>
            <a:rect l="l" t="t" r="r" b="b"/>
            <a:pathLst>
              <a:path w="9525" h="9525">
                <a:moveTo>
                  <a:pt x="9525" y="9525"/>
                </a:moveTo>
                <a:lnTo>
                  <a:pt x="0" y="9525"/>
                </a:lnTo>
                <a:lnTo>
                  <a:pt x="0" y="0"/>
                </a:lnTo>
                <a:lnTo>
                  <a:pt x="9525" y="0"/>
                </a:lnTo>
                <a:lnTo>
                  <a:pt x="9525" y="9525"/>
                </a:lnTo>
                <a:close/>
              </a:path>
            </a:pathLst>
          </a:custGeom>
          <a:solidFill>
            <a:srgbClr val="C7C6C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23" name="object 123"/>
          <p:cNvSpPr/>
          <p:nvPr/>
        </p:nvSpPr>
        <p:spPr>
          <a:xfrm>
            <a:off x="4276726" y="3776804"/>
            <a:ext cx="9525" cy="9525"/>
          </a:xfrm>
          <a:custGeom>
            <a:avLst/>
            <a:gdLst/>
            <a:ahLst/>
            <a:cxnLst/>
            <a:rect l="l" t="t" r="r" b="b"/>
            <a:pathLst>
              <a:path w="9525" h="9525">
                <a:moveTo>
                  <a:pt x="9525" y="9525"/>
                </a:moveTo>
                <a:lnTo>
                  <a:pt x="0" y="9525"/>
                </a:lnTo>
                <a:lnTo>
                  <a:pt x="0" y="0"/>
                </a:lnTo>
                <a:lnTo>
                  <a:pt x="9525" y="0"/>
                </a:lnTo>
                <a:lnTo>
                  <a:pt x="9525" y="9525"/>
                </a:lnTo>
                <a:close/>
              </a:path>
            </a:pathLst>
          </a:custGeom>
          <a:solidFill>
            <a:srgbClr val="C7C6C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24" name="object 124"/>
          <p:cNvSpPr/>
          <p:nvPr/>
        </p:nvSpPr>
        <p:spPr>
          <a:xfrm>
            <a:off x="4333876" y="3776804"/>
            <a:ext cx="9525" cy="9525"/>
          </a:xfrm>
          <a:custGeom>
            <a:avLst/>
            <a:gdLst/>
            <a:ahLst/>
            <a:cxnLst/>
            <a:rect l="l" t="t" r="r" b="b"/>
            <a:pathLst>
              <a:path w="9525" h="9525">
                <a:moveTo>
                  <a:pt x="9525" y="9525"/>
                </a:moveTo>
                <a:lnTo>
                  <a:pt x="0" y="9525"/>
                </a:lnTo>
                <a:lnTo>
                  <a:pt x="0" y="0"/>
                </a:lnTo>
                <a:lnTo>
                  <a:pt x="9525" y="0"/>
                </a:lnTo>
                <a:lnTo>
                  <a:pt x="9525" y="9525"/>
                </a:lnTo>
                <a:close/>
              </a:path>
            </a:pathLst>
          </a:custGeom>
          <a:solidFill>
            <a:srgbClr val="C7C6C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25" name="object 125"/>
          <p:cNvSpPr/>
          <p:nvPr/>
        </p:nvSpPr>
        <p:spPr>
          <a:xfrm>
            <a:off x="4391026" y="3776804"/>
            <a:ext cx="9525" cy="9525"/>
          </a:xfrm>
          <a:custGeom>
            <a:avLst/>
            <a:gdLst/>
            <a:ahLst/>
            <a:cxnLst/>
            <a:rect l="l" t="t" r="r" b="b"/>
            <a:pathLst>
              <a:path w="9525" h="9525">
                <a:moveTo>
                  <a:pt x="9525" y="9525"/>
                </a:moveTo>
                <a:lnTo>
                  <a:pt x="0" y="9525"/>
                </a:lnTo>
                <a:lnTo>
                  <a:pt x="0" y="0"/>
                </a:lnTo>
                <a:lnTo>
                  <a:pt x="9525" y="0"/>
                </a:lnTo>
                <a:lnTo>
                  <a:pt x="9525" y="9525"/>
                </a:lnTo>
                <a:close/>
              </a:path>
            </a:pathLst>
          </a:custGeom>
          <a:solidFill>
            <a:srgbClr val="C7C6C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26" name="object 126"/>
          <p:cNvSpPr/>
          <p:nvPr/>
        </p:nvSpPr>
        <p:spPr>
          <a:xfrm>
            <a:off x="4448176" y="3776804"/>
            <a:ext cx="9525" cy="9525"/>
          </a:xfrm>
          <a:custGeom>
            <a:avLst/>
            <a:gdLst/>
            <a:ahLst/>
            <a:cxnLst/>
            <a:rect l="l" t="t" r="r" b="b"/>
            <a:pathLst>
              <a:path w="9525" h="9525">
                <a:moveTo>
                  <a:pt x="9525" y="9525"/>
                </a:moveTo>
                <a:lnTo>
                  <a:pt x="0" y="9525"/>
                </a:lnTo>
                <a:lnTo>
                  <a:pt x="0" y="0"/>
                </a:lnTo>
                <a:lnTo>
                  <a:pt x="9525" y="0"/>
                </a:lnTo>
                <a:lnTo>
                  <a:pt x="9525" y="9525"/>
                </a:lnTo>
                <a:close/>
              </a:path>
            </a:pathLst>
          </a:custGeom>
          <a:solidFill>
            <a:srgbClr val="C7C6C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27" name="object 127"/>
          <p:cNvSpPr/>
          <p:nvPr/>
        </p:nvSpPr>
        <p:spPr>
          <a:xfrm>
            <a:off x="4505326" y="3776804"/>
            <a:ext cx="9525" cy="9525"/>
          </a:xfrm>
          <a:custGeom>
            <a:avLst/>
            <a:gdLst/>
            <a:ahLst/>
            <a:cxnLst/>
            <a:rect l="l" t="t" r="r" b="b"/>
            <a:pathLst>
              <a:path w="9525" h="9525">
                <a:moveTo>
                  <a:pt x="9525" y="9525"/>
                </a:moveTo>
                <a:lnTo>
                  <a:pt x="0" y="9525"/>
                </a:lnTo>
                <a:lnTo>
                  <a:pt x="0" y="0"/>
                </a:lnTo>
                <a:lnTo>
                  <a:pt x="9525" y="0"/>
                </a:lnTo>
                <a:lnTo>
                  <a:pt x="9525" y="9525"/>
                </a:lnTo>
                <a:close/>
              </a:path>
            </a:pathLst>
          </a:custGeom>
          <a:solidFill>
            <a:srgbClr val="C7C6C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28" name="object 128"/>
          <p:cNvSpPr/>
          <p:nvPr/>
        </p:nvSpPr>
        <p:spPr>
          <a:xfrm>
            <a:off x="4562476" y="3776804"/>
            <a:ext cx="9525" cy="9525"/>
          </a:xfrm>
          <a:custGeom>
            <a:avLst/>
            <a:gdLst/>
            <a:ahLst/>
            <a:cxnLst/>
            <a:rect l="l" t="t" r="r" b="b"/>
            <a:pathLst>
              <a:path w="9525" h="9525">
                <a:moveTo>
                  <a:pt x="9525" y="9525"/>
                </a:moveTo>
                <a:lnTo>
                  <a:pt x="0" y="9525"/>
                </a:lnTo>
                <a:lnTo>
                  <a:pt x="0" y="0"/>
                </a:lnTo>
                <a:lnTo>
                  <a:pt x="9525" y="0"/>
                </a:lnTo>
                <a:lnTo>
                  <a:pt x="9525" y="9525"/>
                </a:lnTo>
                <a:close/>
              </a:path>
            </a:pathLst>
          </a:custGeom>
          <a:solidFill>
            <a:srgbClr val="C7C6C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29" name="object 129"/>
          <p:cNvSpPr/>
          <p:nvPr/>
        </p:nvSpPr>
        <p:spPr>
          <a:xfrm>
            <a:off x="4619626" y="3776804"/>
            <a:ext cx="9525" cy="9525"/>
          </a:xfrm>
          <a:custGeom>
            <a:avLst/>
            <a:gdLst/>
            <a:ahLst/>
            <a:cxnLst/>
            <a:rect l="l" t="t" r="r" b="b"/>
            <a:pathLst>
              <a:path w="9525" h="9525">
                <a:moveTo>
                  <a:pt x="9525" y="9525"/>
                </a:moveTo>
                <a:lnTo>
                  <a:pt x="0" y="9525"/>
                </a:lnTo>
                <a:lnTo>
                  <a:pt x="0" y="0"/>
                </a:lnTo>
                <a:lnTo>
                  <a:pt x="9525" y="0"/>
                </a:lnTo>
                <a:lnTo>
                  <a:pt x="9525" y="9525"/>
                </a:lnTo>
                <a:close/>
              </a:path>
            </a:pathLst>
          </a:custGeom>
          <a:solidFill>
            <a:srgbClr val="C7C6C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30" name="object 130"/>
          <p:cNvSpPr/>
          <p:nvPr/>
        </p:nvSpPr>
        <p:spPr>
          <a:xfrm>
            <a:off x="4676776" y="3776804"/>
            <a:ext cx="9525" cy="9525"/>
          </a:xfrm>
          <a:custGeom>
            <a:avLst/>
            <a:gdLst/>
            <a:ahLst/>
            <a:cxnLst/>
            <a:rect l="l" t="t" r="r" b="b"/>
            <a:pathLst>
              <a:path w="9525" h="9525">
                <a:moveTo>
                  <a:pt x="9525" y="9525"/>
                </a:moveTo>
                <a:lnTo>
                  <a:pt x="0" y="9525"/>
                </a:lnTo>
                <a:lnTo>
                  <a:pt x="0" y="0"/>
                </a:lnTo>
                <a:lnTo>
                  <a:pt x="9525" y="0"/>
                </a:lnTo>
                <a:lnTo>
                  <a:pt x="9525" y="9525"/>
                </a:lnTo>
                <a:close/>
              </a:path>
            </a:pathLst>
          </a:custGeom>
          <a:solidFill>
            <a:srgbClr val="C7C6C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31" name="object 131"/>
          <p:cNvSpPr/>
          <p:nvPr/>
        </p:nvSpPr>
        <p:spPr>
          <a:xfrm>
            <a:off x="4733926" y="3776804"/>
            <a:ext cx="9525" cy="9525"/>
          </a:xfrm>
          <a:custGeom>
            <a:avLst/>
            <a:gdLst/>
            <a:ahLst/>
            <a:cxnLst/>
            <a:rect l="l" t="t" r="r" b="b"/>
            <a:pathLst>
              <a:path w="9525" h="9525">
                <a:moveTo>
                  <a:pt x="9525" y="9525"/>
                </a:moveTo>
                <a:lnTo>
                  <a:pt x="0" y="9525"/>
                </a:lnTo>
                <a:lnTo>
                  <a:pt x="0" y="0"/>
                </a:lnTo>
                <a:lnTo>
                  <a:pt x="9525" y="0"/>
                </a:lnTo>
                <a:lnTo>
                  <a:pt x="9525" y="9525"/>
                </a:lnTo>
                <a:close/>
              </a:path>
            </a:pathLst>
          </a:custGeom>
          <a:solidFill>
            <a:srgbClr val="C7C6C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32" name="object 132"/>
          <p:cNvSpPr/>
          <p:nvPr/>
        </p:nvSpPr>
        <p:spPr>
          <a:xfrm>
            <a:off x="4791076" y="3776804"/>
            <a:ext cx="9525" cy="9525"/>
          </a:xfrm>
          <a:custGeom>
            <a:avLst/>
            <a:gdLst/>
            <a:ahLst/>
            <a:cxnLst/>
            <a:rect l="l" t="t" r="r" b="b"/>
            <a:pathLst>
              <a:path w="9525" h="9525">
                <a:moveTo>
                  <a:pt x="9525" y="9525"/>
                </a:moveTo>
                <a:lnTo>
                  <a:pt x="0" y="9525"/>
                </a:lnTo>
                <a:lnTo>
                  <a:pt x="0" y="0"/>
                </a:lnTo>
                <a:lnTo>
                  <a:pt x="9525" y="0"/>
                </a:lnTo>
                <a:lnTo>
                  <a:pt x="9525" y="9525"/>
                </a:lnTo>
                <a:close/>
              </a:path>
            </a:pathLst>
          </a:custGeom>
          <a:solidFill>
            <a:srgbClr val="C7C6C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33" name="object 133"/>
          <p:cNvSpPr/>
          <p:nvPr/>
        </p:nvSpPr>
        <p:spPr>
          <a:xfrm>
            <a:off x="4848226" y="3776804"/>
            <a:ext cx="9525" cy="9525"/>
          </a:xfrm>
          <a:custGeom>
            <a:avLst/>
            <a:gdLst/>
            <a:ahLst/>
            <a:cxnLst/>
            <a:rect l="l" t="t" r="r" b="b"/>
            <a:pathLst>
              <a:path w="9525" h="9525">
                <a:moveTo>
                  <a:pt x="9525" y="9525"/>
                </a:moveTo>
                <a:lnTo>
                  <a:pt x="0" y="9525"/>
                </a:lnTo>
                <a:lnTo>
                  <a:pt x="0" y="0"/>
                </a:lnTo>
                <a:lnTo>
                  <a:pt x="9525" y="0"/>
                </a:lnTo>
                <a:lnTo>
                  <a:pt x="9525" y="9525"/>
                </a:lnTo>
                <a:close/>
              </a:path>
            </a:pathLst>
          </a:custGeom>
          <a:solidFill>
            <a:srgbClr val="C7C6C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34" name="object 134"/>
          <p:cNvSpPr/>
          <p:nvPr/>
        </p:nvSpPr>
        <p:spPr>
          <a:xfrm>
            <a:off x="4905376" y="3776804"/>
            <a:ext cx="9525" cy="9525"/>
          </a:xfrm>
          <a:custGeom>
            <a:avLst/>
            <a:gdLst/>
            <a:ahLst/>
            <a:cxnLst/>
            <a:rect l="l" t="t" r="r" b="b"/>
            <a:pathLst>
              <a:path w="9525" h="9525">
                <a:moveTo>
                  <a:pt x="9525" y="9525"/>
                </a:moveTo>
                <a:lnTo>
                  <a:pt x="0" y="9525"/>
                </a:lnTo>
                <a:lnTo>
                  <a:pt x="0" y="0"/>
                </a:lnTo>
                <a:lnTo>
                  <a:pt x="9525" y="0"/>
                </a:lnTo>
                <a:lnTo>
                  <a:pt x="9525" y="9525"/>
                </a:lnTo>
                <a:close/>
              </a:path>
            </a:pathLst>
          </a:custGeom>
          <a:solidFill>
            <a:srgbClr val="C7C6C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35" name="object 135"/>
          <p:cNvSpPr/>
          <p:nvPr/>
        </p:nvSpPr>
        <p:spPr>
          <a:xfrm>
            <a:off x="4962526" y="3776804"/>
            <a:ext cx="9525" cy="9525"/>
          </a:xfrm>
          <a:custGeom>
            <a:avLst/>
            <a:gdLst/>
            <a:ahLst/>
            <a:cxnLst/>
            <a:rect l="l" t="t" r="r" b="b"/>
            <a:pathLst>
              <a:path w="9525" h="9525">
                <a:moveTo>
                  <a:pt x="9525" y="9525"/>
                </a:moveTo>
                <a:lnTo>
                  <a:pt x="0" y="9525"/>
                </a:lnTo>
                <a:lnTo>
                  <a:pt x="0" y="0"/>
                </a:lnTo>
                <a:lnTo>
                  <a:pt x="9525" y="0"/>
                </a:lnTo>
                <a:lnTo>
                  <a:pt x="9525" y="9525"/>
                </a:lnTo>
                <a:close/>
              </a:path>
            </a:pathLst>
          </a:custGeom>
          <a:solidFill>
            <a:srgbClr val="C7C6C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36" name="object 136"/>
          <p:cNvSpPr/>
          <p:nvPr/>
        </p:nvSpPr>
        <p:spPr>
          <a:xfrm>
            <a:off x="5019676" y="3776804"/>
            <a:ext cx="9525" cy="9525"/>
          </a:xfrm>
          <a:custGeom>
            <a:avLst/>
            <a:gdLst/>
            <a:ahLst/>
            <a:cxnLst/>
            <a:rect l="l" t="t" r="r" b="b"/>
            <a:pathLst>
              <a:path w="9525" h="9525">
                <a:moveTo>
                  <a:pt x="9525" y="9525"/>
                </a:moveTo>
                <a:lnTo>
                  <a:pt x="0" y="9525"/>
                </a:lnTo>
                <a:lnTo>
                  <a:pt x="0" y="0"/>
                </a:lnTo>
                <a:lnTo>
                  <a:pt x="9525" y="0"/>
                </a:lnTo>
                <a:lnTo>
                  <a:pt x="9525" y="9525"/>
                </a:lnTo>
                <a:close/>
              </a:path>
            </a:pathLst>
          </a:custGeom>
          <a:solidFill>
            <a:srgbClr val="C7C6C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37" name="object 137"/>
          <p:cNvSpPr/>
          <p:nvPr/>
        </p:nvSpPr>
        <p:spPr>
          <a:xfrm>
            <a:off x="5076826" y="3776804"/>
            <a:ext cx="9525" cy="9525"/>
          </a:xfrm>
          <a:custGeom>
            <a:avLst/>
            <a:gdLst/>
            <a:ahLst/>
            <a:cxnLst/>
            <a:rect l="l" t="t" r="r" b="b"/>
            <a:pathLst>
              <a:path w="9525" h="9525">
                <a:moveTo>
                  <a:pt x="9525" y="9525"/>
                </a:moveTo>
                <a:lnTo>
                  <a:pt x="0" y="9525"/>
                </a:lnTo>
                <a:lnTo>
                  <a:pt x="0" y="0"/>
                </a:lnTo>
                <a:lnTo>
                  <a:pt x="9525" y="0"/>
                </a:lnTo>
                <a:lnTo>
                  <a:pt x="9525" y="9525"/>
                </a:lnTo>
                <a:close/>
              </a:path>
            </a:pathLst>
          </a:custGeom>
          <a:solidFill>
            <a:srgbClr val="C7C6C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38" name="object 138"/>
          <p:cNvSpPr/>
          <p:nvPr/>
        </p:nvSpPr>
        <p:spPr>
          <a:xfrm>
            <a:off x="5133976" y="3776804"/>
            <a:ext cx="9525" cy="9525"/>
          </a:xfrm>
          <a:custGeom>
            <a:avLst/>
            <a:gdLst/>
            <a:ahLst/>
            <a:cxnLst/>
            <a:rect l="l" t="t" r="r" b="b"/>
            <a:pathLst>
              <a:path w="9525" h="9525">
                <a:moveTo>
                  <a:pt x="9525" y="9525"/>
                </a:moveTo>
                <a:lnTo>
                  <a:pt x="0" y="9525"/>
                </a:lnTo>
                <a:lnTo>
                  <a:pt x="0" y="0"/>
                </a:lnTo>
                <a:lnTo>
                  <a:pt x="9525" y="0"/>
                </a:lnTo>
                <a:lnTo>
                  <a:pt x="9525" y="9525"/>
                </a:lnTo>
                <a:close/>
              </a:path>
            </a:pathLst>
          </a:custGeom>
          <a:solidFill>
            <a:srgbClr val="C7C6C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39" name="object 139"/>
          <p:cNvSpPr/>
          <p:nvPr/>
        </p:nvSpPr>
        <p:spPr>
          <a:xfrm>
            <a:off x="5191126" y="3776804"/>
            <a:ext cx="9525" cy="9525"/>
          </a:xfrm>
          <a:custGeom>
            <a:avLst/>
            <a:gdLst/>
            <a:ahLst/>
            <a:cxnLst/>
            <a:rect l="l" t="t" r="r" b="b"/>
            <a:pathLst>
              <a:path w="9525" h="9525">
                <a:moveTo>
                  <a:pt x="9525" y="9525"/>
                </a:moveTo>
                <a:lnTo>
                  <a:pt x="0" y="9525"/>
                </a:lnTo>
                <a:lnTo>
                  <a:pt x="0" y="0"/>
                </a:lnTo>
                <a:lnTo>
                  <a:pt x="9525" y="0"/>
                </a:lnTo>
                <a:lnTo>
                  <a:pt x="9525" y="9525"/>
                </a:lnTo>
                <a:close/>
              </a:path>
            </a:pathLst>
          </a:custGeom>
          <a:solidFill>
            <a:srgbClr val="C7C6C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40" name="object 140"/>
          <p:cNvSpPr/>
          <p:nvPr/>
        </p:nvSpPr>
        <p:spPr>
          <a:xfrm>
            <a:off x="5248276" y="3776804"/>
            <a:ext cx="9525" cy="9525"/>
          </a:xfrm>
          <a:custGeom>
            <a:avLst/>
            <a:gdLst/>
            <a:ahLst/>
            <a:cxnLst/>
            <a:rect l="l" t="t" r="r" b="b"/>
            <a:pathLst>
              <a:path w="9525" h="9525">
                <a:moveTo>
                  <a:pt x="9525" y="9525"/>
                </a:moveTo>
                <a:lnTo>
                  <a:pt x="0" y="9525"/>
                </a:lnTo>
                <a:lnTo>
                  <a:pt x="0" y="0"/>
                </a:lnTo>
                <a:lnTo>
                  <a:pt x="9525" y="0"/>
                </a:lnTo>
                <a:lnTo>
                  <a:pt x="9525" y="9525"/>
                </a:lnTo>
                <a:close/>
              </a:path>
            </a:pathLst>
          </a:custGeom>
          <a:solidFill>
            <a:srgbClr val="C7C6C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41" name="object 141"/>
          <p:cNvSpPr/>
          <p:nvPr/>
        </p:nvSpPr>
        <p:spPr>
          <a:xfrm>
            <a:off x="5305426" y="3776804"/>
            <a:ext cx="9525" cy="9525"/>
          </a:xfrm>
          <a:custGeom>
            <a:avLst/>
            <a:gdLst/>
            <a:ahLst/>
            <a:cxnLst/>
            <a:rect l="l" t="t" r="r" b="b"/>
            <a:pathLst>
              <a:path w="9525" h="9525">
                <a:moveTo>
                  <a:pt x="9525" y="9525"/>
                </a:moveTo>
                <a:lnTo>
                  <a:pt x="0" y="9525"/>
                </a:lnTo>
                <a:lnTo>
                  <a:pt x="0" y="0"/>
                </a:lnTo>
                <a:lnTo>
                  <a:pt x="9525" y="0"/>
                </a:lnTo>
                <a:lnTo>
                  <a:pt x="9525" y="9525"/>
                </a:lnTo>
                <a:close/>
              </a:path>
            </a:pathLst>
          </a:custGeom>
          <a:solidFill>
            <a:srgbClr val="C7C6C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42" name="object 142"/>
          <p:cNvSpPr/>
          <p:nvPr/>
        </p:nvSpPr>
        <p:spPr>
          <a:xfrm>
            <a:off x="5362576" y="3776804"/>
            <a:ext cx="9525" cy="9525"/>
          </a:xfrm>
          <a:custGeom>
            <a:avLst/>
            <a:gdLst/>
            <a:ahLst/>
            <a:cxnLst/>
            <a:rect l="l" t="t" r="r" b="b"/>
            <a:pathLst>
              <a:path w="9525" h="9525">
                <a:moveTo>
                  <a:pt x="9525" y="9525"/>
                </a:moveTo>
                <a:lnTo>
                  <a:pt x="0" y="9525"/>
                </a:lnTo>
                <a:lnTo>
                  <a:pt x="0" y="0"/>
                </a:lnTo>
                <a:lnTo>
                  <a:pt x="9525" y="0"/>
                </a:lnTo>
                <a:lnTo>
                  <a:pt x="9525" y="9525"/>
                </a:lnTo>
                <a:close/>
              </a:path>
            </a:pathLst>
          </a:custGeom>
          <a:solidFill>
            <a:srgbClr val="C7C6C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43" name="object 143"/>
          <p:cNvSpPr/>
          <p:nvPr/>
        </p:nvSpPr>
        <p:spPr>
          <a:xfrm>
            <a:off x="5419726" y="3776804"/>
            <a:ext cx="9525" cy="9525"/>
          </a:xfrm>
          <a:custGeom>
            <a:avLst/>
            <a:gdLst/>
            <a:ahLst/>
            <a:cxnLst/>
            <a:rect l="l" t="t" r="r" b="b"/>
            <a:pathLst>
              <a:path w="9525" h="9525">
                <a:moveTo>
                  <a:pt x="9525" y="9525"/>
                </a:moveTo>
                <a:lnTo>
                  <a:pt x="0" y="9525"/>
                </a:lnTo>
                <a:lnTo>
                  <a:pt x="0" y="0"/>
                </a:lnTo>
                <a:lnTo>
                  <a:pt x="9525" y="0"/>
                </a:lnTo>
                <a:lnTo>
                  <a:pt x="9525" y="9525"/>
                </a:lnTo>
                <a:close/>
              </a:path>
            </a:pathLst>
          </a:custGeom>
          <a:solidFill>
            <a:srgbClr val="C7C6C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44" name="object 144"/>
          <p:cNvSpPr/>
          <p:nvPr/>
        </p:nvSpPr>
        <p:spPr>
          <a:xfrm>
            <a:off x="5476876" y="3776804"/>
            <a:ext cx="9525" cy="9525"/>
          </a:xfrm>
          <a:custGeom>
            <a:avLst/>
            <a:gdLst/>
            <a:ahLst/>
            <a:cxnLst/>
            <a:rect l="l" t="t" r="r" b="b"/>
            <a:pathLst>
              <a:path w="9525" h="9525">
                <a:moveTo>
                  <a:pt x="9525" y="9525"/>
                </a:moveTo>
                <a:lnTo>
                  <a:pt x="0" y="9525"/>
                </a:lnTo>
                <a:lnTo>
                  <a:pt x="0" y="0"/>
                </a:lnTo>
                <a:lnTo>
                  <a:pt x="9525" y="0"/>
                </a:lnTo>
                <a:lnTo>
                  <a:pt x="9525" y="9525"/>
                </a:lnTo>
                <a:close/>
              </a:path>
            </a:pathLst>
          </a:custGeom>
          <a:solidFill>
            <a:srgbClr val="C7C6C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45" name="object 145"/>
          <p:cNvSpPr/>
          <p:nvPr/>
        </p:nvSpPr>
        <p:spPr>
          <a:xfrm>
            <a:off x="5534026" y="3776804"/>
            <a:ext cx="9525" cy="9525"/>
          </a:xfrm>
          <a:custGeom>
            <a:avLst/>
            <a:gdLst/>
            <a:ahLst/>
            <a:cxnLst/>
            <a:rect l="l" t="t" r="r" b="b"/>
            <a:pathLst>
              <a:path w="9525" h="9525">
                <a:moveTo>
                  <a:pt x="9525" y="9525"/>
                </a:moveTo>
                <a:lnTo>
                  <a:pt x="0" y="9525"/>
                </a:lnTo>
                <a:lnTo>
                  <a:pt x="0" y="0"/>
                </a:lnTo>
                <a:lnTo>
                  <a:pt x="9525" y="0"/>
                </a:lnTo>
                <a:lnTo>
                  <a:pt x="9525" y="9525"/>
                </a:lnTo>
                <a:close/>
              </a:path>
            </a:pathLst>
          </a:custGeom>
          <a:solidFill>
            <a:srgbClr val="C7C6C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46" name="object 146"/>
          <p:cNvSpPr/>
          <p:nvPr/>
        </p:nvSpPr>
        <p:spPr>
          <a:xfrm>
            <a:off x="5591176" y="3776804"/>
            <a:ext cx="9525" cy="9525"/>
          </a:xfrm>
          <a:custGeom>
            <a:avLst/>
            <a:gdLst/>
            <a:ahLst/>
            <a:cxnLst/>
            <a:rect l="l" t="t" r="r" b="b"/>
            <a:pathLst>
              <a:path w="9525" h="9525">
                <a:moveTo>
                  <a:pt x="9525" y="9525"/>
                </a:moveTo>
                <a:lnTo>
                  <a:pt x="0" y="9525"/>
                </a:lnTo>
                <a:lnTo>
                  <a:pt x="0" y="0"/>
                </a:lnTo>
                <a:lnTo>
                  <a:pt x="9525" y="0"/>
                </a:lnTo>
                <a:lnTo>
                  <a:pt x="9525" y="9525"/>
                </a:lnTo>
                <a:close/>
              </a:path>
            </a:pathLst>
          </a:custGeom>
          <a:solidFill>
            <a:srgbClr val="C7C6C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47" name="object 147"/>
          <p:cNvSpPr/>
          <p:nvPr/>
        </p:nvSpPr>
        <p:spPr>
          <a:xfrm>
            <a:off x="5648326" y="3776804"/>
            <a:ext cx="9525" cy="9525"/>
          </a:xfrm>
          <a:custGeom>
            <a:avLst/>
            <a:gdLst/>
            <a:ahLst/>
            <a:cxnLst/>
            <a:rect l="l" t="t" r="r" b="b"/>
            <a:pathLst>
              <a:path w="9525" h="9525">
                <a:moveTo>
                  <a:pt x="9525" y="9525"/>
                </a:moveTo>
                <a:lnTo>
                  <a:pt x="0" y="9525"/>
                </a:lnTo>
                <a:lnTo>
                  <a:pt x="0" y="0"/>
                </a:lnTo>
                <a:lnTo>
                  <a:pt x="9525" y="0"/>
                </a:lnTo>
                <a:lnTo>
                  <a:pt x="9525" y="9525"/>
                </a:lnTo>
                <a:close/>
              </a:path>
            </a:pathLst>
          </a:custGeom>
          <a:solidFill>
            <a:srgbClr val="C7C6C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48" name="object 148"/>
          <p:cNvSpPr/>
          <p:nvPr/>
        </p:nvSpPr>
        <p:spPr>
          <a:xfrm>
            <a:off x="5705476" y="3776804"/>
            <a:ext cx="9525" cy="9525"/>
          </a:xfrm>
          <a:custGeom>
            <a:avLst/>
            <a:gdLst/>
            <a:ahLst/>
            <a:cxnLst/>
            <a:rect l="l" t="t" r="r" b="b"/>
            <a:pathLst>
              <a:path w="9525" h="9525">
                <a:moveTo>
                  <a:pt x="9525" y="9525"/>
                </a:moveTo>
                <a:lnTo>
                  <a:pt x="0" y="9525"/>
                </a:lnTo>
                <a:lnTo>
                  <a:pt x="0" y="0"/>
                </a:lnTo>
                <a:lnTo>
                  <a:pt x="9525" y="0"/>
                </a:lnTo>
                <a:lnTo>
                  <a:pt x="9525" y="9525"/>
                </a:lnTo>
                <a:close/>
              </a:path>
            </a:pathLst>
          </a:custGeom>
          <a:solidFill>
            <a:srgbClr val="C7C6C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49" name="object 149"/>
          <p:cNvSpPr/>
          <p:nvPr/>
        </p:nvSpPr>
        <p:spPr>
          <a:xfrm>
            <a:off x="5762626" y="3776804"/>
            <a:ext cx="9525" cy="9525"/>
          </a:xfrm>
          <a:custGeom>
            <a:avLst/>
            <a:gdLst/>
            <a:ahLst/>
            <a:cxnLst/>
            <a:rect l="l" t="t" r="r" b="b"/>
            <a:pathLst>
              <a:path w="9525" h="9525">
                <a:moveTo>
                  <a:pt x="9525" y="9525"/>
                </a:moveTo>
                <a:lnTo>
                  <a:pt x="0" y="9525"/>
                </a:lnTo>
                <a:lnTo>
                  <a:pt x="0" y="0"/>
                </a:lnTo>
                <a:lnTo>
                  <a:pt x="9525" y="0"/>
                </a:lnTo>
                <a:lnTo>
                  <a:pt x="9525" y="9525"/>
                </a:lnTo>
                <a:close/>
              </a:path>
            </a:pathLst>
          </a:custGeom>
          <a:solidFill>
            <a:srgbClr val="C7C6C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50" name="object 150"/>
          <p:cNvSpPr/>
          <p:nvPr/>
        </p:nvSpPr>
        <p:spPr>
          <a:xfrm>
            <a:off x="5819776" y="3776804"/>
            <a:ext cx="9525" cy="9525"/>
          </a:xfrm>
          <a:custGeom>
            <a:avLst/>
            <a:gdLst/>
            <a:ahLst/>
            <a:cxnLst/>
            <a:rect l="l" t="t" r="r" b="b"/>
            <a:pathLst>
              <a:path w="9525" h="9525">
                <a:moveTo>
                  <a:pt x="9525" y="9525"/>
                </a:moveTo>
                <a:lnTo>
                  <a:pt x="0" y="9525"/>
                </a:lnTo>
                <a:lnTo>
                  <a:pt x="0" y="0"/>
                </a:lnTo>
                <a:lnTo>
                  <a:pt x="9525" y="0"/>
                </a:lnTo>
                <a:lnTo>
                  <a:pt x="9525" y="9525"/>
                </a:lnTo>
                <a:close/>
              </a:path>
            </a:pathLst>
          </a:custGeom>
          <a:solidFill>
            <a:srgbClr val="C7C6C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51" name="object 151"/>
          <p:cNvSpPr/>
          <p:nvPr/>
        </p:nvSpPr>
        <p:spPr>
          <a:xfrm>
            <a:off x="5876926" y="3776804"/>
            <a:ext cx="9525" cy="9525"/>
          </a:xfrm>
          <a:custGeom>
            <a:avLst/>
            <a:gdLst/>
            <a:ahLst/>
            <a:cxnLst/>
            <a:rect l="l" t="t" r="r" b="b"/>
            <a:pathLst>
              <a:path w="9525" h="9525">
                <a:moveTo>
                  <a:pt x="9525" y="9525"/>
                </a:moveTo>
                <a:lnTo>
                  <a:pt x="0" y="9525"/>
                </a:lnTo>
                <a:lnTo>
                  <a:pt x="0" y="0"/>
                </a:lnTo>
                <a:lnTo>
                  <a:pt x="9525" y="0"/>
                </a:lnTo>
                <a:lnTo>
                  <a:pt x="9525" y="9525"/>
                </a:lnTo>
                <a:close/>
              </a:path>
            </a:pathLst>
          </a:custGeom>
          <a:solidFill>
            <a:srgbClr val="C7C6C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52" name="object 152"/>
          <p:cNvSpPr/>
          <p:nvPr/>
        </p:nvSpPr>
        <p:spPr>
          <a:xfrm>
            <a:off x="5934076" y="3776804"/>
            <a:ext cx="9525" cy="9525"/>
          </a:xfrm>
          <a:custGeom>
            <a:avLst/>
            <a:gdLst/>
            <a:ahLst/>
            <a:cxnLst/>
            <a:rect l="l" t="t" r="r" b="b"/>
            <a:pathLst>
              <a:path w="9525" h="9525">
                <a:moveTo>
                  <a:pt x="9525" y="9525"/>
                </a:moveTo>
                <a:lnTo>
                  <a:pt x="0" y="9525"/>
                </a:lnTo>
                <a:lnTo>
                  <a:pt x="0" y="0"/>
                </a:lnTo>
                <a:lnTo>
                  <a:pt x="9525" y="0"/>
                </a:lnTo>
                <a:lnTo>
                  <a:pt x="9525" y="9525"/>
                </a:lnTo>
                <a:close/>
              </a:path>
            </a:pathLst>
          </a:custGeom>
          <a:solidFill>
            <a:srgbClr val="C7C6C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53" name="object 153"/>
          <p:cNvSpPr/>
          <p:nvPr/>
        </p:nvSpPr>
        <p:spPr>
          <a:xfrm>
            <a:off x="5991226" y="3776804"/>
            <a:ext cx="9525" cy="9525"/>
          </a:xfrm>
          <a:custGeom>
            <a:avLst/>
            <a:gdLst/>
            <a:ahLst/>
            <a:cxnLst/>
            <a:rect l="l" t="t" r="r" b="b"/>
            <a:pathLst>
              <a:path w="9525" h="9525">
                <a:moveTo>
                  <a:pt x="9525" y="9525"/>
                </a:moveTo>
                <a:lnTo>
                  <a:pt x="0" y="9525"/>
                </a:lnTo>
                <a:lnTo>
                  <a:pt x="0" y="0"/>
                </a:lnTo>
                <a:lnTo>
                  <a:pt x="9525" y="0"/>
                </a:lnTo>
                <a:lnTo>
                  <a:pt x="9525" y="9525"/>
                </a:lnTo>
                <a:close/>
              </a:path>
            </a:pathLst>
          </a:custGeom>
          <a:solidFill>
            <a:srgbClr val="C7C6C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54" name="object 154"/>
          <p:cNvSpPr/>
          <p:nvPr/>
        </p:nvSpPr>
        <p:spPr>
          <a:xfrm>
            <a:off x="6048376" y="3776804"/>
            <a:ext cx="9525" cy="9525"/>
          </a:xfrm>
          <a:custGeom>
            <a:avLst/>
            <a:gdLst/>
            <a:ahLst/>
            <a:cxnLst/>
            <a:rect l="l" t="t" r="r" b="b"/>
            <a:pathLst>
              <a:path w="9525" h="9525">
                <a:moveTo>
                  <a:pt x="9525" y="9525"/>
                </a:moveTo>
                <a:lnTo>
                  <a:pt x="0" y="9525"/>
                </a:lnTo>
                <a:lnTo>
                  <a:pt x="0" y="0"/>
                </a:lnTo>
                <a:lnTo>
                  <a:pt x="9525" y="0"/>
                </a:lnTo>
                <a:lnTo>
                  <a:pt x="9525" y="9525"/>
                </a:lnTo>
                <a:close/>
              </a:path>
            </a:pathLst>
          </a:custGeom>
          <a:solidFill>
            <a:srgbClr val="C7C6C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55" name="object 155"/>
          <p:cNvSpPr/>
          <p:nvPr/>
        </p:nvSpPr>
        <p:spPr>
          <a:xfrm>
            <a:off x="6105526" y="3776804"/>
            <a:ext cx="9525" cy="9525"/>
          </a:xfrm>
          <a:custGeom>
            <a:avLst/>
            <a:gdLst/>
            <a:ahLst/>
            <a:cxnLst/>
            <a:rect l="l" t="t" r="r" b="b"/>
            <a:pathLst>
              <a:path w="9525" h="9525">
                <a:moveTo>
                  <a:pt x="9525" y="9525"/>
                </a:moveTo>
                <a:lnTo>
                  <a:pt x="0" y="9525"/>
                </a:lnTo>
                <a:lnTo>
                  <a:pt x="0" y="0"/>
                </a:lnTo>
                <a:lnTo>
                  <a:pt x="9525" y="0"/>
                </a:lnTo>
                <a:lnTo>
                  <a:pt x="9525" y="9525"/>
                </a:lnTo>
                <a:close/>
              </a:path>
            </a:pathLst>
          </a:custGeom>
          <a:solidFill>
            <a:srgbClr val="C7C6C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56" name="object 156"/>
          <p:cNvSpPr/>
          <p:nvPr/>
        </p:nvSpPr>
        <p:spPr>
          <a:xfrm>
            <a:off x="6162676" y="3776804"/>
            <a:ext cx="9525" cy="9525"/>
          </a:xfrm>
          <a:custGeom>
            <a:avLst/>
            <a:gdLst/>
            <a:ahLst/>
            <a:cxnLst/>
            <a:rect l="l" t="t" r="r" b="b"/>
            <a:pathLst>
              <a:path w="9525" h="9525">
                <a:moveTo>
                  <a:pt x="9525" y="9525"/>
                </a:moveTo>
                <a:lnTo>
                  <a:pt x="0" y="9525"/>
                </a:lnTo>
                <a:lnTo>
                  <a:pt x="0" y="0"/>
                </a:lnTo>
                <a:lnTo>
                  <a:pt x="9525" y="0"/>
                </a:lnTo>
                <a:lnTo>
                  <a:pt x="9525" y="9525"/>
                </a:lnTo>
                <a:close/>
              </a:path>
            </a:pathLst>
          </a:custGeom>
          <a:solidFill>
            <a:srgbClr val="C7C6C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57" name="object 157"/>
          <p:cNvSpPr/>
          <p:nvPr/>
        </p:nvSpPr>
        <p:spPr>
          <a:xfrm>
            <a:off x="6219826" y="3776804"/>
            <a:ext cx="9525" cy="9525"/>
          </a:xfrm>
          <a:custGeom>
            <a:avLst/>
            <a:gdLst/>
            <a:ahLst/>
            <a:cxnLst/>
            <a:rect l="l" t="t" r="r" b="b"/>
            <a:pathLst>
              <a:path w="9525" h="9525">
                <a:moveTo>
                  <a:pt x="9525" y="9525"/>
                </a:moveTo>
                <a:lnTo>
                  <a:pt x="0" y="9525"/>
                </a:lnTo>
                <a:lnTo>
                  <a:pt x="0" y="0"/>
                </a:lnTo>
                <a:lnTo>
                  <a:pt x="9525" y="0"/>
                </a:lnTo>
                <a:lnTo>
                  <a:pt x="9525" y="9525"/>
                </a:lnTo>
                <a:close/>
              </a:path>
            </a:pathLst>
          </a:custGeom>
          <a:solidFill>
            <a:srgbClr val="C7C6C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58" name="object 158"/>
          <p:cNvSpPr/>
          <p:nvPr/>
        </p:nvSpPr>
        <p:spPr>
          <a:xfrm>
            <a:off x="6276976" y="3776804"/>
            <a:ext cx="9525" cy="9525"/>
          </a:xfrm>
          <a:custGeom>
            <a:avLst/>
            <a:gdLst/>
            <a:ahLst/>
            <a:cxnLst/>
            <a:rect l="l" t="t" r="r" b="b"/>
            <a:pathLst>
              <a:path w="9525" h="9525">
                <a:moveTo>
                  <a:pt x="9525" y="9525"/>
                </a:moveTo>
                <a:lnTo>
                  <a:pt x="0" y="9525"/>
                </a:lnTo>
                <a:lnTo>
                  <a:pt x="0" y="0"/>
                </a:lnTo>
                <a:lnTo>
                  <a:pt x="9525" y="0"/>
                </a:lnTo>
                <a:lnTo>
                  <a:pt x="9525" y="9525"/>
                </a:lnTo>
                <a:close/>
              </a:path>
            </a:pathLst>
          </a:custGeom>
          <a:solidFill>
            <a:srgbClr val="C7C6C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59" name="object 159"/>
          <p:cNvSpPr/>
          <p:nvPr/>
        </p:nvSpPr>
        <p:spPr>
          <a:xfrm>
            <a:off x="6334126" y="3776804"/>
            <a:ext cx="9525" cy="9525"/>
          </a:xfrm>
          <a:custGeom>
            <a:avLst/>
            <a:gdLst/>
            <a:ahLst/>
            <a:cxnLst/>
            <a:rect l="l" t="t" r="r" b="b"/>
            <a:pathLst>
              <a:path w="9525" h="9525">
                <a:moveTo>
                  <a:pt x="9525" y="9525"/>
                </a:moveTo>
                <a:lnTo>
                  <a:pt x="0" y="9525"/>
                </a:lnTo>
                <a:lnTo>
                  <a:pt x="0" y="0"/>
                </a:lnTo>
                <a:lnTo>
                  <a:pt x="9525" y="0"/>
                </a:lnTo>
                <a:lnTo>
                  <a:pt x="9525" y="9525"/>
                </a:lnTo>
                <a:close/>
              </a:path>
            </a:pathLst>
          </a:custGeom>
          <a:solidFill>
            <a:srgbClr val="C7C6C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60" name="object 160"/>
          <p:cNvSpPr/>
          <p:nvPr/>
        </p:nvSpPr>
        <p:spPr>
          <a:xfrm>
            <a:off x="6391276" y="3776804"/>
            <a:ext cx="9525" cy="9525"/>
          </a:xfrm>
          <a:custGeom>
            <a:avLst/>
            <a:gdLst/>
            <a:ahLst/>
            <a:cxnLst/>
            <a:rect l="l" t="t" r="r" b="b"/>
            <a:pathLst>
              <a:path w="9525" h="9525">
                <a:moveTo>
                  <a:pt x="9525" y="9525"/>
                </a:moveTo>
                <a:lnTo>
                  <a:pt x="0" y="9525"/>
                </a:lnTo>
                <a:lnTo>
                  <a:pt x="0" y="0"/>
                </a:lnTo>
                <a:lnTo>
                  <a:pt x="9525" y="0"/>
                </a:lnTo>
                <a:lnTo>
                  <a:pt x="9525" y="9525"/>
                </a:lnTo>
                <a:close/>
              </a:path>
            </a:pathLst>
          </a:custGeom>
          <a:solidFill>
            <a:srgbClr val="C7C6C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61" name="object 161"/>
          <p:cNvSpPr/>
          <p:nvPr/>
        </p:nvSpPr>
        <p:spPr>
          <a:xfrm>
            <a:off x="6448426" y="3776804"/>
            <a:ext cx="9525" cy="9525"/>
          </a:xfrm>
          <a:custGeom>
            <a:avLst/>
            <a:gdLst/>
            <a:ahLst/>
            <a:cxnLst/>
            <a:rect l="l" t="t" r="r" b="b"/>
            <a:pathLst>
              <a:path w="9525" h="9525">
                <a:moveTo>
                  <a:pt x="9525" y="9525"/>
                </a:moveTo>
                <a:lnTo>
                  <a:pt x="0" y="9525"/>
                </a:lnTo>
                <a:lnTo>
                  <a:pt x="0" y="0"/>
                </a:lnTo>
                <a:lnTo>
                  <a:pt x="9525" y="0"/>
                </a:lnTo>
                <a:lnTo>
                  <a:pt x="9525" y="9525"/>
                </a:lnTo>
                <a:close/>
              </a:path>
            </a:pathLst>
          </a:custGeom>
          <a:solidFill>
            <a:srgbClr val="C7C6C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62" name="object 162"/>
          <p:cNvSpPr/>
          <p:nvPr/>
        </p:nvSpPr>
        <p:spPr>
          <a:xfrm>
            <a:off x="6505576" y="3776804"/>
            <a:ext cx="9525" cy="9525"/>
          </a:xfrm>
          <a:custGeom>
            <a:avLst/>
            <a:gdLst/>
            <a:ahLst/>
            <a:cxnLst/>
            <a:rect l="l" t="t" r="r" b="b"/>
            <a:pathLst>
              <a:path w="9525" h="9525">
                <a:moveTo>
                  <a:pt x="9525" y="9525"/>
                </a:moveTo>
                <a:lnTo>
                  <a:pt x="0" y="9525"/>
                </a:lnTo>
                <a:lnTo>
                  <a:pt x="0" y="0"/>
                </a:lnTo>
                <a:lnTo>
                  <a:pt x="9525" y="0"/>
                </a:lnTo>
                <a:lnTo>
                  <a:pt x="9525" y="9525"/>
                </a:lnTo>
                <a:close/>
              </a:path>
            </a:pathLst>
          </a:custGeom>
          <a:solidFill>
            <a:srgbClr val="C7C6C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63" name="object 163"/>
          <p:cNvSpPr/>
          <p:nvPr/>
        </p:nvSpPr>
        <p:spPr>
          <a:xfrm>
            <a:off x="6562726" y="3776804"/>
            <a:ext cx="9525" cy="9525"/>
          </a:xfrm>
          <a:custGeom>
            <a:avLst/>
            <a:gdLst/>
            <a:ahLst/>
            <a:cxnLst/>
            <a:rect l="l" t="t" r="r" b="b"/>
            <a:pathLst>
              <a:path w="9525" h="9525">
                <a:moveTo>
                  <a:pt x="9525" y="9525"/>
                </a:moveTo>
                <a:lnTo>
                  <a:pt x="0" y="9525"/>
                </a:lnTo>
                <a:lnTo>
                  <a:pt x="0" y="0"/>
                </a:lnTo>
                <a:lnTo>
                  <a:pt x="9525" y="0"/>
                </a:lnTo>
                <a:lnTo>
                  <a:pt x="9525" y="9525"/>
                </a:lnTo>
                <a:close/>
              </a:path>
            </a:pathLst>
          </a:custGeom>
          <a:solidFill>
            <a:srgbClr val="C7C6C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64" name="object 164"/>
          <p:cNvSpPr/>
          <p:nvPr/>
        </p:nvSpPr>
        <p:spPr>
          <a:xfrm>
            <a:off x="6619876" y="3776804"/>
            <a:ext cx="9525" cy="9525"/>
          </a:xfrm>
          <a:custGeom>
            <a:avLst/>
            <a:gdLst/>
            <a:ahLst/>
            <a:cxnLst/>
            <a:rect l="l" t="t" r="r" b="b"/>
            <a:pathLst>
              <a:path w="9525" h="9525">
                <a:moveTo>
                  <a:pt x="9525" y="9525"/>
                </a:moveTo>
                <a:lnTo>
                  <a:pt x="0" y="9525"/>
                </a:lnTo>
                <a:lnTo>
                  <a:pt x="0" y="0"/>
                </a:lnTo>
                <a:lnTo>
                  <a:pt x="9525" y="0"/>
                </a:lnTo>
                <a:lnTo>
                  <a:pt x="9525" y="9525"/>
                </a:lnTo>
                <a:close/>
              </a:path>
            </a:pathLst>
          </a:custGeom>
          <a:solidFill>
            <a:srgbClr val="C7C6C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65" name="object 165"/>
          <p:cNvSpPr/>
          <p:nvPr/>
        </p:nvSpPr>
        <p:spPr>
          <a:xfrm>
            <a:off x="6677026" y="3776804"/>
            <a:ext cx="9525" cy="9525"/>
          </a:xfrm>
          <a:custGeom>
            <a:avLst/>
            <a:gdLst/>
            <a:ahLst/>
            <a:cxnLst/>
            <a:rect l="l" t="t" r="r" b="b"/>
            <a:pathLst>
              <a:path w="9525" h="9525">
                <a:moveTo>
                  <a:pt x="9525" y="9525"/>
                </a:moveTo>
                <a:lnTo>
                  <a:pt x="0" y="9525"/>
                </a:lnTo>
                <a:lnTo>
                  <a:pt x="0" y="0"/>
                </a:lnTo>
                <a:lnTo>
                  <a:pt x="9525" y="0"/>
                </a:lnTo>
                <a:lnTo>
                  <a:pt x="9525" y="9525"/>
                </a:lnTo>
                <a:close/>
              </a:path>
            </a:pathLst>
          </a:custGeom>
          <a:solidFill>
            <a:srgbClr val="C7C6C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66" name="object 166"/>
          <p:cNvSpPr/>
          <p:nvPr/>
        </p:nvSpPr>
        <p:spPr>
          <a:xfrm>
            <a:off x="6734176" y="3776804"/>
            <a:ext cx="9525" cy="9525"/>
          </a:xfrm>
          <a:custGeom>
            <a:avLst/>
            <a:gdLst/>
            <a:ahLst/>
            <a:cxnLst/>
            <a:rect l="l" t="t" r="r" b="b"/>
            <a:pathLst>
              <a:path w="9525" h="9525">
                <a:moveTo>
                  <a:pt x="9525" y="9525"/>
                </a:moveTo>
                <a:lnTo>
                  <a:pt x="0" y="9525"/>
                </a:lnTo>
                <a:lnTo>
                  <a:pt x="0" y="0"/>
                </a:lnTo>
                <a:lnTo>
                  <a:pt x="9525" y="0"/>
                </a:lnTo>
                <a:lnTo>
                  <a:pt x="9525" y="9525"/>
                </a:lnTo>
                <a:close/>
              </a:path>
            </a:pathLst>
          </a:custGeom>
          <a:solidFill>
            <a:srgbClr val="C7C6C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67" name="object 167"/>
          <p:cNvSpPr/>
          <p:nvPr/>
        </p:nvSpPr>
        <p:spPr>
          <a:xfrm>
            <a:off x="6791326" y="3776804"/>
            <a:ext cx="9525" cy="9525"/>
          </a:xfrm>
          <a:custGeom>
            <a:avLst/>
            <a:gdLst/>
            <a:ahLst/>
            <a:cxnLst/>
            <a:rect l="l" t="t" r="r" b="b"/>
            <a:pathLst>
              <a:path w="9525" h="9525">
                <a:moveTo>
                  <a:pt x="9525" y="9525"/>
                </a:moveTo>
                <a:lnTo>
                  <a:pt x="0" y="9525"/>
                </a:lnTo>
                <a:lnTo>
                  <a:pt x="0" y="0"/>
                </a:lnTo>
                <a:lnTo>
                  <a:pt x="9525" y="0"/>
                </a:lnTo>
                <a:lnTo>
                  <a:pt x="9525" y="9525"/>
                </a:lnTo>
                <a:close/>
              </a:path>
            </a:pathLst>
          </a:custGeom>
          <a:solidFill>
            <a:srgbClr val="C7C6C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68" name="object 168"/>
          <p:cNvSpPr/>
          <p:nvPr/>
        </p:nvSpPr>
        <p:spPr>
          <a:xfrm>
            <a:off x="6848476" y="3776804"/>
            <a:ext cx="9525" cy="9525"/>
          </a:xfrm>
          <a:custGeom>
            <a:avLst/>
            <a:gdLst/>
            <a:ahLst/>
            <a:cxnLst/>
            <a:rect l="l" t="t" r="r" b="b"/>
            <a:pathLst>
              <a:path w="9525" h="9525">
                <a:moveTo>
                  <a:pt x="9525" y="9525"/>
                </a:moveTo>
                <a:lnTo>
                  <a:pt x="0" y="9525"/>
                </a:lnTo>
                <a:lnTo>
                  <a:pt x="0" y="0"/>
                </a:lnTo>
                <a:lnTo>
                  <a:pt x="9525" y="0"/>
                </a:lnTo>
                <a:lnTo>
                  <a:pt x="9525" y="9525"/>
                </a:lnTo>
                <a:close/>
              </a:path>
            </a:pathLst>
          </a:custGeom>
          <a:solidFill>
            <a:srgbClr val="C7C6C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69" name="object 169"/>
          <p:cNvSpPr/>
          <p:nvPr/>
        </p:nvSpPr>
        <p:spPr>
          <a:xfrm>
            <a:off x="6905626" y="3776804"/>
            <a:ext cx="9525" cy="9525"/>
          </a:xfrm>
          <a:custGeom>
            <a:avLst/>
            <a:gdLst/>
            <a:ahLst/>
            <a:cxnLst/>
            <a:rect l="l" t="t" r="r" b="b"/>
            <a:pathLst>
              <a:path w="9525" h="9525">
                <a:moveTo>
                  <a:pt x="9525" y="9525"/>
                </a:moveTo>
                <a:lnTo>
                  <a:pt x="0" y="9525"/>
                </a:lnTo>
                <a:lnTo>
                  <a:pt x="0" y="0"/>
                </a:lnTo>
                <a:lnTo>
                  <a:pt x="9525" y="0"/>
                </a:lnTo>
                <a:lnTo>
                  <a:pt x="9525" y="9525"/>
                </a:lnTo>
                <a:close/>
              </a:path>
            </a:pathLst>
          </a:custGeom>
          <a:solidFill>
            <a:srgbClr val="C7C6C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70" name="object 170"/>
          <p:cNvSpPr/>
          <p:nvPr/>
        </p:nvSpPr>
        <p:spPr>
          <a:xfrm>
            <a:off x="6962776" y="3776804"/>
            <a:ext cx="9525" cy="9525"/>
          </a:xfrm>
          <a:custGeom>
            <a:avLst/>
            <a:gdLst/>
            <a:ahLst/>
            <a:cxnLst/>
            <a:rect l="l" t="t" r="r" b="b"/>
            <a:pathLst>
              <a:path w="9525" h="9525">
                <a:moveTo>
                  <a:pt x="9525" y="9525"/>
                </a:moveTo>
                <a:lnTo>
                  <a:pt x="0" y="9525"/>
                </a:lnTo>
                <a:lnTo>
                  <a:pt x="0" y="0"/>
                </a:lnTo>
                <a:lnTo>
                  <a:pt x="9525" y="0"/>
                </a:lnTo>
                <a:lnTo>
                  <a:pt x="9525" y="9525"/>
                </a:lnTo>
                <a:close/>
              </a:path>
            </a:pathLst>
          </a:custGeom>
          <a:solidFill>
            <a:srgbClr val="C7C6C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71" name="object 171"/>
          <p:cNvSpPr/>
          <p:nvPr/>
        </p:nvSpPr>
        <p:spPr>
          <a:xfrm>
            <a:off x="7019926" y="3776804"/>
            <a:ext cx="9525" cy="9525"/>
          </a:xfrm>
          <a:custGeom>
            <a:avLst/>
            <a:gdLst/>
            <a:ahLst/>
            <a:cxnLst/>
            <a:rect l="l" t="t" r="r" b="b"/>
            <a:pathLst>
              <a:path w="9525" h="9525">
                <a:moveTo>
                  <a:pt x="9525" y="9525"/>
                </a:moveTo>
                <a:lnTo>
                  <a:pt x="0" y="9525"/>
                </a:lnTo>
                <a:lnTo>
                  <a:pt x="0" y="0"/>
                </a:lnTo>
                <a:lnTo>
                  <a:pt x="9525" y="0"/>
                </a:lnTo>
                <a:lnTo>
                  <a:pt x="9525" y="9525"/>
                </a:lnTo>
                <a:close/>
              </a:path>
            </a:pathLst>
          </a:custGeom>
          <a:solidFill>
            <a:srgbClr val="C7C6C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72" name="object 172"/>
          <p:cNvSpPr/>
          <p:nvPr/>
        </p:nvSpPr>
        <p:spPr>
          <a:xfrm>
            <a:off x="7077076" y="3776804"/>
            <a:ext cx="9525" cy="9525"/>
          </a:xfrm>
          <a:custGeom>
            <a:avLst/>
            <a:gdLst/>
            <a:ahLst/>
            <a:cxnLst/>
            <a:rect l="l" t="t" r="r" b="b"/>
            <a:pathLst>
              <a:path w="9525" h="9525">
                <a:moveTo>
                  <a:pt x="9525" y="9525"/>
                </a:moveTo>
                <a:lnTo>
                  <a:pt x="0" y="9525"/>
                </a:lnTo>
                <a:lnTo>
                  <a:pt x="0" y="0"/>
                </a:lnTo>
                <a:lnTo>
                  <a:pt x="9525" y="0"/>
                </a:lnTo>
                <a:lnTo>
                  <a:pt x="9525" y="9525"/>
                </a:lnTo>
                <a:close/>
              </a:path>
            </a:pathLst>
          </a:custGeom>
          <a:solidFill>
            <a:srgbClr val="C7C6C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73" name="object 173"/>
          <p:cNvSpPr/>
          <p:nvPr/>
        </p:nvSpPr>
        <p:spPr>
          <a:xfrm>
            <a:off x="7134226" y="3776804"/>
            <a:ext cx="9525" cy="9525"/>
          </a:xfrm>
          <a:custGeom>
            <a:avLst/>
            <a:gdLst/>
            <a:ahLst/>
            <a:cxnLst/>
            <a:rect l="l" t="t" r="r" b="b"/>
            <a:pathLst>
              <a:path w="9525" h="9525">
                <a:moveTo>
                  <a:pt x="9525" y="9525"/>
                </a:moveTo>
                <a:lnTo>
                  <a:pt x="0" y="9525"/>
                </a:lnTo>
                <a:lnTo>
                  <a:pt x="0" y="0"/>
                </a:lnTo>
                <a:lnTo>
                  <a:pt x="9525" y="0"/>
                </a:lnTo>
                <a:lnTo>
                  <a:pt x="9525" y="9525"/>
                </a:lnTo>
                <a:close/>
              </a:path>
            </a:pathLst>
          </a:custGeom>
          <a:solidFill>
            <a:srgbClr val="C7C6C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74" name="object 174"/>
          <p:cNvSpPr/>
          <p:nvPr/>
        </p:nvSpPr>
        <p:spPr>
          <a:xfrm>
            <a:off x="7191376" y="3776804"/>
            <a:ext cx="9525" cy="9525"/>
          </a:xfrm>
          <a:custGeom>
            <a:avLst/>
            <a:gdLst/>
            <a:ahLst/>
            <a:cxnLst/>
            <a:rect l="l" t="t" r="r" b="b"/>
            <a:pathLst>
              <a:path w="9525" h="9525">
                <a:moveTo>
                  <a:pt x="9525" y="9525"/>
                </a:moveTo>
                <a:lnTo>
                  <a:pt x="0" y="9525"/>
                </a:lnTo>
                <a:lnTo>
                  <a:pt x="0" y="0"/>
                </a:lnTo>
                <a:lnTo>
                  <a:pt x="9525" y="0"/>
                </a:lnTo>
                <a:lnTo>
                  <a:pt x="9525" y="9525"/>
                </a:lnTo>
                <a:close/>
              </a:path>
            </a:pathLst>
          </a:custGeom>
          <a:solidFill>
            <a:srgbClr val="C7C6C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75" name="object 175"/>
          <p:cNvSpPr/>
          <p:nvPr/>
        </p:nvSpPr>
        <p:spPr>
          <a:xfrm>
            <a:off x="7248526" y="3776804"/>
            <a:ext cx="9525" cy="9525"/>
          </a:xfrm>
          <a:custGeom>
            <a:avLst/>
            <a:gdLst/>
            <a:ahLst/>
            <a:cxnLst/>
            <a:rect l="l" t="t" r="r" b="b"/>
            <a:pathLst>
              <a:path w="9525" h="9525">
                <a:moveTo>
                  <a:pt x="9525" y="9525"/>
                </a:moveTo>
                <a:lnTo>
                  <a:pt x="0" y="9525"/>
                </a:lnTo>
                <a:lnTo>
                  <a:pt x="0" y="0"/>
                </a:lnTo>
                <a:lnTo>
                  <a:pt x="9525" y="0"/>
                </a:lnTo>
                <a:lnTo>
                  <a:pt x="9525" y="9525"/>
                </a:lnTo>
                <a:close/>
              </a:path>
            </a:pathLst>
          </a:custGeom>
          <a:solidFill>
            <a:srgbClr val="C7C6C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76" name="object 176"/>
          <p:cNvSpPr/>
          <p:nvPr/>
        </p:nvSpPr>
        <p:spPr>
          <a:xfrm>
            <a:off x="7305676" y="3776804"/>
            <a:ext cx="9525" cy="9525"/>
          </a:xfrm>
          <a:custGeom>
            <a:avLst/>
            <a:gdLst/>
            <a:ahLst/>
            <a:cxnLst/>
            <a:rect l="l" t="t" r="r" b="b"/>
            <a:pathLst>
              <a:path w="9525" h="9525">
                <a:moveTo>
                  <a:pt x="9525" y="9525"/>
                </a:moveTo>
                <a:lnTo>
                  <a:pt x="0" y="9525"/>
                </a:lnTo>
                <a:lnTo>
                  <a:pt x="0" y="0"/>
                </a:lnTo>
                <a:lnTo>
                  <a:pt x="9525" y="0"/>
                </a:lnTo>
                <a:lnTo>
                  <a:pt x="9525" y="9525"/>
                </a:lnTo>
                <a:close/>
              </a:path>
            </a:pathLst>
          </a:custGeom>
          <a:solidFill>
            <a:srgbClr val="C7C6C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77" name="object 177"/>
          <p:cNvSpPr/>
          <p:nvPr/>
        </p:nvSpPr>
        <p:spPr>
          <a:xfrm>
            <a:off x="7362826" y="3776804"/>
            <a:ext cx="9525" cy="9525"/>
          </a:xfrm>
          <a:custGeom>
            <a:avLst/>
            <a:gdLst/>
            <a:ahLst/>
            <a:cxnLst/>
            <a:rect l="l" t="t" r="r" b="b"/>
            <a:pathLst>
              <a:path w="9525" h="9525">
                <a:moveTo>
                  <a:pt x="9525" y="9525"/>
                </a:moveTo>
                <a:lnTo>
                  <a:pt x="0" y="9525"/>
                </a:lnTo>
                <a:lnTo>
                  <a:pt x="0" y="0"/>
                </a:lnTo>
                <a:lnTo>
                  <a:pt x="9525" y="0"/>
                </a:lnTo>
                <a:lnTo>
                  <a:pt x="9525" y="9525"/>
                </a:lnTo>
                <a:close/>
              </a:path>
            </a:pathLst>
          </a:custGeom>
          <a:solidFill>
            <a:srgbClr val="C7C6C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78" name="object 178"/>
          <p:cNvSpPr/>
          <p:nvPr/>
        </p:nvSpPr>
        <p:spPr>
          <a:xfrm>
            <a:off x="7419976" y="3776804"/>
            <a:ext cx="9525" cy="9525"/>
          </a:xfrm>
          <a:custGeom>
            <a:avLst/>
            <a:gdLst/>
            <a:ahLst/>
            <a:cxnLst/>
            <a:rect l="l" t="t" r="r" b="b"/>
            <a:pathLst>
              <a:path w="9525" h="9525">
                <a:moveTo>
                  <a:pt x="9525" y="9525"/>
                </a:moveTo>
                <a:lnTo>
                  <a:pt x="0" y="9525"/>
                </a:lnTo>
                <a:lnTo>
                  <a:pt x="0" y="0"/>
                </a:lnTo>
                <a:lnTo>
                  <a:pt x="9525" y="0"/>
                </a:lnTo>
                <a:lnTo>
                  <a:pt x="9525" y="9525"/>
                </a:lnTo>
                <a:close/>
              </a:path>
            </a:pathLst>
          </a:custGeom>
          <a:solidFill>
            <a:srgbClr val="C7C6C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79" name="object 179"/>
          <p:cNvSpPr/>
          <p:nvPr/>
        </p:nvSpPr>
        <p:spPr>
          <a:xfrm>
            <a:off x="7477126" y="3776804"/>
            <a:ext cx="9525" cy="9525"/>
          </a:xfrm>
          <a:custGeom>
            <a:avLst/>
            <a:gdLst/>
            <a:ahLst/>
            <a:cxnLst/>
            <a:rect l="l" t="t" r="r" b="b"/>
            <a:pathLst>
              <a:path w="9525" h="9525">
                <a:moveTo>
                  <a:pt x="9525" y="9525"/>
                </a:moveTo>
                <a:lnTo>
                  <a:pt x="0" y="9525"/>
                </a:lnTo>
                <a:lnTo>
                  <a:pt x="0" y="0"/>
                </a:lnTo>
                <a:lnTo>
                  <a:pt x="9525" y="0"/>
                </a:lnTo>
                <a:lnTo>
                  <a:pt x="9525" y="9525"/>
                </a:lnTo>
                <a:close/>
              </a:path>
            </a:pathLst>
          </a:custGeom>
          <a:solidFill>
            <a:srgbClr val="C7C6C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80" name="object 180"/>
          <p:cNvSpPr/>
          <p:nvPr/>
        </p:nvSpPr>
        <p:spPr>
          <a:xfrm>
            <a:off x="7534276" y="3776804"/>
            <a:ext cx="9525" cy="9525"/>
          </a:xfrm>
          <a:custGeom>
            <a:avLst/>
            <a:gdLst/>
            <a:ahLst/>
            <a:cxnLst/>
            <a:rect l="l" t="t" r="r" b="b"/>
            <a:pathLst>
              <a:path w="9525" h="9525">
                <a:moveTo>
                  <a:pt x="9525" y="9525"/>
                </a:moveTo>
                <a:lnTo>
                  <a:pt x="0" y="9525"/>
                </a:lnTo>
                <a:lnTo>
                  <a:pt x="0" y="0"/>
                </a:lnTo>
                <a:lnTo>
                  <a:pt x="9525" y="0"/>
                </a:lnTo>
                <a:lnTo>
                  <a:pt x="9525" y="9525"/>
                </a:lnTo>
                <a:close/>
              </a:path>
            </a:pathLst>
          </a:custGeom>
          <a:solidFill>
            <a:srgbClr val="C7C6C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81" name="object 181"/>
          <p:cNvSpPr/>
          <p:nvPr/>
        </p:nvSpPr>
        <p:spPr>
          <a:xfrm>
            <a:off x="7591426" y="3776804"/>
            <a:ext cx="9525" cy="9525"/>
          </a:xfrm>
          <a:custGeom>
            <a:avLst/>
            <a:gdLst/>
            <a:ahLst/>
            <a:cxnLst/>
            <a:rect l="l" t="t" r="r" b="b"/>
            <a:pathLst>
              <a:path w="9525" h="9525">
                <a:moveTo>
                  <a:pt x="9525" y="9525"/>
                </a:moveTo>
                <a:lnTo>
                  <a:pt x="0" y="9525"/>
                </a:lnTo>
                <a:lnTo>
                  <a:pt x="0" y="0"/>
                </a:lnTo>
                <a:lnTo>
                  <a:pt x="9525" y="0"/>
                </a:lnTo>
                <a:lnTo>
                  <a:pt x="9525" y="9525"/>
                </a:lnTo>
                <a:close/>
              </a:path>
            </a:pathLst>
          </a:custGeom>
          <a:solidFill>
            <a:srgbClr val="C7C6C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82" name="object 182"/>
          <p:cNvSpPr/>
          <p:nvPr/>
        </p:nvSpPr>
        <p:spPr>
          <a:xfrm>
            <a:off x="7648576" y="3776804"/>
            <a:ext cx="9525" cy="9525"/>
          </a:xfrm>
          <a:custGeom>
            <a:avLst/>
            <a:gdLst/>
            <a:ahLst/>
            <a:cxnLst/>
            <a:rect l="l" t="t" r="r" b="b"/>
            <a:pathLst>
              <a:path w="9525" h="9525">
                <a:moveTo>
                  <a:pt x="9525" y="9525"/>
                </a:moveTo>
                <a:lnTo>
                  <a:pt x="0" y="9525"/>
                </a:lnTo>
                <a:lnTo>
                  <a:pt x="0" y="0"/>
                </a:lnTo>
                <a:lnTo>
                  <a:pt x="9525" y="0"/>
                </a:lnTo>
                <a:lnTo>
                  <a:pt x="9525" y="9525"/>
                </a:lnTo>
                <a:close/>
              </a:path>
            </a:pathLst>
          </a:custGeom>
          <a:solidFill>
            <a:srgbClr val="C7C6C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83" name="object 183"/>
          <p:cNvSpPr/>
          <p:nvPr/>
        </p:nvSpPr>
        <p:spPr>
          <a:xfrm>
            <a:off x="7705726" y="3776804"/>
            <a:ext cx="9525" cy="9525"/>
          </a:xfrm>
          <a:custGeom>
            <a:avLst/>
            <a:gdLst/>
            <a:ahLst/>
            <a:cxnLst/>
            <a:rect l="l" t="t" r="r" b="b"/>
            <a:pathLst>
              <a:path w="9525" h="9525">
                <a:moveTo>
                  <a:pt x="9525" y="9525"/>
                </a:moveTo>
                <a:lnTo>
                  <a:pt x="0" y="9525"/>
                </a:lnTo>
                <a:lnTo>
                  <a:pt x="0" y="0"/>
                </a:lnTo>
                <a:lnTo>
                  <a:pt x="9525" y="0"/>
                </a:lnTo>
                <a:lnTo>
                  <a:pt x="9525" y="9525"/>
                </a:lnTo>
                <a:close/>
              </a:path>
            </a:pathLst>
          </a:custGeom>
          <a:solidFill>
            <a:srgbClr val="C7C6C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84" name="object 184"/>
          <p:cNvSpPr/>
          <p:nvPr/>
        </p:nvSpPr>
        <p:spPr>
          <a:xfrm>
            <a:off x="7762876" y="3776804"/>
            <a:ext cx="9525" cy="9525"/>
          </a:xfrm>
          <a:custGeom>
            <a:avLst/>
            <a:gdLst/>
            <a:ahLst/>
            <a:cxnLst/>
            <a:rect l="l" t="t" r="r" b="b"/>
            <a:pathLst>
              <a:path w="9525" h="9525">
                <a:moveTo>
                  <a:pt x="9525" y="9525"/>
                </a:moveTo>
                <a:lnTo>
                  <a:pt x="0" y="9525"/>
                </a:lnTo>
                <a:lnTo>
                  <a:pt x="0" y="0"/>
                </a:lnTo>
                <a:lnTo>
                  <a:pt x="9525" y="0"/>
                </a:lnTo>
                <a:lnTo>
                  <a:pt x="9525" y="9525"/>
                </a:lnTo>
                <a:close/>
              </a:path>
            </a:pathLst>
          </a:custGeom>
          <a:solidFill>
            <a:srgbClr val="C7C6C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85" name="object 185"/>
          <p:cNvSpPr/>
          <p:nvPr/>
        </p:nvSpPr>
        <p:spPr>
          <a:xfrm>
            <a:off x="7820026" y="3776804"/>
            <a:ext cx="9525" cy="9525"/>
          </a:xfrm>
          <a:custGeom>
            <a:avLst/>
            <a:gdLst/>
            <a:ahLst/>
            <a:cxnLst/>
            <a:rect l="l" t="t" r="r" b="b"/>
            <a:pathLst>
              <a:path w="9525" h="9525">
                <a:moveTo>
                  <a:pt x="9525" y="9525"/>
                </a:moveTo>
                <a:lnTo>
                  <a:pt x="0" y="9525"/>
                </a:lnTo>
                <a:lnTo>
                  <a:pt x="0" y="0"/>
                </a:lnTo>
                <a:lnTo>
                  <a:pt x="9525" y="0"/>
                </a:lnTo>
                <a:lnTo>
                  <a:pt x="9525" y="9525"/>
                </a:lnTo>
                <a:close/>
              </a:path>
            </a:pathLst>
          </a:custGeom>
          <a:solidFill>
            <a:srgbClr val="C7C6C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86" name="object 186"/>
          <p:cNvSpPr/>
          <p:nvPr/>
        </p:nvSpPr>
        <p:spPr>
          <a:xfrm>
            <a:off x="7877176" y="3776804"/>
            <a:ext cx="9525" cy="9525"/>
          </a:xfrm>
          <a:custGeom>
            <a:avLst/>
            <a:gdLst/>
            <a:ahLst/>
            <a:cxnLst/>
            <a:rect l="l" t="t" r="r" b="b"/>
            <a:pathLst>
              <a:path w="9525" h="9525">
                <a:moveTo>
                  <a:pt x="9525" y="9525"/>
                </a:moveTo>
                <a:lnTo>
                  <a:pt x="0" y="9525"/>
                </a:lnTo>
                <a:lnTo>
                  <a:pt x="0" y="0"/>
                </a:lnTo>
                <a:lnTo>
                  <a:pt x="9525" y="0"/>
                </a:lnTo>
                <a:lnTo>
                  <a:pt x="9525" y="9525"/>
                </a:lnTo>
                <a:close/>
              </a:path>
            </a:pathLst>
          </a:custGeom>
          <a:solidFill>
            <a:srgbClr val="C7C6C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87" name="object 187"/>
          <p:cNvSpPr/>
          <p:nvPr/>
        </p:nvSpPr>
        <p:spPr>
          <a:xfrm>
            <a:off x="7934326" y="3776804"/>
            <a:ext cx="9525" cy="9525"/>
          </a:xfrm>
          <a:custGeom>
            <a:avLst/>
            <a:gdLst/>
            <a:ahLst/>
            <a:cxnLst/>
            <a:rect l="l" t="t" r="r" b="b"/>
            <a:pathLst>
              <a:path w="9525" h="9525">
                <a:moveTo>
                  <a:pt x="9525" y="9525"/>
                </a:moveTo>
                <a:lnTo>
                  <a:pt x="0" y="9525"/>
                </a:lnTo>
                <a:lnTo>
                  <a:pt x="0" y="0"/>
                </a:lnTo>
                <a:lnTo>
                  <a:pt x="9525" y="0"/>
                </a:lnTo>
                <a:lnTo>
                  <a:pt x="9525" y="9525"/>
                </a:lnTo>
                <a:close/>
              </a:path>
            </a:pathLst>
          </a:custGeom>
          <a:solidFill>
            <a:srgbClr val="C7C6C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88" name="object 188"/>
          <p:cNvSpPr/>
          <p:nvPr/>
        </p:nvSpPr>
        <p:spPr>
          <a:xfrm>
            <a:off x="7991476" y="3776804"/>
            <a:ext cx="9525" cy="9525"/>
          </a:xfrm>
          <a:custGeom>
            <a:avLst/>
            <a:gdLst/>
            <a:ahLst/>
            <a:cxnLst/>
            <a:rect l="l" t="t" r="r" b="b"/>
            <a:pathLst>
              <a:path w="9525" h="9525">
                <a:moveTo>
                  <a:pt x="9525" y="9525"/>
                </a:moveTo>
                <a:lnTo>
                  <a:pt x="0" y="9525"/>
                </a:lnTo>
                <a:lnTo>
                  <a:pt x="0" y="0"/>
                </a:lnTo>
                <a:lnTo>
                  <a:pt x="9525" y="0"/>
                </a:lnTo>
                <a:lnTo>
                  <a:pt x="9525" y="9525"/>
                </a:lnTo>
                <a:close/>
              </a:path>
            </a:pathLst>
          </a:custGeom>
          <a:solidFill>
            <a:srgbClr val="C7C6C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89" name="object 189"/>
          <p:cNvSpPr/>
          <p:nvPr/>
        </p:nvSpPr>
        <p:spPr>
          <a:xfrm>
            <a:off x="8048626" y="3776804"/>
            <a:ext cx="9525" cy="9525"/>
          </a:xfrm>
          <a:custGeom>
            <a:avLst/>
            <a:gdLst/>
            <a:ahLst/>
            <a:cxnLst/>
            <a:rect l="l" t="t" r="r" b="b"/>
            <a:pathLst>
              <a:path w="9525" h="9525">
                <a:moveTo>
                  <a:pt x="9525" y="9525"/>
                </a:moveTo>
                <a:lnTo>
                  <a:pt x="0" y="9525"/>
                </a:lnTo>
                <a:lnTo>
                  <a:pt x="0" y="0"/>
                </a:lnTo>
                <a:lnTo>
                  <a:pt x="9525" y="0"/>
                </a:lnTo>
                <a:lnTo>
                  <a:pt x="9525" y="9525"/>
                </a:lnTo>
                <a:close/>
              </a:path>
            </a:pathLst>
          </a:custGeom>
          <a:solidFill>
            <a:srgbClr val="C7C6C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90" name="object 190"/>
          <p:cNvSpPr/>
          <p:nvPr/>
        </p:nvSpPr>
        <p:spPr>
          <a:xfrm>
            <a:off x="8105776" y="3776804"/>
            <a:ext cx="9525" cy="9525"/>
          </a:xfrm>
          <a:custGeom>
            <a:avLst/>
            <a:gdLst/>
            <a:ahLst/>
            <a:cxnLst/>
            <a:rect l="l" t="t" r="r" b="b"/>
            <a:pathLst>
              <a:path w="9525" h="9525">
                <a:moveTo>
                  <a:pt x="9525" y="9525"/>
                </a:moveTo>
                <a:lnTo>
                  <a:pt x="0" y="9525"/>
                </a:lnTo>
                <a:lnTo>
                  <a:pt x="0" y="0"/>
                </a:lnTo>
                <a:lnTo>
                  <a:pt x="9525" y="0"/>
                </a:lnTo>
                <a:lnTo>
                  <a:pt x="9525" y="9525"/>
                </a:lnTo>
                <a:close/>
              </a:path>
            </a:pathLst>
          </a:custGeom>
          <a:solidFill>
            <a:srgbClr val="C7C6C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91" name="object 191"/>
          <p:cNvSpPr/>
          <p:nvPr/>
        </p:nvSpPr>
        <p:spPr>
          <a:xfrm>
            <a:off x="8162926" y="3776804"/>
            <a:ext cx="9525" cy="9525"/>
          </a:xfrm>
          <a:custGeom>
            <a:avLst/>
            <a:gdLst/>
            <a:ahLst/>
            <a:cxnLst/>
            <a:rect l="l" t="t" r="r" b="b"/>
            <a:pathLst>
              <a:path w="9525" h="9525">
                <a:moveTo>
                  <a:pt x="9525" y="9525"/>
                </a:moveTo>
                <a:lnTo>
                  <a:pt x="0" y="9525"/>
                </a:lnTo>
                <a:lnTo>
                  <a:pt x="0" y="0"/>
                </a:lnTo>
                <a:lnTo>
                  <a:pt x="9525" y="0"/>
                </a:lnTo>
                <a:lnTo>
                  <a:pt x="9525" y="9525"/>
                </a:lnTo>
                <a:close/>
              </a:path>
            </a:pathLst>
          </a:custGeom>
          <a:solidFill>
            <a:srgbClr val="C7C6C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92" name="object 192"/>
          <p:cNvSpPr/>
          <p:nvPr/>
        </p:nvSpPr>
        <p:spPr>
          <a:xfrm>
            <a:off x="8220076" y="3776804"/>
            <a:ext cx="9525" cy="9525"/>
          </a:xfrm>
          <a:custGeom>
            <a:avLst/>
            <a:gdLst/>
            <a:ahLst/>
            <a:cxnLst/>
            <a:rect l="l" t="t" r="r" b="b"/>
            <a:pathLst>
              <a:path w="9525" h="9525">
                <a:moveTo>
                  <a:pt x="9525" y="9525"/>
                </a:moveTo>
                <a:lnTo>
                  <a:pt x="0" y="9525"/>
                </a:lnTo>
                <a:lnTo>
                  <a:pt x="0" y="0"/>
                </a:lnTo>
                <a:lnTo>
                  <a:pt x="9525" y="0"/>
                </a:lnTo>
                <a:lnTo>
                  <a:pt x="9525" y="9525"/>
                </a:lnTo>
                <a:close/>
              </a:path>
            </a:pathLst>
          </a:custGeom>
          <a:solidFill>
            <a:srgbClr val="C7C6C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93" name="object 193"/>
          <p:cNvSpPr/>
          <p:nvPr/>
        </p:nvSpPr>
        <p:spPr>
          <a:xfrm>
            <a:off x="8277226" y="3776804"/>
            <a:ext cx="9525" cy="9525"/>
          </a:xfrm>
          <a:custGeom>
            <a:avLst/>
            <a:gdLst/>
            <a:ahLst/>
            <a:cxnLst/>
            <a:rect l="l" t="t" r="r" b="b"/>
            <a:pathLst>
              <a:path w="9525" h="9525">
                <a:moveTo>
                  <a:pt x="9525" y="9525"/>
                </a:moveTo>
                <a:lnTo>
                  <a:pt x="0" y="9525"/>
                </a:lnTo>
                <a:lnTo>
                  <a:pt x="0" y="0"/>
                </a:lnTo>
                <a:lnTo>
                  <a:pt x="9525" y="0"/>
                </a:lnTo>
                <a:lnTo>
                  <a:pt x="9525" y="9525"/>
                </a:lnTo>
                <a:close/>
              </a:path>
            </a:pathLst>
          </a:custGeom>
          <a:solidFill>
            <a:srgbClr val="C7C6C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94" name="object 194"/>
          <p:cNvSpPr/>
          <p:nvPr/>
        </p:nvSpPr>
        <p:spPr>
          <a:xfrm>
            <a:off x="8334376" y="3776804"/>
            <a:ext cx="9525" cy="9525"/>
          </a:xfrm>
          <a:custGeom>
            <a:avLst/>
            <a:gdLst/>
            <a:ahLst/>
            <a:cxnLst/>
            <a:rect l="l" t="t" r="r" b="b"/>
            <a:pathLst>
              <a:path w="9525" h="9525">
                <a:moveTo>
                  <a:pt x="9525" y="9525"/>
                </a:moveTo>
                <a:lnTo>
                  <a:pt x="0" y="9525"/>
                </a:lnTo>
                <a:lnTo>
                  <a:pt x="0" y="0"/>
                </a:lnTo>
                <a:lnTo>
                  <a:pt x="9525" y="0"/>
                </a:lnTo>
                <a:lnTo>
                  <a:pt x="9525" y="9525"/>
                </a:lnTo>
                <a:close/>
              </a:path>
            </a:pathLst>
          </a:custGeom>
          <a:solidFill>
            <a:srgbClr val="C7C6C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95" name="object 195"/>
          <p:cNvSpPr/>
          <p:nvPr/>
        </p:nvSpPr>
        <p:spPr>
          <a:xfrm>
            <a:off x="8391526" y="3776804"/>
            <a:ext cx="9525" cy="9525"/>
          </a:xfrm>
          <a:custGeom>
            <a:avLst/>
            <a:gdLst/>
            <a:ahLst/>
            <a:cxnLst/>
            <a:rect l="l" t="t" r="r" b="b"/>
            <a:pathLst>
              <a:path w="9525" h="9525">
                <a:moveTo>
                  <a:pt x="9525" y="9525"/>
                </a:moveTo>
                <a:lnTo>
                  <a:pt x="0" y="9525"/>
                </a:lnTo>
                <a:lnTo>
                  <a:pt x="0" y="0"/>
                </a:lnTo>
                <a:lnTo>
                  <a:pt x="9525" y="0"/>
                </a:lnTo>
                <a:lnTo>
                  <a:pt x="9525" y="9525"/>
                </a:lnTo>
                <a:close/>
              </a:path>
            </a:pathLst>
          </a:custGeom>
          <a:solidFill>
            <a:srgbClr val="C7C6C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96" name="object 196"/>
          <p:cNvSpPr/>
          <p:nvPr/>
        </p:nvSpPr>
        <p:spPr>
          <a:xfrm>
            <a:off x="8448676" y="3776804"/>
            <a:ext cx="9525" cy="9525"/>
          </a:xfrm>
          <a:custGeom>
            <a:avLst/>
            <a:gdLst/>
            <a:ahLst/>
            <a:cxnLst/>
            <a:rect l="l" t="t" r="r" b="b"/>
            <a:pathLst>
              <a:path w="9525" h="9525">
                <a:moveTo>
                  <a:pt x="9525" y="9525"/>
                </a:moveTo>
                <a:lnTo>
                  <a:pt x="0" y="9525"/>
                </a:lnTo>
                <a:lnTo>
                  <a:pt x="0" y="0"/>
                </a:lnTo>
                <a:lnTo>
                  <a:pt x="9525" y="0"/>
                </a:lnTo>
                <a:lnTo>
                  <a:pt x="9525" y="9525"/>
                </a:lnTo>
                <a:close/>
              </a:path>
            </a:pathLst>
          </a:custGeom>
          <a:solidFill>
            <a:srgbClr val="C7C6C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97" name="object 197"/>
          <p:cNvSpPr/>
          <p:nvPr/>
        </p:nvSpPr>
        <p:spPr>
          <a:xfrm>
            <a:off x="8505826" y="3776804"/>
            <a:ext cx="9525" cy="9525"/>
          </a:xfrm>
          <a:custGeom>
            <a:avLst/>
            <a:gdLst/>
            <a:ahLst/>
            <a:cxnLst/>
            <a:rect l="l" t="t" r="r" b="b"/>
            <a:pathLst>
              <a:path w="9525" h="9525">
                <a:moveTo>
                  <a:pt x="9525" y="9525"/>
                </a:moveTo>
                <a:lnTo>
                  <a:pt x="0" y="9525"/>
                </a:lnTo>
                <a:lnTo>
                  <a:pt x="0" y="0"/>
                </a:lnTo>
                <a:lnTo>
                  <a:pt x="9525" y="0"/>
                </a:lnTo>
                <a:lnTo>
                  <a:pt x="9525" y="9525"/>
                </a:lnTo>
                <a:close/>
              </a:path>
            </a:pathLst>
          </a:custGeom>
          <a:solidFill>
            <a:srgbClr val="C7C6C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98" name="object 198"/>
          <p:cNvSpPr/>
          <p:nvPr/>
        </p:nvSpPr>
        <p:spPr>
          <a:xfrm>
            <a:off x="8562976" y="3776804"/>
            <a:ext cx="9525" cy="9525"/>
          </a:xfrm>
          <a:custGeom>
            <a:avLst/>
            <a:gdLst/>
            <a:ahLst/>
            <a:cxnLst/>
            <a:rect l="l" t="t" r="r" b="b"/>
            <a:pathLst>
              <a:path w="9525" h="9525">
                <a:moveTo>
                  <a:pt x="9525" y="9525"/>
                </a:moveTo>
                <a:lnTo>
                  <a:pt x="0" y="9525"/>
                </a:lnTo>
                <a:lnTo>
                  <a:pt x="0" y="0"/>
                </a:lnTo>
                <a:lnTo>
                  <a:pt x="9525" y="0"/>
                </a:lnTo>
                <a:lnTo>
                  <a:pt x="9525" y="9525"/>
                </a:lnTo>
                <a:close/>
              </a:path>
            </a:pathLst>
          </a:custGeom>
          <a:solidFill>
            <a:srgbClr val="C7C6C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99" name="object 199"/>
          <p:cNvSpPr/>
          <p:nvPr/>
        </p:nvSpPr>
        <p:spPr>
          <a:xfrm>
            <a:off x="8620126" y="3776804"/>
            <a:ext cx="9525" cy="9525"/>
          </a:xfrm>
          <a:custGeom>
            <a:avLst/>
            <a:gdLst/>
            <a:ahLst/>
            <a:cxnLst/>
            <a:rect l="l" t="t" r="r" b="b"/>
            <a:pathLst>
              <a:path w="9525" h="9525">
                <a:moveTo>
                  <a:pt x="9525" y="9525"/>
                </a:moveTo>
                <a:lnTo>
                  <a:pt x="0" y="9525"/>
                </a:lnTo>
                <a:lnTo>
                  <a:pt x="0" y="0"/>
                </a:lnTo>
                <a:lnTo>
                  <a:pt x="9525" y="0"/>
                </a:lnTo>
                <a:lnTo>
                  <a:pt x="9525" y="9525"/>
                </a:lnTo>
                <a:close/>
              </a:path>
            </a:pathLst>
          </a:custGeom>
          <a:solidFill>
            <a:srgbClr val="C7C6C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00" name="object 200"/>
          <p:cNvSpPr/>
          <p:nvPr/>
        </p:nvSpPr>
        <p:spPr>
          <a:xfrm>
            <a:off x="8677276" y="3776804"/>
            <a:ext cx="9525" cy="9525"/>
          </a:xfrm>
          <a:custGeom>
            <a:avLst/>
            <a:gdLst/>
            <a:ahLst/>
            <a:cxnLst/>
            <a:rect l="l" t="t" r="r" b="b"/>
            <a:pathLst>
              <a:path w="9525" h="9525">
                <a:moveTo>
                  <a:pt x="9525" y="9525"/>
                </a:moveTo>
                <a:lnTo>
                  <a:pt x="0" y="9525"/>
                </a:lnTo>
                <a:lnTo>
                  <a:pt x="0" y="0"/>
                </a:lnTo>
                <a:lnTo>
                  <a:pt x="9525" y="0"/>
                </a:lnTo>
                <a:lnTo>
                  <a:pt x="9525" y="9525"/>
                </a:lnTo>
                <a:close/>
              </a:path>
            </a:pathLst>
          </a:custGeom>
          <a:solidFill>
            <a:srgbClr val="C7C6C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01" name="object 201"/>
          <p:cNvSpPr/>
          <p:nvPr/>
        </p:nvSpPr>
        <p:spPr>
          <a:xfrm>
            <a:off x="8734426" y="3776804"/>
            <a:ext cx="9525" cy="9525"/>
          </a:xfrm>
          <a:custGeom>
            <a:avLst/>
            <a:gdLst/>
            <a:ahLst/>
            <a:cxnLst/>
            <a:rect l="l" t="t" r="r" b="b"/>
            <a:pathLst>
              <a:path w="9525" h="9525">
                <a:moveTo>
                  <a:pt x="9525" y="9525"/>
                </a:moveTo>
                <a:lnTo>
                  <a:pt x="0" y="9525"/>
                </a:lnTo>
                <a:lnTo>
                  <a:pt x="0" y="0"/>
                </a:lnTo>
                <a:lnTo>
                  <a:pt x="9525" y="0"/>
                </a:lnTo>
                <a:lnTo>
                  <a:pt x="9525" y="9525"/>
                </a:lnTo>
                <a:close/>
              </a:path>
            </a:pathLst>
          </a:custGeom>
          <a:solidFill>
            <a:srgbClr val="C7C6C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02" name="object 202"/>
          <p:cNvSpPr/>
          <p:nvPr/>
        </p:nvSpPr>
        <p:spPr>
          <a:xfrm>
            <a:off x="8791576" y="3776804"/>
            <a:ext cx="9525" cy="9525"/>
          </a:xfrm>
          <a:custGeom>
            <a:avLst/>
            <a:gdLst/>
            <a:ahLst/>
            <a:cxnLst/>
            <a:rect l="l" t="t" r="r" b="b"/>
            <a:pathLst>
              <a:path w="9525" h="9525">
                <a:moveTo>
                  <a:pt x="9525" y="9525"/>
                </a:moveTo>
                <a:lnTo>
                  <a:pt x="0" y="9525"/>
                </a:lnTo>
                <a:lnTo>
                  <a:pt x="0" y="0"/>
                </a:lnTo>
                <a:lnTo>
                  <a:pt x="9525" y="0"/>
                </a:lnTo>
                <a:lnTo>
                  <a:pt x="9525" y="9525"/>
                </a:lnTo>
                <a:close/>
              </a:path>
            </a:pathLst>
          </a:custGeom>
          <a:solidFill>
            <a:srgbClr val="C7C6C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03" name="object 203"/>
          <p:cNvSpPr/>
          <p:nvPr/>
        </p:nvSpPr>
        <p:spPr>
          <a:xfrm>
            <a:off x="8848726" y="3776804"/>
            <a:ext cx="9525" cy="9525"/>
          </a:xfrm>
          <a:custGeom>
            <a:avLst/>
            <a:gdLst/>
            <a:ahLst/>
            <a:cxnLst/>
            <a:rect l="l" t="t" r="r" b="b"/>
            <a:pathLst>
              <a:path w="9525" h="9525">
                <a:moveTo>
                  <a:pt x="9525" y="9525"/>
                </a:moveTo>
                <a:lnTo>
                  <a:pt x="0" y="9525"/>
                </a:lnTo>
                <a:lnTo>
                  <a:pt x="0" y="0"/>
                </a:lnTo>
                <a:lnTo>
                  <a:pt x="9525" y="0"/>
                </a:lnTo>
                <a:lnTo>
                  <a:pt x="9525" y="9525"/>
                </a:lnTo>
                <a:close/>
              </a:path>
            </a:pathLst>
          </a:custGeom>
          <a:solidFill>
            <a:srgbClr val="C7C6C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04" name="object 204"/>
          <p:cNvSpPr/>
          <p:nvPr/>
        </p:nvSpPr>
        <p:spPr>
          <a:xfrm>
            <a:off x="8905876" y="3776804"/>
            <a:ext cx="9525" cy="9525"/>
          </a:xfrm>
          <a:custGeom>
            <a:avLst/>
            <a:gdLst/>
            <a:ahLst/>
            <a:cxnLst/>
            <a:rect l="l" t="t" r="r" b="b"/>
            <a:pathLst>
              <a:path w="9525" h="9525">
                <a:moveTo>
                  <a:pt x="9525" y="9525"/>
                </a:moveTo>
                <a:lnTo>
                  <a:pt x="0" y="9525"/>
                </a:lnTo>
                <a:lnTo>
                  <a:pt x="0" y="0"/>
                </a:lnTo>
                <a:lnTo>
                  <a:pt x="9525" y="0"/>
                </a:lnTo>
                <a:lnTo>
                  <a:pt x="9525" y="9525"/>
                </a:lnTo>
                <a:close/>
              </a:path>
            </a:pathLst>
          </a:custGeom>
          <a:solidFill>
            <a:srgbClr val="C7C6C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05" name="object 205"/>
          <p:cNvSpPr/>
          <p:nvPr/>
        </p:nvSpPr>
        <p:spPr>
          <a:xfrm>
            <a:off x="8963026" y="3776804"/>
            <a:ext cx="9525" cy="9525"/>
          </a:xfrm>
          <a:custGeom>
            <a:avLst/>
            <a:gdLst/>
            <a:ahLst/>
            <a:cxnLst/>
            <a:rect l="l" t="t" r="r" b="b"/>
            <a:pathLst>
              <a:path w="9525" h="9525">
                <a:moveTo>
                  <a:pt x="9525" y="9525"/>
                </a:moveTo>
                <a:lnTo>
                  <a:pt x="0" y="9525"/>
                </a:lnTo>
                <a:lnTo>
                  <a:pt x="0" y="0"/>
                </a:lnTo>
                <a:lnTo>
                  <a:pt x="9525" y="0"/>
                </a:lnTo>
                <a:lnTo>
                  <a:pt x="9525" y="9525"/>
                </a:lnTo>
                <a:close/>
              </a:path>
            </a:pathLst>
          </a:custGeom>
          <a:solidFill>
            <a:srgbClr val="C7C6C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06" name="object 206"/>
          <p:cNvSpPr/>
          <p:nvPr/>
        </p:nvSpPr>
        <p:spPr>
          <a:xfrm>
            <a:off x="9020176" y="3776804"/>
            <a:ext cx="9525" cy="9525"/>
          </a:xfrm>
          <a:custGeom>
            <a:avLst/>
            <a:gdLst/>
            <a:ahLst/>
            <a:cxnLst/>
            <a:rect l="l" t="t" r="r" b="b"/>
            <a:pathLst>
              <a:path w="9525" h="9525">
                <a:moveTo>
                  <a:pt x="9525" y="9525"/>
                </a:moveTo>
                <a:lnTo>
                  <a:pt x="0" y="9525"/>
                </a:lnTo>
                <a:lnTo>
                  <a:pt x="0" y="0"/>
                </a:lnTo>
                <a:lnTo>
                  <a:pt x="9525" y="0"/>
                </a:lnTo>
                <a:lnTo>
                  <a:pt x="9525" y="9525"/>
                </a:lnTo>
                <a:close/>
              </a:path>
            </a:pathLst>
          </a:custGeom>
          <a:solidFill>
            <a:srgbClr val="C7C6C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07" name="object 207"/>
          <p:cNvSpPr/>
          <p:nvPr/>
        </p:nvSpPr>
        <p:spPr>
          <a:xfrm>
            <a:off x="9077326" y="3776804"/>
            <a:ext cx="9525" cy="9525"/>
          </a:xfrm>
          <a:custGeom>
            <a:avLst/>
            <a:gdLst/>
            <a:ahLst/>
            <a:cxnLst/>
            <a:rect l="l" t="t" r="r" b="b"/>
            <a:pathLst>
              <a:path w="9525" h="9525">
                <a:moveTo>
                  <a:pt x="9525" y="9525"/>
                </a:moveTo>
                <a:lnTo>
                  <a:pt x="0" y="9525"/>
                </a:lnTo>
                <a:lnTo>
                  <a:pt x="0" y="0"/>
                </a:lnTo>
                <a:lnTo>
                  <a:pt x="9525" y="0"/>
                </a:lnTo>
                <a:lnTo>
                  <a:pt x="9525" y="9525"/>
                </a:lnTo>
                <a:close/>
              </a:path>
            </a:pathLst>
          </a:custGeom>
          <a:solidFill>
            <a:srgbClr val="C7C6C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08" name="object 208"/>
          <p:cNvSpPr/>
          <p:nvPr/>
        </p:nvSpPr>
        <p:spPr>
          <a:xfrm>
            <a:off x="9134476" y="3776804"/>
            <a:ext cx="9525" cy="9525"/>
          </a:xfrm>
          <a:custGeom>
            <a:avLst/>
            <a:gdLst/>
            <a:ahLst/>
            <a:cxnLst/>
            <a:rect l="l" t="t" r="r" b="b"/>
            <a:pathLst>
              <a:path w="9525" h="9525">
                <a:moveTo>
                  <a:pt x="9525" y="9525"/>
                </a:moveTo>
                <a:lnTo>
                  <a:pt x="0" y="9525"/>
                </a:lnTo>
                <a:lnTo>
                  <a:pt x="0" y="0"/>
                </a:lnTo>
                <a:lnTo>
                  <a:pt x="9525" y="0"/>
                </a:lnTo>
                <a:lnTo>
                  <a:pt x="9525" y="9525"/>
                </a:lnTo>
                <a:close/>
              </a:path>
            </a:pathLst>
          </a:custGeom>
          <a:solidFill>
            <a:srgbClr val="C7C6C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09" name="object 209"/>
          <p:cNvSpPr/>
          <p:nvPr/>
        </p:nvSpPr>
        <p:spPr>
          <a:xfrm>
            <a:off x="9191626" y="3776804"/>
            <a:ext cx="9525" cy="9525"/>
          </a:xfrm>
          <a:custGeom>
            <a:avLst/>
            <a:gdLst/>
            <a:ahLst/>
            <a:cxnLst/>
            <a:rect l="l" t="t" r="r" b="b"/>
            <a:pathLst>
              <a:path w="9525" h="9525">
                <a:moveTo>
                  <a:pt x="9525" y="9525"/>
                </a:moveTo>
                <a:lnTo>
                  <a:pt x="0" y="9525"/>
                </a:lnTo>
                <a:lnTo>
                  <a:pt x="0" y="0"/>
                </a:lnTo>
                <a:lnTo>
                  <a:pt x="9525" y="0"/>
                </a:lnTo>
                <a:lnTo>
                  <a:pt x="9525" y="9525"/>
                </a:lnTo>
                <a:close/>
              </a:path>
            </a:pathLst>
          </a:custGeom>
          <a:solidFill>
            <a:srgbClr val="C7C6C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10" name="object 210"/>
          <p:cNvSpPr/>
          <p:nvPr/>
        </p:nvSpPr>
        <p:spPr>
          <a:xfrm>
            <a:off x="9248776" y="3776804"/>
            <a:ext cx="9525" cy="9525"/>
          </a:xfrm>
          <a:custGeom>
            <a:avLst/>
            <a:gdLst/>
            <a:ahLst/>
            <a:cxnLst/>
            <a:rect l="l" t="t" r="r" b="b"/>
            <a:pathLst>
              <a:path w="9525" h="9525">
                <a:moveTo>
                  <a:pt x="9525" y="9525"/>
                </a:moveTo>
                <a:lnTo>
                  <a:pt x="0" y="9525"/>
                </a:lnTo>
                <a:lnTo>
                  <a:pt x="0" y="0"/>
                </a:lnTo>
                <a:lnTo>
                  <a:pt x="9525" y="0"/>
                </a:lnTo>
                <a:lnTo>
                  <a:pt x="9525" y="9525"/>
                </a:lnTo>
                <a:close/>
              </a:path>
            </a:pathLst>
          </a:custGeom>
          <a:solidFill>
            <a:srgbClr val="C7C6C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11" name="object 211"/>
          <p:cNvSpPr/>
          <p:nvPr/>
        </p:nvSpPr>
        <p:spPr>
          <a:xfrm>
            <a:off x="9305926" y="3776804"/>
            <a:ext cx="9525" cy="9525"/>
          </a:xfrm>
          <a:custGeom>
            <a:avLst/>
            <a:gdLst/>
            <a:ahLst/>
            <a:cxnLst/>
            <a:rect l="l" t="t" r="r" b="b"/>
            <a:pathLst>
              <a:path w="9525" h="9525">
                <a:moveTo>
                  <a:pt x="9525" y="9525"/>
                </a:moveTo>
                <a:lnTo>
                  <a:pt x="0" y="9525"/>
                </a:lnTo>
                <a:lnTo>
                  <a:pt x="0" y="0"/>
                </a:lnTo>
                <a:lnTo>
                  <a:pt x="9525" y="0"/>
                </a:lnTo>
                <a:lnTo>
                  <a:pt x="9525" y="9525"/>
                </a:lnTo>
                <a:close/>
              </a:path>
            </a:pathLst>
          </a:custGeom>
          <a:solidFill>
            <a:srgbClr val="C7C6C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12" name="object 212"/>
          <p:cNvSpPr/>
          <p:nvPr/>
        </p:nvSpPr>
        <p:spPr>
          <a:xfrm>
            <a:off x="9363076" y="3776804"/>
            <a:ext cx="9525" cy="9525"/>
          </a:xfrm>
          <a:custGeom>
            <a:avLst/>
            <a:gdLst/>
            <a:ahLst/>
            <a:cxnLst/>
            <a:rect l="l" t="t" r="r" b="b"/>
            <a:pathLst>
              <a:path w="9525" h="9525">
                <a:moveTo>
                  <a:pt x="9525" y="9525"/>
                </a:moveTo>
                <a:lnTo>
                  <a:pt x="0" y="9525"/>
                </a:lnTo>
                <a:lnTo>
                  <a:pt x="0" y="0"/>
                </a:lnTo>
                <a:lnTo>
                  <a:pt x="9525" y="0"/>
                </a:lnTo>
                <a:lnTo>
                  <a:pt x="9525" y="9525"/>
                </a:lnTo>
                <a:close/>
              </a:path>
            </a:pathLst>
          </a:custGeom>
          <a:solidFill>
            <a:srgbClr val="C7C6C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13" name="object 213"/>
          <p:cNvSpPr/>
          <p:nvPr/>
        </p:nvSpPr>
        <p:spPr>
          <a:xfrm>
            <a:off x="9420226" y="3776804"/>
            <a:ext cx="9525" cy="9525"/>
          </a:xfrm>
          <a:custGeom>
            <a:avLst/>
            <a:gdLst/>
            <a:ahLst/>
            <a:cxnLst/>
            <a:rect l="l" t="t" r="r" b="b"/>
            <a:pathLst>
              <a:path w="9525" h="9525">
                <a:moveTo>
                  <a:pt x="9525" y="9525"/>
                </a:moveTo>
                <a:lnTo>
                  <a:pt x="0" y="9525"/>
                </a:lnTo>
                <a:lnTo>
                  <a:pt x="0" y="0"/>
                </a:lnTo>
                <a:lnTo>
                  <a:pt x="9525" y="0"/>
                </a:lnTo>
                <a:lnTo>
                  <a:pt x="9525" y="9525"/>
                </a:lnTo>
                <a:close/>
              </a:path>
            </a:pathLst>
          </a:custGeom>
          <a:solidFill>
            <a:srgbClr val="C7C6C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14" name="object 214"/>
          <p:cNvSpPr/>
          <p:nvPr/>
        </p:nvSpPr>
        <p:spPr>
          <a:xfrm>
            <a:off x="9477376" y="3776804"/>
            <a:ext cx="9525" cy="9525"/>
          </a:xfrm>
          <a:custGeom>
            <a:avLst/>
            <a:gdLst/>
            <a:ahLst/>
            <a:cxnLst/>
            <a:rect l="l" t="t" r="r" b="b"/>
            <a:pathLst>
              <a:path w="9525" h="9525">
                <a:moveTo>
                  <a:pt x="9525" y="9525"/>
                </a:moveTo>
                <a:lnTo>
                  <a:pt x="0" y="9525"/>
                </a:lnTo>
                <a:lnTo>
                  <a:pt x="0" y="0"/>
                </a:lnTo>
                <a:lnTo>
                  <a:pt x="9525" y="0"/>
                </a:lnTo>
                <a:lnTo>
                  <a:pt x="9525" y="9525"/>
                </a:lnTo>
                <a:close/>
              </a:path>
            </a:pathLst>
          </a:custGeom>
          <a:solidFill>
            <a:srgbClr val="C7C6C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15" name="object 215"/>
          <p:cNvSpPr/>
          <p:nvPr/>
        </p:nvSpPr>
        <p:spPr>
          <a:xfrm>
            <a:off x="9534526" y="3776804"/>
            <a:ext cx="9525" cy="9525"/>
          </a:xfrm>
          <a:custGeom>
            <a:avLst/>
            <a:gdLst/>
            <a:ahLst/>
            <a:cxnLst/>
            <a:rect l="l" t="t" r="r" b="b"/>
            <a:pathLst>
              <a:path w="9525" h="9525">
                <a:moveTo>
                  <a:pt x="9525" y="9525"/>
                </a:moveTo>
                <a:lnTo>
                  <a:pt x="0" y="9525"/>
                </a:lnTo>
                <a:lnTo>
                  <a:pt x="0" y="0"/>
                </a:lnTo>
                <a:lnTo>
                  <a:pt x="9525" y="0"/>
                </a:lnTo>
                <a:lnTo>
                  <a:pt x="9525" y="9525"/>
                </a:lnTo>
                <a:close/>
              </a:path>
            </a:pathLst>
          </a:custGeom>
          <a:solidFill>
            <a:srgbClr val="C7C6C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16" name="object 216"/>
          <p:cNvSpPr/>
          <p:nvPr/>
        </p:nvSpPr>
        <p:spPr>
          <a:xfrm>
            <a:off x="9591676" y="3776804"/>
            <a:ext cx="9525" cy="9525"/>
          </a:xfrm>
          <a:custGeom>
            <a:avLst/>
            <a:gdLst/>
            <a:ahLst/>
            <a:cxnLst/>
            <a:rect l="l" t="t" r="r" b="b"/>
            <a:pathLst>
              <a:path w="9525" h="9525">
                <a:moveTo>
                  <a:pt x="9525" y="9525"/>
                </a:moveTo>
                <a:lnTo>
                  <a:pt x="0" y="9525"/>
                </a:lnTo>
                <a:lnTo>
                  <a:pt x="0" y="0"/>
                </a:lnTo>
                <a:lnTo>
                  <a:pt x="9525" y="0"/>
                </a:lnTo>
                <a:lnTo>
                  <a:pt x="9525" y="9525"/>
                </a:lnTo>
                <a:close/>
              </a:path>
            </a:pathLst>
          </a:custGeom>
          <a:solidFill>
            <a:srgbClr val="C7C6C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17" name="object 217"/>
          <p:cNvSpPr/>
          <p:nvPr/>
        </p:nvSpPr>
        <p:spPr>
          <a:xfrm>
            <a:off x="9648826" y="3776804"/>
            <a:ext cx="9525" cy="9525"/>
          </a:xfrm>
          <a:custGeom>
            <a:avLst/>
            <a:gdLst/>
            <a:ahLst/>
            <a:cxnLst/>
            <a:rect l="l" t="t" r="r" b="b"/>
            <a:pathLst>
              <a:path w="9525" h="9525">
                <a:moveTo>
                  <a:pt x="9525" y="9525"/>
                </a:moveTo>
                <a:lnTo>
                  <a:pt x="0" y="9525"/>
                </a:lnTo>
                <a:lnTo>
                  <a:pt x="0" y="0"/>
                </a:lnTo>
                <a:lnTo>
                  <a:pt x="9525" y="0"/>
                </a:lnTo>
                <a:lnTo>
                  <a:pt x="9525" y="9525"/>
                </a:lnTo>
                <a:close/>
              </a:path>
            </a:pathLst>
          </a:custGeom>
          <a:solidFill>
            <a:srgbClr val="C7C6C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18" name="object 218"/>
          <p:cNvSpPr/>
          <p:nvPr/>
        </p:nvSpPr>
        <p:spPr>
          <a:xfrm>
            <a:off x="9705976" y="3776804"/>
            <a:ext cx="9525" cy="9525"/>
          </a:xfrm>
          <a:custGeom>
            <a:avLst/>
            <a:gdLst/>
            <a:ahLst/>
            <a:cxnLst/>
            <a:rect l="l" t="t" r="r" b="b"/>
            <a:pathLst>
              <a:path w="9525" h="9525">
                <a:moveTo>
                  <a:pt x="9525" y="9525"/>
                </a:moveTo>
                <a:lnTo>
                  <a:pt x="0" y="9525"/>
                </a:lnTo>
                <a:lnTo>
                  <a:pt x="0" y="0"/>
                </a:lnTo>
                <a:lnTo>
                  <a:pt x="9525" y="0"/>
                </a:lnTo>
                <a:lnTo>
                  <a:pt x="9525" y="9525"/>
                </a:lnTo>
                <a:close/>
              </a:path>
            </a:pathLst>
          </a:custGeom>
          <a:solidFill>
            <a:srgbClr val="C7C6C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19" name="object 219"/>
          <p:cNvSpPr/>
          <p:nvPr/>
        </p:nvSpPr>
        <p:spPr>
          <a:xfrm>
            <a:off x="9763126" y="3776804"/>
            <a:ext cx="9525" cy="9525"/>
          </a:xfrm>
          <a:custGeom>
            <a:avLst/>
            <a:gdLst/>
            <a:ahLst/>
            <a:cxnLst/>
            <a:rect l="l" t="t" r="r" b="b"/>
            <a:pathLst>
              <a:path w="9525" h="9525">
                <a:moveTo>
                  <a:pt x="9525" y="9525"/>
                </a:moveTo>
                <a:lnTo>
                  <a:pt x="0" y="9525"/>
                </a:lnTo>
                <a:lnTo>
                  <a:pt x="0" y="0"/>
                </a:lnTo>
                <a:lnTo>
                  <a:pt x="9525" y="0"/>
                </a:lnTo>
                <a:lnTo>
                  <a:pt x="9525" y="9525"/>
                </a:lnTo>
                <a:close/>
              </a:path>
            </a:pathLst>
          </a:custGeom>
          <a:solidFill>
            <a:srgbClr val="C7C6C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20" name="object 220"/>
          <p:cNvSpPr/>
          <p:nvPr/>
        </p:nvSpPr>
        <p:spPr>
          <a:xfrm>
            <a:off x="9820276" y="3776804"/>
            <a:ext cx="9525" cy="9525"/>
          </a:xfrm>
          <a:custGeom>
            <a:avLst/>
            <a:gdLst/>
            <a:ahLst/>
            <a:cxnLst/>
            <a:rect l="l" t="t" r="r" b="b"/>
            <a:pathLst>
              <a:path w="9525" h="9525">
                <a:moveTo>
                  <a:pt x="9525" y="9525"/>
                </a:moveTo>
                <a:lnTo>
                  <a:pt x="0" y="9525"/>
                </a:lnTo>
                <a:lnTo>
                  <a:pt x="0" y="0"/>
                </a:lnTo>
                <a:lnTo>
                  <a:pt x="9525" y="0"/>
                </a:lnTo>
                <a:lnTo>
                  <a:pt x="9525" y="9525"/>
                </a:lnTo>
                <a:close/>
              </a:path>
            </a:pathLst>
          </a:custGeom>
          <a:solidFill>
            <a:srgbClr val="C7C6C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21" name="object 221"/>
          <p:cNvSpPr/>
          <p:nvPr/>
        </p:nvSpPr>
        <p:spPr>
          <a:xfrm>
            <a:off x="9877426" y="3776804"/>
            <a:ext cx="9525" cy="9525"/>
          </a:xfrm>
          <a:custGeom>
            <a:avLst/>
            <a:gdLst/>
            <a:ahLst/>
            <a:cxnLst/>
            <a:rect l="l" t="t" r="r" b="b"/>
            <a:pathLst>
              <a:path w="9525" h="9525">
                <a:moveTo>
                  <a:pt x="9525" y="9525"/>
                </a:moveTo>
                <a:lnTo>
                  <a:pt x="0" y="9525"/>
                </a:lnTo>
                <a:lnTo>
                  <a:pt x="0" y="0"/>
                </a:lnTo>
                <a:lnTo>
                  <a:pt x="9525" y="0"/>
                </a:lnTo>
                <a:lnTo>
                  <a:pt x="9525" y="9525"/>
                </a:lnTo>
                <a:close/>
              </a:path>
            </a:pathLst>
          </a:custGeom>
          <a:solidFill>
            <a:srgbClr val="C7C6C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22" name="object 222"/>
          <p:cNvSpPr/>
          <p:nvPr/>
        </p:nvSpPr>
        <p:spPr>
          <a:xfrm>
            <a:off x="9934576" y="3776804"/>
            <a:ext cx="9525" cy="9525"/>
          </a:xfrm>
          <a:custGeom>
            <a:avLst/>
            <a:gdLst/>
            <a:ahLst/>
            <a:cxnLst/>
            <a:rect l="l" t="t" r="r" b="b"/>
            <a:pathLst>
              <a:path w="9525" h="9525">
                <a:moveTo>
                  <a:pt x="9525" y="9525"/>
                </a:moveTo>
                <a:lnTo>
                  <a:pt x="0" y="9525"/>
                </a:lnTo>
                <a:lnTo>
                  <a:pt x="0" y="0"/>
                </a:lnTo>
                <a:lnTo>
                  <a:pt x="9525" y="0"/>
                </a:lnTo>
                <a:lnTo>
                  <a:pt x="9525" y="9525"/>
                </a:lnTo>
                <a:close/>
              </a:path>
            </a:pathLst>
          </a:custGeom>
          <a:solidFill>
            <a:srgbClr val="C7C6C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23" name="object 223"/>
          <p:cNvSpPr/>
          <p:nvPr/>
        </p:nvSpPr>
        <p:spPr>
          <a:xfrm>
            <a:off x="9991726" y="3776804"/>
            <a:ext cx="9525" cy="9525"/>
          </a:xfrm>
          <a:custGeom>
            <a:avLst/>
            <a:gdLst/>
            <a:ahLst/>
            <a:cxnLst/>
            <a:rect l="l" t="t" r="r" b="b"/>
            <a:pathLst>
              <a:path w="9525" h="9525">
                <a:moveTo>
                  <a:pt x="9525" y="9525"/>
                </a:moveTo>
                <a:lnTo>
                  <a:pt x="0" y="9525"/>
                </a:lnTo>
                <a:lnTo>
                  <a:pt x="0" y="0"/>
                </a:lnTo>
                <a:lnTo>
                  <a:pt x="9525" y="0"/>
                </a:lnTo>
                <a:lnTo>
                  <a:pt x="9525" y="9525"/>
                </a:lnTo>
                <a:close/>
              </a:path>
            </a:pathLst>
          </a:custGeom>
          <a:solidFill>
            <a:srgbClr val="C7C6C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24" name="object 224"/>
          <p:cNvSpPr/>
          <p:nvPr/>
        </p:nvSpPr>
        <p:spPr>
          <a:xfrm>
            <a:off x="10048876" y="3776804"/>
            <a:ext cx="9525" cy="9525"/>
          </a:xfrm>
          <a:custGeom>
            <a:avLst/>
            <a:gdLst/>
            <a:ahLst/>
            <a:cxnLst/>
            <a:rect l="l" t="t" r="r" b="b"/>
            <a:pathLst>
              <a:path w="9525" h="9525">
                <a:moveTo>
                  <a:pt x="9525" y="9525"/>
                </a:moveTo>
                <a:lnTo>
                  <a:pt x="0" y="9525"/>
                </a:lnTo>
                <a:lnTo>
                  <a:pt x="0" y="0"/>
                </a:lnTo>
                <a:lnTo>
                  <a:pt x="9525" y="0"/>
                </a:lnTo>
                <a:lnTo>
                  <a:pt x="9525" y="9525"/>
                </a:lnTo>
                <a:close/>
              </a:path>
            </a:pathLst>
          </a:custGeom>
          <a:solidFill>
            <a:srgbClr val="C7C6C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25" name="object 225"/>
          <p:cNvSpPr/>
          <p:nvPr/>
        </p:nvSpPr>
        <p:spPr>
          <a:xfrm>
            <a:off x="10106026" y="3776804"/>
            <a:ext cx="9525" cy="9525"/>
          </a:xfrm>
          <a:custGeom>
            <a:avLst/>
            <a:gdLst/>
            <a:ahLst/>
            <a:cxnLst/>
            <a:rect l="l" t="t" r="r" b="b"/>
            <a:pathLst>
              <a:path w="9525" h="9525">
                <a:moveTo>
                  <a:pt x="9525" y="9525"/>
                </a:moveTo>
                <a:lnTo>
                  <a:pt x="0" y="9525"/>
                </a:lnTo>
                <a:lnTo>
                  <a:pt x="0" y="0"/>
                </a:lnTo>
                <a:lnTo>
                  <a:pt x="9525" y="0"/>
                </a:lnTo>
                <a:lnTo>
                  <a:pt x="9525" y="9525"/>
                </a:lnTo>
                <a:close/>
              </a:path>
            </a:pathLst>
          </a:custGeom>
          <a:solidFill>
            <a:srgbClr val="C7C6C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26" name="object 226"/>
          <p:cNvSpPr txBox="1"/>
          <p:nvPr/>
        </p:nvSpPr>
        <p:spPr>
          <a:xfrm>
            <a:off x="2917280" y="3691178"/>
            <a:ext cx="305435" cy="151323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spcBef>
                <a:spcPts val="100"/>
              </a:spcBef>
            </a:pPr>
            <a:r>
              <a:rPr sz="900" spc="-10" dirty="0">
                <a:solidFill>
                  <a:srgbClr val="605D5C"/>
                </a:solidFill>
                <a:latin typeface="Segoe UI"/>
                <a:cs typeface="Segoe UI"/>
              </a:rPr>
              <a:t>0.2bn</a:t>
            </a:r>
            <a:endParaRPr sz="900">
              <a:latin typeface="Segoe UI"/>
              <a:cs typeface="Segoe UI"/>
            </a:endParaRPr>
          </a:p>
        </p:txBody>
      </p:sp>
      <p:sp>
        <p:nvSpPr>
          <p:cNvPr id="227" name="object 227"/>
          <p:cNvSpPr/>
          <p:nvPr/>
        </p:nvSpPr>
        <p:spPr>
          <a:xfrm>
            <a:off x="3305176" y="3046915"/>
            <a:ext cx="9525" cy="9525"/>
          </a:xfrm>
          <a:custGeom>
            <a:avLst/>
            <a:gdLst/>
            <a:ahLst/>
            <a:cxnLst/>
            <a:rect l="l" t="t" r="r" b="b"/>
            <a:pathLst>
              <a:path w="9525" h="9525">
                <a:moveTo>
                  <a:pt x="9525" y="9525"/>
                </a:moveTo>
                <a:lnTo>
                  <a:pt x="0" y="9525"/>
                </a:lnTo>
                <a:lnTo>
                  <a:pt x="0" y="0"/>
                </a:lnTo>
                <a:lnTo>
                  <a:pt x="9525" y="0"/>
                </a:lnTo>
                <a:lnTo>
                  <a:pt x="9525" y="9525"/>
                </a:lnTo>
                <a:close/>
              </a:path>
            </a:pathLst>
          </a:custGeom>
          <a:solidFill>
            <a:srgbClr val="C7C6C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28" name="object 228"/>
          <p:cNvSpPr/>
          <p:nvPr/>
        </p:nvSpPr>
        <p:spPr>
          <a:xfrm>
            <a:off x="3590926" y="3046915"/>
            <a:ext cx="9525" cy="9525"/>
          </a:xfrm>
          <a:custGeom>
            <a:avLst/>
            <a:gdLst/>
            <a:ahLst/>
            <a:cxnLst/>
            <a:rect l="l" t="t" r="r" b="b"/>
            <a:pathLst>
              <a:path w="9525" h="9525">
                <a:moveTo>
                  <a:pt x="9525" y="9525"/>
                </a:moveTo>
                <a:lnTo>
                  <a:pt x="0" y="9525"/>
                </a:lnTo>
                <a:lnTo>
                  <a:pt x="0" y="0"/>
                </a:lnTo>
                <a:lnTo>
                  <a:pt x="9525" y="0"/>
                </a:lnTo>
                <a:lnTo>
                  <a:pt x="9525" y="9525"/>
                </a:lnTo>
                <a:close/>
              </a:path>
            </a:pathLst>
          </a:custGeom>
          <a:solidFill>
            <a:srgbClr val="C7C6C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29" name="object 229"/>
          <p:cNvSpPr/>
          <p:nvPr/>
        </p:nvSpPr>
        <p:spPr>
          <a:xfrm>
            <a:off x="3648076" y="3046915"/>
            <a:ext cx="9525" cy="9525"/>
          </a:xfrm>
          <a:custGeom>
            <a:avLst/>
            <a:gdLst/>
            <a:ahLst/>
            <a:cxnLst/>
            <a:rect l="l" t="t" r="r" b="b"/>
            <a:pathLst>
              <a:path w="9525" h="9525">
                <a:moveTo>
                  <a:pt x="9525" y="9525"/>
                </a:moveTo>
                <a:lnTo>
                  <a:pt x="0" y="9525"/>
                </a:lnTo>
                <a:lnTo>
                  <a:pt x="0" y="0"/>
                </a:lnTo>
                <a:lnTo>
                  <a:pt x="9525" y="0"/>
                </a:lnTo>
                <a:lnTo>
                  <a:pt x="9525" y="9525"/>
                </a:lnTo>
                <a:close/>
              </a:path>
            </a:pathLst>
          </a:custGeom>
          <a:solidFill>
            <a:srgbClr val="C7C6C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30" name="object 230"/>
          <p:cNvSpPr/>
          <p:nvPr/>
        </p:nvSpPr>
        <p:spPr>
          <a:xfrm>
            <a:off x="3705226" y="3046915"/>
            <a:ext cx="9525" cy="9525"/>
          </a:xfrm>
          <a:custGeom>
            <a:avLst/>
            <a:gdLst/>
            <a:ahLst/>
            <a:cxnLst/>
            <a:rect l="l" t="t" r="r" b="b"/>
            <a:pathLst>
              <a:path w="9525" h="9525">
                <a:moveTo>
                  <a:pt x="9525" y="9525"/>
                </a:moveTo>
                <a:lnTo>
                  <a:pt x="0" y="9525"/>
                </a:lnTo>
                <a:lnTo>
                  <a:pt x="0" y="0"/>
                </a:lnTo>
                <a:lnTo>
                  <a:pt x="9525" y="0"/>
                </a:lnTo>
                <a:lnTo>
                  <a:pt x="9525" y="9525"/>
                </a:lnTo>
                <a:close/>
              </a:path>
            </a:pathLst>
          </a:custGeom>
          <a:solidFill>
            <a:srgbClr val="C7C6C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31" name="object 231"/>
          <p:cNvSpPr/>
          <p:nvPr/>
        </p:nvSpPr>
        <p:spPr>
          <a:xfrm>
            <a:off x="3762376" y="3046915"/>
            <a:ext cx="9525" cy="9525"/>
          </a:xfrm>
          <a:custGeom>
            <a:avLst/>
            <a:gdLst/>
            <a:ahLst/>
            <a:cxnLst/>
            <a:rect l="l" t="t" r="r" b="b"/>
            <a:pathLst>
              <a:path w="9525" h="9525">
                <a:moveTo>
                  <a:pt x="9525" y="9525"/>
                </a:moveTo>
                <a:lnTo>
                  <a:pt x="0" y="9525"/>
                </a:lnTo>
                <a:lnTo>
                  <a:pt x="0" y="0"/>
                </a:lnTo>
                <a:lnTo>
                  <a:pt x="9525" y="0"/>
                </a:lnTo>
                <a:lnTo>
                  <a:pt x="9525" y="9525"/>
                </a:lnTo>
                <a:close/>
              </a:path>
            </a:pathLst>
          </a:custGeom>
          <a:solidFill>
            <a:srgbClr val="C7C6C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32" name="object 232"/>
          <p:cNvSpPr/>
          <p:nvPr/>
        </p:nvSpPr>
        <p:spPr>
          <a:xfrm>
            <a:off x="3819526" y="3046915"/>
            <a:ext cx="9525" cy="9525"/>
          </a:xfrm>
          <a:custGeom>
            <a:avLst/>
            <a:gdLst/>
            <a:ahLst/>
            <a:cxnLst/>
            <a:rect l="l" t="t" r="r" b="b"/>
            <a:pathLst>
              <a:path w="9525" h="9525">
                <a:moveTo>
                  <a:pt x="9525" y="9525"/>
                </a:moveTo>
                <a:lnTo>
                  <a:pt x="0" y="9525"/>
                </a:lnTo>
                <a:lnTo>
                  <a:pt x="0" y="0"/>
                </a:lnTo>
                <a:lnTo>
                  <a:pt x="9525" y="0"/>
                </a:lnTo>
                <a:lnTo>
                  <a:pt x="9525" y="9525"/>
                </a:lnTo>
                <a:close/>
              </a:path>
            </a:pathLst>
          </a:custGeom>
          <a:solidFill>
            <a:srgbClr val="C7C6C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33" name="object 233"/>
          <p:cNvSpPr/>
          <p:nvPr/>
        </p:nvSpPr>
        <p:spPr>
          <a:xfrm>
            <a:off x="3876676" y="3046915"/>
            <a:ext cx="9525" cy="9525"/>
          </a:xfrm>
          <a:custGeom>
            <a:avLst/>
            <a:gdLst/>
            <a:ahLst/>
            <a:cxnLst/>
            <a:rect l="l" t="t" r="r" b="b"/>
            <a:pathLst>
              <a:path w="9525" h="9525">
                <a:moveTo>
                  <a:pt x="9525" y="9525"/>
                </a:moveTo>
                <a:lnTo>
                  <a:pt x="0" y="9525"/>
                </a:lnTo>
                <a:lnTo>
                  <a:pt x="0" y="0"/>
                </a:lnTo>
                <a:lnTo>
                  <a:pt x="9525" y="0"/>
                </a:lnTo>
                <a:lnTo>
                  <a:pt x="9525" y="9525"/>
                </a:lnTo>
                <a:close/>
              </a:path>
            </a:pathLst>
          </a:custGeom>
          <a:solidFill>
            <a:srgbClr val="C7C6C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34" name="object 234"/>
          <p:cNvSpPr/>
          <p:nvPr/>
        </p:nvSpPr>
        <p:spPr>
          <a:xfrm>
            <a:off x="3933826" y="3046915"/>
            <a:ext cx="9525" cy="9525"/>
          </a:xfrm>
          <a:custGeom>
            <a:avLst/>
            <a:gdLst/>
            <a:ahLst/>
            <a:cxnLst/>
            <a:rect l="l" t="t" r="r" b="b"/>
            <a:pathLst>
              <a:path w="9525" h="9525">
                <a:moveTo>
                  <a:pt x="9525" y="9525"/>
                </a:moveTo>
                <a:lnTo>
                  <a:pt x="0" y="9525"/>
                </a:lnTo>
                <a:lnTo>
                  <a:pt x="0" y="0"/>
                </a:lnTo>
                <a:lnTo>
                  <a:pt x="9525" y="0"/>
                </a:lnTo>
                <a:lnTo>
                  <a:pt x="9525" y="9525"/>
                </a:lnTo>
                <a:close/>
              </a:path>
            </a:pathLst>
          </a:custGeom>
          <a:solidFill>
            <a:srgbClr val="C7C6C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35" name="object 235"/>
          <p:cNvSpPr/>
          <p:nvPr/>
        </p:nvSpPr>
        <p:spPr>
          <a:xfrm>
            <a:off x="3990976" y="3046915"/>
            <a:ext cx="9525" cy="9525"/>
          </a:xfrm>
          <a:custGeom>
            <a:avLst/>
            <a:gdLst/>
            <a:ahLst/>
            <a:cxnLst/>
            <a:rect l="l" t="t" r="r" b="b"/>
            <a:pathLst>
              <a:path w="9525" h="9525">
                <a:moveTo>
                  <a:pt x="9525" y="9525"/>
                </a:moveTo>
                <a:lnTo>
                  <a:pt x="0" y="9525"/>
                </a:lnTo>
                <a:lnTo>
                  <a:pt x="0" y="0"/>
                </a:lnTo>
                <a:lnTo>
                  <a:pt x="9525" y="0"/>
                </a:lnTo>
                <a:lnTo>
                  <a:pt x="9525" y="9525"/>
                </a:lnTo>
                <a:close/>
              </a:path>
            </a:pathLst>
          </a:custGeom>
          <a:solidFill>
            <a:srgbClr val="C7C6C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36" name="object 236"/>
          <p:cNvSpPr/>
          <p:nvPr/>
        </p:nvSpPr>
        <p:spPr>
          <a:xfrm>
            <a:off x="4048126" y="3046915"/>
            <a:ext cx="9525" cy="9525"/>
          </a:xfrm>
          <a:custGeom>
            <a:avLst/>
            <a:gdLst/>
            <a:ahLst/>
            <a:cxnLst/>
            <a:rect l="l" t="t" r="r" b="b"/>
            <a:pathLst>
              <a:path w="9525" h="9525">
                <a:moveTo>
                  <a:pt x="9525" y="9525"/>
                </a:moveTo>
                <a:lnTo>
                  <a:pt x="0" y="9525"/>
                </a:lnTo>
                <a:lnTo>
                  <a:pt x="0" y="0"/>
                </a:lnTo>
                <a:lnTo>
                  <a:pt x="9525" y="0"/>
                </a:lnTo>
                <a:lnTo>
                  <a:pt x="9525" y="9525"/>
                </a:lnTo>
                <a:close/>
              </a:path>
            </a:pathLst>
          </a:custGeom>
          <a:solidFill>
            <a:srgbClr val="C7C6C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37" name="object 237"/>
          <p:cNvSpPr/>
          <p:nvPr/>
        </p:nvSpPr>
        <p:spPr>
          <a:xfrm>
            <a:off x="4105276" y="3046915"/>
            <a:ext cx="9525" cy="9525"/>
          </a:xfrm>
          <a:custGeom>
            <a:avLst/>
            <a:gdLst/>
            <a:ahLst/>
            <a:cxnLst/>
            <a:rect l="l" t="t" r="r" b="b"/>
            <a:pathLst>
              <a:path w="9525" h="9525">
                <a:moveTo>
                  <a:pt x="9525" y="9525"/>
                </a:moveTo>
                <a:lnTo>
                  <a:pt x="0" y="9525"/>
                </a:lnTo>
                <a:lnTo>
                  <a:pt x="0" y="0"/>
                </a:lnTo>
                <a:lnTo>
                  <a:pt x="9525" y="0"/>
                </a:lnTo>
                <a:lnTo>
                  <a:pt x="9525" y="9525"/>
                </a:lnTo>
                <a:close/>
              </a:path>
            </a:pathLst>
          </a:custGeom>
          <a:solidFill>
            <a:srgbClr val="C7C6C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38" name="object 238"/>
          <p:cNvSpPr/>
          <p:nvPr/>
        </p:nvSpPr>
        <p:spPr>
          <a:xfrm>
            <a:off x="4162426" y="3046915"/>
            <a:ext cx="9525" cy="9525"/>
          </a:xfrm>
          <a:custGeom>
            <a:avLst/>
            <a:gdLst/>
            <a:ahLst/>
            <a:cxnLst/>
            <a:rect l="l" t="t" r="r" b="b"/>
            <a:pathLst>
              <a:path w="9525" h="9525">
                <a:moveTo>
                  <a:pt x="9525" y="9525"/>
                </a:moveTo>
                <a:lnTo>
                  <a:pt x="0" y="9525"/>
                </a:lnTo>
                <a:lnTo>
                  <a:pt x="0" y="0"/>
                </a:lnTo>
                <a:lnTo>
                  <a:pt x="9525" y="0"/>
                </a:lnTo>
                <a:lnTo>
                  <a:pt x="9525" y="9525"/>
                </a:lnTo>
                <a:close/>
              </a:path>
            </a:pathLst>
          </a:custGeom>
          <a:solidFill>
            <a:srgbClr val="C7C6C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39" name="object 239"/>
          <p:cNvSpPr/>
          <p:nvPr/>
        </p:nvSpPr>
        <p:spPr>
          <a:xfrm>
            <a:off x="4219576" y="3046915"/>
            <a:ext cx="9525" cy="9525"/>
          </a:xfrm>
          <a:custGeom>
            <a:avLst/>
            <a:gdLst/>
            <a:ahLst/>
            <a:cxnLst/>
            <a:rect l="l" t="t" r="r" b="b"/>
            <a:pathLst>
              <a:path w="9525" h="9525">
                <a:moveTo>
                  <a:pt x="9525" y="9525"/>
                </a:moveTo>
                <a:lnTo>
                  <a:pt x="0" y="9525"/>
                </a:lnTo>
                <a:lnTo>
                  <a:pt x="0" y="0"/>
                </a:lnTo>
                <a:lnTo>
                  <a:pt x="9525" y="0"/>
                </a:lnTo>
                <a:lnTo>
                  <a:pt x="9525" y="9525"/>
                </a:lnTo>
                <a:close/>
              </a:path>
            </a:pathLst>
          </a:custGeom>
          <a:solidFill>
            <a:srgbClr val="C7C6C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40" name="object 240"/>
          <p:cNvSpPr/>
          <p:nvPr/>
        </p:nvSpPr>
        <p:spPr>
          <a:xfrm>
            <a:off x="4276726" y="3046915"/>
            <a:ext cx="9525" cy="9525"/>
          </a:xfrm>
          <a:custGeom>
            <a:avLst/>
            <a:gdLst/>
            <a:ahLst/>
            <a:cxnLst/>
            <a:rect l="l" t="t" r="r" b="b"/>
            <a:pathLst>
              <a:path w="9525" h="9525">
                <a:moveTo>
                  <a:pt x="9525" y="9525"/>
                </a:moveTo>
                <a:lnTo>
                  <a:pt x="0" y="9525"/>
                </a:lnTo>
                <a:lnTo>
                  <a:pt x="0" y="0"/>
                </a:lnTo>
                <a:lnTo>
                  <a:pt x="9525" y="0"/>
                </a:lnTo>
                <a:lnTo>
                  <a:pt x="9525" y="9525"/>
                </a:lnTo>
                <a:close/>
              </a:path>
            </a:pathLst>
          </a:custGeom>
          <a:solidFill>
            <a:srgbClr val="C7C6C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41" name="object 241"/>
          <p:cNvSpPr/>
          <p:nvPr/>
        </p:nvSpPr>
        <p:spPr>
          <a:xfrm>
            <a:off x="4333876" y="3046915"/>
            <a:ext cx="9525" cy="9525"/>
          </a:xfrm>
          <a:custGeom>
            <a:avLst/>
            <a:gdLst/>
            <a:ahLst/>
            <a:cxnLst/>
            <a:rect l="l" t="t" r="r" b="b"/>
            <a:pathLst>
              <a:path w="9525" h="9525">
                <a:moveTo>
                  <a:pt x="9525" y="9525"/>
                </a:moveTo>
                <a:lnTo>
                  <a:pt x="0" y="9525"/>
                </a:lnTo>
                <a:lnTo>
                  <a:pt x="0" y="0"/>
                </a:lnTo>
                <a:lnTo>
                  <a:pt x="9525" y="0"/>
                </a:lnTo>
                <a:lnTo>
                  <a:pt x="9525" y="9525"/>
                </a:lnTo>
                <a:close/>
              </a:path>
            </a:pathLst>
          </a:custGeom>
          <a:solidFill>
            <a:srgbClr val="C7C6C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42" name="object 242"/>
          <p:cNvSpPr/>
          <p:nvPr/>
        </p:nvSpPr>
        <p:spPr>
          <a:xfrm>
            <a:off x="4391026" y="3046915"/>
            <a:ext cx="9525" cy="9525"/>
          </a:xfrm>
          <a:custGeom>
            <a:avLst/>
            <a:gdLst/>
            <a:ahLst/>
            <a:cxnLst/>
            <a:rect l="l" t="t" r="r" b="b"/>
            <a:pathLst>
              <a:path w="9525" h="9525">
                <a:moveTo>
                  <a:pt x="9525" y="9525"/>
                </a:moveTo>
                <a:lnTo>
                  <a:pt x="0" y="9525"/>
                </a:lnTo>
                <a:lnTo>
                  <a:pt x="0" y="0"/>
                </a:lnTo>
                <a:lnTo>
                  <a:pt x="9525" y="0"/>
                </a:lnTo>
                <a:lnTo>
                  <a:pt x="9525" y="9525"/>
                </a:lnTo>
                <a:close/>
              </a:path>
            </a:pathLst>
          </a:custGeom>
          <a:solidFill>
            <a:srgbClr val="C7C6C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43" name="object 243"/>
          <p:cNvSpPr/>
          <p:nvPr/>
        </p:nvSpPr>
        <p:spPr>
          <a:xfrm>
            <a:off x="4448176" y="3046915"/>
            <a:ext cx="9525" cy="9525"/>
          </a:xfrm>
          <a:custGeom>
            <a:avLst/>
            <a:gdLst/>
            <a:ahLst/>
            <a:cxnLst/>
            <a:rect l="l" t="t" r="r" b="b"/>
            <a:pathLst>
              <a:path w="9525" h="9525">
                <a:moveTo>
                  <a:pt x="9525" y="9525"/>
                </a:moveTo>
                <a:lnTo>
                  <a:pt x="0" y="9525"/>
                </a:lnTo>
                <a:lnTo>
                  <a:pt x="0" y="0"/>
                </a:lnTo>
                <a:lnTo>
                  <a:pt x="9525" y="0"/>
                </a:lnTo>
                <a:lnTo>
                  <a:pt x="9525" y="9525"/>
                </a:lnTo>
                <a:close/>
              </a:path>
            </a:pathLst>
          </a:custGeom>
          <a:solidFill>
            <a:srgbClr val="C7C6C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44" name="object 244"/>
          <p:cNvSpPr/>
          <p:nvPr/>
        </p:nvSpPr>
        <p:spPr>
          <a:xfrm>
            <a:off x="4505326" y="3046915"/>
            <a:ext cx="9525" cy="9525"/>
          </a:xfrm>
          <a:custGeom>
            <a:avLst/>
            <a:gdLst/>
            <a:ahLst/>
            <a:cxnLst/>
            <a:rect l="l" t="t" r="r" b="b"/>
            <a:pathLst>
              <a:path w="9525" h="9525">
                <a:moveTo>
                  <a:pt x="9525" y="9525"/>
                </a:moveTo>
                <a:lnTo>
                  <a:pt x="0" y="9525"/>
                </a:lnTo>
                <a:lnTo>
                  <a:pt x="0" y="0"/>
                </a:lnTo>
                <a:lnTo>
                  <a:pt x="9525" y="0"/>
                </a:lnTo>
                <a:lnTo>
                  <a:pt x="9525" y="9525"/>
                </a:lnTo>
                <a:close/>
              </a:path>
            </a:pathLst>
          </a:custGeom>
          <a:solidFill>
            <a:srgbClr val="C7C6C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45" name="object 245"/>
          <p:cNvSpPr/>
          <p:nvPr/>
        </p:nvSpPr>
        <p:spPr>
          <a:xfrm>
            <a:off x="4562476" y="3046915"/>
            <a:ext cx="9525" cy="9525"/>
          </a:xfrm>
          <a:custGeom>
            <a:avLst/>
            <a:gdLst/>
            <a:ahLst/>
            <a:cxnLst/>
            <a:rect l="l" t="t" r="r" b="b"/>
            <a:pathLst>
              <a:path w="9525" h="9525">
                <a:moveTo>
                  <a:pt x="9525" y="9525"/>
                </a:moveTo>
                <a:lnTo>
                  <a:pt x="0" y="9525"/>
                </a:lnTo>
                <a:lnTo>
                  <a:pt x="0" y="0"/>
                </a:lnTo>
                <a:lnTo>
                  <a:pt x="9525" y="0"/>
                </a:lnTo>
                <a:lnTo>
                  <a:pt x="9525" y="9525"/>
                </a:lnTo>
                <a:close/>
              </a:path>
            </a:pathLst>
          </a:custGeom>
          <a:solidFill>
            <a:srgbClr val="C7C6C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46" name="object 246"/>
          <p:cNvSpPr/>
          <p:nvPr/>
        </p:nvSpPr>
        <p:spPr>
          <a:xfrm>
            <a:off x="4619626" y="3046915"/>
            <a:ext cx="9525" cy="9525"/>
          </a:xfrm>
          <a:custGeom>
            <a:avLst/>
            <a:gdLst/>
            <a:ahLst/>
            <a:cxnLst/>
            <a:rect l="l" t="t" r="r" b="b"/>
            <a:pathLst>
              <a:path w="9525" h="9525">
                <a:moveTo>
                  <a:pt x="9525" y="9525"/>
                </a:moveTo>
                <a:lnTo>
                  <a:pt x="0" y="9525"/>
                </a:lnTo>
                <a:lnTo>
                  <a:pt x="0" y="0"/>
                </a:lnTo>
                <a:lnTo>
                  <a:pt x="9525" y="0"/>
                </a:lnTo>
                <a:lnTo>
                  <a:pt x="9525" y="9525"/>
                </a:lnTo>
                <a:close/>
              </a:path>
            </a:pathLst>
          </a:custGeom>
          <a:solidFill>
            <a:srgbClr val="C7C6C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47" name="object 247"/>
          <p:cNvSpPr/>
          <p:nvPr/>
        </p:nvSpPr>
        <p:spPr>
          <a:xfrm>
            <a:off x="4676776" y="3046915"/>
            <a:ext cx="9525" cy="9525"/>
          </a:xfrm>
          <a:custGeom>
            <a:avLst/>
            <a:gdLst/>
            <a:ahLst/>
            <a:cxnLst/>
            <a:rect l="l" t="t" r="r" b="b"/>
            <a:pathLst>
              <a:path w="9525" h="9525">
                <a:moveTo>
                  <a:pt x="9525" y="9525"/>
                </a:moveTo>
                <a:lnTo>
                  <a:pt x="0" y="9525"/>
                </a:lnTo>
                <a:lnTo>
                  <a:pt x="0" y="0"/>
                </a:lnTo>
                <a:lnTo>
                  <a:pt x="9525" y="0"/>
                </a:lnTo>
                <a:lnTo>
                  <a:pt x="9525" y="9525"/>
                </a:lnTo>
                <a:close/>
              </a:path>
            </a:pathLst>
          </a:custGeom>
          <a:solidFill>
            <a:srgbClr val="C7C6C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48" name="object 248"/>
          <p:cNvSpPr/>
          <p:nvPr/>
        </p:nvSpPr>
        <p:spPr>
          <a:xfrm>
            <a:off x="4733926" y="3046915"/>
            <a:ext cx="9525" cy="9525"/>
          </a:xfrm>
          <a:custGeom>
            <a:avLst/>
            <a:gdLst/>
            <a:ahLst/>
            <a:cxnLst/>
            <a:rect l="l" t="t" r="r" b="b"/>
            <a:pathLst>
              <a:path w="9525" h="9525">
                <a:moveTo>
                  <a:pt x="9525" y="9525"/>
                </a:moveTo>
                <a:lnTo>
                  <a:pt x="0" y="9525"/>
                </a:lnTo>
                <a:lnTo>
                  <a:pt x="0" y="0"/>
                </a:lnTo>
                <a:lnTo>
                  <a:pt x="9525" y="0"/>
                </a:lnTo>
                <a:lnTo>
                  <a:pt x="9525" y="9525"/>
                </a:lnTo>
                <a:close/>
              </a:path>
            </a:pathLst>
          </a:custGeom>
          <a:solidFill>
            <a:srgbClr val="C7C6C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49" name="object 249"/>
          <p:cNvSpPr/>
          <p:nvPr/>
        </p:nvSpPr>
        <p:spPr>
          <a:xfrm>
            <a:off x="4791076" y="3046915"/>
            <a:ext cx="9525" cy="9525"/>
          </a:xfrm>
          <a:custGeom>
            <a:avLst/>
            <a:gdLst/>
            <a:ahLst/>
            <a:cxnLst/>
            <a:rect l="l" t="t" r="r" b="b"/>
            <a:pathLst>
              <a:path w="9525" h="9525">
                <a:moveTo>
                  <a:pt x="9525" y="9525"/>
                </a:moveTo>
                <a:lnTo>
                  <a:pt x="0" y="9525"/>
                </a:lnTo>
                <a:lnTo>
                  <a:pt x="0" y="0"/>
                </a:lnTo>
                <a:lnTo>
                  <a:pt x="9525" y="0"/>
                </a:lnTo>
                <a:lnTo>
                  <a:pt x="9525" y="9525"/>
                </a:lnTo>
                <a:close/>
              </a:path>
            </a:pathLst>
          </a:custGeom>
          <a:solidFill>
            <a:srgbClr val="C7C6C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50" name="object 250"/>
          <p:cNvSpPr/>
          <p:nvPr/>
        </p:nvSpPr>
        <p:spPr>
          <a:xfrm>
            <a:off x="4848226" y="3046915"/>
            <a:ext cx="9525" cy="9525"/>
          </a:xfrm>
          <a:custGeom>
            <a:avLst/>
            <a:gdLst/>
            <a:ahLst/>
            <a:cxnLst/>
            <a:rect l="l" t="t" r="r" b="b"/>
            <a:pathLst>
              <a:path w="9525" h="9525">
                <a:moveTo>
                  <a:pt x="9525" y="9525"/>
                </a:moveTo>
                <a:lnTo>
                  <a:pt x="0" y="9525"/>
                </a:lnTo>
                <a:lnTo>
                  <a:pt x="0" y="0"/>
                </a:lnTo>
                <a:lnTo>
                  <a:pt x="9525" y="0"/>
                </a:lnTo>
                <a:lnTo>
                  <a:pt x="9525" y="9525"/>
                </a:lnTo>
                <a:close/>
              </a:path>
            </a:pathLst>
          </a:custGeom>
          <a:solidFill>
            <a:srgbClr val="C7C6C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51" name="object 251"/>
          <p:cNvSpPr/>
          <p:nvPr/>
        </p:nvSpPr>
        <p:spPr>
          <a:xfrm>
            <a:off x="4905376" y="3046915"/>
            <a:ext cx="9525" cy="9525"/>
          </a:xfrm>
          <a:custGeom>
            <a:avLst/>
            <a:gdLst/>
            <a:ahLst/>
            <a:cxnLst/>
            <a:rect l="l" t="t" r="r" b="b"/>
            <a:pathLst>
              <a:path w="9525" h="9525">
                <a:moveTo>
                  <a:pt x="9525" y="9525"/>
                </a:moveTo>
                <a:lnTo>
                  <a:pt x="0" y="9525"/>
                </a:lnTo>
                <a:lnTo>
                  <a:pt x="0" y="0"/>
                </a:lnTo>
                <a:lnTo>
                  <a:pt x="9525" y="0"/>
                </a:lnTo>
                <a:lnTo>
                  <a:pt x="9525" y="9525"/>
                </a:lnTo>
                <a:close/>
              </a:path>
            </a:pathLst>
          </a:custGeom>
          <a:solidFill>
            <a:srgbClr val="C7C6C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52" name="object 252"/>
          <p:cNvSpPr/>
          <p:nvPr/>
        </p:nvSpPr>
        <p:spPr>
          <a:xfrm>
            <a:off x="4962526" y="3046915"/>
            <a:ext cx="9525" cy="9525"/>
          </a:xfrm>
          <a:custGeom>
            <a:avLst/>
            <a:gdLst/>
            <a:ahLst/>
            <a:cxnLst/>
            <a:rect l="l" t="t" r="r" b="b"/>
            <a:pathLst>
              <a:path w="9525" h="9525">
                <a:moveTo>
                  <a:pt x="9525" y="9525"/>
                </a:moveTo>
                <a:lnTo>
                  <a:pt x="0" y="9525"/>
                </a:lnTo>
                <a:lnTo>
                  <a:pt x="0" y="0"/>
                </a:lnTo>
                <a:lnTo>
                  <a:pt x="9525" y="0"/>
                </a:lnTo>
                <a:lnTo>
                  <a:pt x="9525" y="9525"/>
                </a:lnTo>
                <a:close/>
              </a:path>
            </a:pathLst>
          </a:custGeom>
          <a:solidFill>
            <a:srgbClr val="C7C6C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53" name="object 253"/>
          <p:cNvSpPr/>
          <p:nvPr/>
        </p:nvSpPr>
        <p:spPr>
          <a:xfrm>
            <a:off x="5019676" y="3046915"/>
            <a:ext cx="9525" cy="9525"/>
          </a:xfrm>
          <a:custGeom>
            <a:avLst/>
            <a:gdLst/>
            <a:ahLst/>
            <a:cxnLst/>
            <a:rect l="l" t="t" r="r" b="b"/>
            <a:pathLst>
              <a:path w="9525" h="9525">
                <a:moveTo>
                  <a:pt x="9525" y="9525"/>
                </a:moveTo>
                <a:lnTo>
                  <a:pt x="0" y="9525"/>
                </a:lnTo>
                <a:lnTo>
                  <a:pt x="0" y="0"/>
                </a:lnTo>
                <a:lnTo>
                  <a:pt x="9525" y="0"/>
                </a:lnTo>
                <a:lnTo>
                  <a:pt x="9525" y="9525"/>
                </a:lnTo>
                <a:close/>
              </a:path>
            </a:pathLst>
          </a:custGeom>
          <a:solidFill>
            <a:srgbClr val="C7C6C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54" name="object 254"/>
          <p:cNvSpPr/>
          <p:nvPr/>
        </p:nvSpPr>
        <p:spPr>
          <a:xfrm>
            <a:off x="5076826" y="3046915"/>
            <a:ext cx="9525" cy="9525"/>
          </a:xfrm>
          <a:custGeom>
            <a:avLst/>
            <a:gdLst/>
            <a:ahLst/>
            <a:cxnLst/>
            <a:rect l="l" t="t" r="r" b="b"/>
            <a:pathLst>
              <a:path w="9525" h="9525">
                <a:moveTo>
                  <a:pt x="9525" y="9525"/>
                </a:moveTo>
                <a:lnTo>
                  <a:pt x="0" y="9525"/>
                </a:lnTo>
                <a:lnTo>
                  <a:pt x="0" y="0"/>
                </a:lnTo>
                <a:lnTo>
                  <a:pt x="9525" y="0"/>
                </a:lnTo>
                <a:lnTo>
                  <a:pt x="9525" y="9525"/>
                </a:lnTo>
                <a:close/>
              </a:path>
            </a:pathLst>
          </a:custGeom>
          <a:solidFill>
            <a:srgbClr val="C7C6C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55" name="object 255"/>
          <p:cNvSpPr/>
          <p:nvPr/>
        </p:nvSpPr>
        <p:spPr>
          <a:xfrm>
            <a:off x="5133976" y="3046915"/>
            <a:ext cx="9525" cy="9525"/>
          </a:xfrm>
          <a:custGeom>
            <a:avLst/>
            <a:gdLst/>
            <a:ahLst/>
            <a:cxnLst/>
            <a:rect l="l" t="t" r="r" b="b"/>
            <a:pathLst>
              <a:path w="9525" h="9525">
                <a:moveTo>
                  <a:pt x="9525" y="9525"/>
                </a:moveTo>
                <a:lnTo>
                  <a:pt x="0" y="9525"/>
                </a:lnTo>
                <a:lnTo>
                  <a:pt x="0" y="0"/>
                </a:lnTo>
                <a:lnTo>
                  <a:pt x="9525" y="0"/>
                </a:lnTo>
                <a:lnTo>
                  <a:pt x="9525" y="9525"/>
                </a:lnTo>
                <a:close/>
              </a:path>
            </a:pathLst>
          </a:custGeom>
          <a:solidFill>
            <a:srgbClr val="C7C6C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56" name="object 256"/>
          <p:cNvSpPr/>
          <p:nvPr/>
        </p:nvSpPr>
        <p:spPr>
          <a:xfrm>
            <a:off x="5191126" y="3046915"/>
            <a:ext cx="9525" cy="9525"/>
          </a:xfrm>
          <a:custGeom>
            <a:avLst/>
            <a:gdLst/>
            <a:ahLst/>
            <a:cxnLst/>
            <a:rect l="l" t="t" r="r" b="b"/>
            <a:pathLst>
              <a:path w="9525" h="9525">
                <a:moveTo>
                  <a:pt x="9525" y="9525"/>
                </a:moveTo>
                <a:lnTo>
                  <a:pt x="0" y="9525"/>
                </a:lnTo>
                <a:lnTo>
                  <a:pt x="0" y="0"/>
                </a:lnTo>
                <a:lnTo>
                  <a:pt x="9525" y="0"/>
                </a:lnTo>
                <a:lnTo>
                  <a:pt x="9525" y="9525"/>
                </a:lnTo>
                <a:close/>
              </a:path>
            </a:pathLst>
          </a:custGeom>
          <a:solidFill>
            <a:srgbClr val="C7C6C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57" name="object 257"/>
          <p:cNvSpPr/>
          <p:nvPr/>
        </p:nvSpPr>
        <p:spPr>
          <a:xfrm>
            <a:off x="5248276" y="3046915"/>
            <a:ext cx="9525" cy="9525"/>
          </a:xfrm>
          <a:custGeom>
            <a:avLst/>
            <a:gdLst/>
            <a:ahLst/>
            <a:cxnLst/>
            <a:rect l="l" t="t" r="r" b="b"/>
            <a:pathLst>
              <a:path w="9525" h="9525">
                <a:moveTo>
                  <a:pt x="9525" y="9525"/>
                </a:moveTo>
                <a:lnTo>
                  <a:pt x="0" y="9525"/>
                </a:lnTo>
                <a:lnTo>
                  <a:pt x="0" y="0"/>
                </a:lnTo>
                <a:lnTo>
                  <a:pt x="9525" y="0"/>
                </a:lnTo>
                <a:lnTo>
                  <a:pt x="9525" y="9525"/>
                </a:lnTo>
                <a:close/>
              </a:path>
            </a:pathLst>
          </a:custGeom>
          <a:solidFill>
            <a:srgbClr val="C7C6C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58" name="object 258"/>
          <p:cNvSpPr/>
          <p:nvPr/>
        </p:nvSpPr>
        <p:spPr>
          <a:xfrm>
            <a:off x="5305426" y="3046915"/>
            <a:ext cx="9525" cy="9525"/>
          </a:xfrm>
          <a:custGeom>
            <a:avLst/>
            <a:gdLst/>
            <a:ahLst/>
            <a:cxnLst/>
            <a:rect l="l" t="t" r="r" b="b"/>
            <a:pathLst>
              <a:path w="9525" h="9525">
                <a:moveTo>
                  <a:pt x="9525" y="9525"/>
                </a:moveTo>
                <a:lnTo>
                  <a:pt x="0" y="9525"/>
                </a:lnTo>
                <a:lnTo>
                  <a:pt x="0" y="0"/>
                </a:lnTo>
                <a:lnTo>
                  <a:pt x="9525" y="0"/>
                </a:lnTo>
                <a:lnTo>
                  <a:pt x="9525" y="9525"/>
                </a:lnTo>
                <a:close/>
              </a:path>
            </a:pathLst>
          </a:custGeom>
          <a:solidFill>
            <a:srgbClr val="C7C6C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59" name="object 259"/>
          <p:cNvSpPr/>
          <p:nvPr/>
        </p:nvSpPr>
        <p:spPr>
          <a:xfrm>
            <a:off x="5362576" y="3046915"/>
            <a:ext cx="9525" cy="9525"/>
          </a:xfrm>
          <a:custGeom>
            <a:avLst/>
            <a:gdLst/>
            <a:ahLst/>
            <a:cxnLst/>
            <a:rect l="l" t="t" r="r" b="b"/>
            <a:pathLst>
              <a:path w="9525" h="9525">
                <a:moveTo>
                  <a:pt x="9525" y="9525"/>
                </a:moveTo>
                <a:lnTo>
                  <a:pt x="0" y="9525"/>
                </a:lnTo>
                <a:lnTo>
                  <a:pt x="0" y="0"/>
                </a:lnTo>
                <a:lnTo>
                  <a:pt x="9525" y="0"/>
                </a:lnTo>
                <a:lnTo>
                  <a:pt x="9525" y="9525"/>
                </a:lnTo>
                <a:close/>
              </a:path>
            </a:pathLst>
          </a:custGeom>
          <a:solidFill>
            <a:srgbClr val="C7C6C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60" name="object 260"/>
          <p:cNvSpPr/>
          <p:nvPr/>
        </p:nvSpPr>
        <p:spPr>
          <a:xfrm>
            <a:off x="5419726" y="3046915"/>
            <a:ext cx="9525" cy="9525"/>
          </a:xfrm>
          <a:custGeom>
            <a:avLst/>
            <a:gdLst/>
            <a:ahLst/>
            <a:cxnLst/>
            <a:rect l="l" t="t" r="r" b="b"/>
            <a:pathLst>
              <a:path w="9525" h="9525">
                <a:moveTo>
                  <a:pt x="9525" y="9525"/>
                </a:moveTo>
                <a:lnTo>
                  <a:pt x="0" y="9525"/>
                </a:lnTo>
                <a:lnTo>
                  <a:pt x="0" y="0"/>
                </a:lnTo>
                <a:lnTo>
                  <a:pt x="9525" y="0"/>
                </a:lnTo>
                <a:lnTo>
                  <a:pt x="9525" y="9525"/>
                </a:lnTo>
                <a:close/>
              </a:path>
            </a:pathLst>
          </a:custGeom>
          <a:solidFill>
            <a:srgbClr val="C7C6C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61" name="object 261"/>
          <p:cNvSpPr/>
          <p:nvPr/>
        </p:nvSpPr>
        <p:spPr>
          <a:xfrm>
            <a:off x="5476876" y="3046915"/>
            <a:ext cx="9525" cy="9525"/>
          </a:xfrm>
          <a:custGeom>
            <a:avLst/>
            <a:gdLst/>
            <a:ahLst/>
            <a:cxnLst/>
            <a:rect l="l" t="t" r="r" b="b"/>
            <a:pathLst>
              <a:path w="9525" h="9525">
                <a:moveTo>
                  <a:pt x="9525" y="9525"/>
                </a:moveTo>
                <a:lnTo>
                  <a:pt x="0" y="9525"/>
                </a:lnTo>
                <a:lnTo>
                  <a:pt x="0" y="0"/>
                </a:lnTo>
                <a:lnTo>
                  <a:pt x="9525" y="0"/>
                </a:lnTo>
                <a:lnTo>
                  <a:pt x="9525" y="9525"/>
                </a:lnTo>
                <a:close/>
              </a:path>
            </a:pathLst>
          </a:custGeom>
          <a:solidFill>
            <a:srgbClr val="C7C6C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62" name="object 262"/>
          <p:cNvSpPr/>
          <p:nvPr/>
        </p:nvSpPr>
        <p:spPr>
          <a:xfrm>
            <a:off x="5534026" y="3046915"/>
            <a:ext cx="9525" cy="9525"/>
          </a:xfrm>
          <a:custGeom>
            <a:avLst/>
            <a:gdLst/>
            <a:ahLst/>
            <a:cxnLst/>
            <a:rect l="l" t="t" r="r" b="b"/>
            <a:pathLst>
              <a:path w="9525" h="9525">
                <a:moveTo>
                  <a:pt x="9525" y="9525"/>
                </a:moveTo>
                <a:lnTo>
                  <a:pt x="0" y="9525"/>
                </a:lnTo>
                <a:lnTo>
                  <a:pt x="0" y="0"/>
                </a:lnTo>
                <a:lnTo>
                  <a:pt x="9525" y="0"/>
                </a:lnTo>
                <a:lnTo>
                  <a:pt x="9525" y="9525"/>
                </a:lnTo>
                <a:close/>
              </a:path>
            </a:pathLst>
          </a:custGeom>
          <a:solidFill>
            <a:srgbClr val="C7C6C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63" name="object 263"/>
          <p:cNvSpPr/>
          <p:nvPr/>
        </p:nvSpPr>
        <p:spPr>
          <a:xfrm>
            <a:off x="5591176" y="3046915"/>
            <a:ext cx="9525" cy="9525"/>
          </a:xfrm>
          <a:custGeom>
            <a:avLst/>
            <a:gdLst/>
            <a:ahLst/>
            <a:cxnLst/>
            <a:rect l="l" t="t" r="r" b="b"/>
            <a:pathLst>
              <a:path w="9525" h="9525">
                <a:moveTo>
                  <a:pt x="9525" y="9525"/>
                </a:moveTo>
                <a:lnTo>
                  <a:pt x="0" y="9525"/>
                </a:lnTo>
                <a:lnTo>
                  <a:pt x="0" y="0"/>
                </a:lnTo>
                <a:lnTo>
                  <a:pt x="9525" y="0"/>
                </a:lnTo>
                <a:lnTo>
                  <a:pt x="9525" y="9525"/>
                </a:lnTo>
                <a:close/>
              </a:path>
            </a:pathLst>
          </a:custGeom>
          <a:solidFill>
            <a:srgbClr val="C7C6C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64" name="object 264"/>
          <p:cNvSpPr/>
          <p:nvPr/>
        </p:nvSpPr>
        <p:spPr>
          <a:xfrm>
            <a:off x="5648326" y="3046915"/>
            <a:ext cx="9525" cy="9525"/>
          </a:xfrm>
          <a:custGeom>
            <a:avLst/>
            <a:gdLst/>
            <a:ahLst/>
            <a:cxnLst/>
            <a:rect l="l" t="t" r="r" b="b"/>
            <a:pathLst>
              <a:path w="9525" h="9525">
                <a:moveTo>
                  <a:pt x="9525" y="9525"/>
                </a:moveTo>
                <a:lnTo>
                  <a:pt x="0" y="9525"/>
                </a:lnTo>
                <a:lnTo>
                  <a:pt x="0" y="0"/>
                </a:lnTo>
                <a:lnTo>
                  <a:pt x="9525" y="0"/>
                </a:lnTo>
                <a:lnTo>
                  <a:pt x="9525" y="9525"/>
                </a:lnTo>
                <a:close/>
              </a:path>
            </a:pathLst>
          </a:custGeom>
          <a:solidFill>
            <a:srgbClr val="C7C6C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65" name="object 265"/>
          <p:cNvSpPr/>
          <p:nvPr/>
        </p:nvSpPr>
        <p:spPr>
          <a:xfrm>
            <a:off x="5705476" y="3046915"/>
            <a:ext cx="9525" cy="9525"/>
          </a:xfrm>
          <a:custGeom>
            <a:avLst/>
            <a:gdLst/>
            <a:ahLst/>
            <a:cxnLst/>
            <a:rect l="l" t="t" r="r" b="b"/>
            <a:pathLst>
              <a:path w="9525" h="9525">
                <a:moveTo>
                  <a:pt x="9525" y="9525"/>
                </a:moveTo>
                <a:lnTo>
                  <a:pt x="0" y="9525"/>
                </a:lnTo>
                <a:lnTo>
                  <a:pt x="0" y="0"/>
                </a:lnTo>
                <a:lnTo>
                  <a:pt x="9525" y="0"/>
                </a:lnTo>
                <a:lnTo>
                  <a:pt x="9525" y="9525"/>
                </a:lnTo>
                <a:close/>
              </a:path>
            </a:pathLst>
          </a:custGeom>
          <a:solidFill>
            <a:srgbClr val="C7C6C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66" name="object 266"/>
          <p:cNvSpPr/>
          <p:nvPr/>
        </p:nvSpPr>
        <p:spPr>
          <a:xfrm>
            <a:off x="5762626" y="3046915"/>
            <a:ext cx="9525" cy="9525"/>
          </a:xfrm>
          <a:custGeom>
            <a:avLst/>
            <a:gdLst/>
            <a:ahLst/>
            <a:cxnLst/>
            <a:rect l="l" t="t" r="r" b="b"/>
            <a:pathLst>
              <a:path w="9525" h="9525">
                <a:moveTo>
                  <a:pt x="9525" y="9525"/>
                </a:moveTo>
                <a:lnTo>
                  <a:pt x="0" y="9525"/>
                </a:lnTo>
                <a:lnTo>
                  <a:pt x="0" y="0"/>
                </a:lnTo>
                <a:lnTo>
                  <a:pt x="9525" y="0"/>
                </a:lnTo>
                <a:lnTo>
                  <a:pt x="9525" y="9525"/>
                </a:lnTo>
                <a:close/>
              </a:path>
            </a:pathLst>
          </a:custGeom>
          <a:solidFill>
            <a:srgbClr val="C7C6C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67" name="object 267"/>
          <p:cNvSpPr/>
          <p:nvPr/>
        </p:nvSpPr>
        <p:spPr>
          <a:xfrm>
            <a:off x="5819776" y="3046915"/>
            <a:ext cx="9525" cy="9525"/>
          </a:xfrm>
          <a:custGeom>
            <a:avLst/>
            <a:gdLst/>
            <a:ahLst/>
            <a:cxnLst/>
            <a:rect l="l" t="t" r="r" b="b"/>
            <a:pathLst>
              <a:path w="9525" h="9525">
                <a:moveTo>
                  <a:pt x="9525" y="9525"/>
                </a:moveTo>
                <a:lnTo>
                  <a:pt x="0" y="9525"/>
                </a:lnTo>
                <a:lnTo>
                  <a:pt x="0" y="0"/>
                </a:lnTo>
                <a:lnTo>
                  <a:pt x="9525" y="0"/>
                </a:lnTo>
                <a:lnTo>
                  <a:pt x="9525" y="9525"/>
                </a:lnTo>
                <a:close/>
              </a:path>
            </a:pathLst>
          </a:custGeom>
          <a:solidFill>
            <a:srgbClr val="C7C6C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68" name="object 268"/>
          <p:cNvSpPr/>
          <p:nvPr/>
        </p:nvSpPr>
        <p:spPr>
          <a:xfrm>
            <a:off x="5876926" y="3046915"/>
            <a:ext cx="9525" cy="9525"/>
          </a:xfrm>
          <a:custGeom>
            <a:avLst/>
            <a:gdLst/>
            <a:ahLst/>
            <a:cxnLst/>
            <a:rect l="l" t="t" r="r" b="b"/>
            <a:pathLst>
              <a:path w="9525" h="9525">
                <a:moveTo>
                  <a:pt x="9525" y="9525"/>
                </a:moveTo>
                <a:lnTo>
                  <a:pt x="0" y="9525"/>
                </a:lnTo>
                <a:lnTo>
                  <a:pt x="0" y="0"/>
                </a:lnTo>
                <a:lnTo>
                  <a:pt x="9525" y="0"/>
                </a:lnTo>
                <a:lnTo>
                  <a:pt x="9525" y="9525"/>
                </a:lnTo>
                <a:close/>
              </a:path>
            </a:pathLst>
          </a:custGeom>
          <a:solidFill>
            <a:srgbClr val="C7C6C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69" name="object 269"/>
          <p:cNvSpPr/>
          <p:nvPr/>
        </p:nvSpPr>
        <p:spPr>
          <a:xfrm>
            <a:off x="5934076" y="3046915"/>
            <a:ext cx="9525" cy="9525"/>
          </a:xfrm>
          <a:custGeom>
            <a:avLst/>
            <a:gdLst/>
            <a:ahLst/>
            <a:cxnLst/>
            <a:rect l="l" t="t" r="r" b="b"/>
            <a:pathLst>
              <a:path w="9525" h="9525">
                <a:moveTo>
                  <a:pt x="9525" y="9525"/>
                </a:moveTo>
                <a:lnTo>
                  <a:pt x="0" y="9525"/>
                </a:lnTo>
                <a:lnTo>
                  <a:pt x="0" y="0"/>
                </a:lnTo>
                <a:lnTo>
                  <a:pt x="9525" y="0"/>
                </a:lnTo>
                <a:lnTo>
                  <a:pt x="9525" y="9525"/>
                </a:lnTo>
                <a:close/>
              </a:path>
            </a:pathLst>
          </a:custGeom>
          <a:solidFill>
            <a:srgbClr val="C7C6C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70" name="object 270"/>
          <p:cNvSpPr/>
          <p:nvPr/>
        </p:nvSpPr>
        <p:spPr>
          <a:xfrm>
            <a:off x="5991226" y="3046915"/>
            <a:ext cx="9525" cy="9525"/>
          </a:xfrm>
          <a:custGeom>
            <a:avLst/>
            <a:gdLst/>
            <a:ahLst/>
            <a:cxnLst/>
            <a:rect l="l" t="t" r="r" b="b"/>
            <a:pathLst>
              <a:path w="9525" h="9525">
                <a:moveTo>
                  <a:pt x="9525" y="9525"/>
                </a:moveTo>
                <a:lnTo>
                  <a:pt x="0" y="9525"/>
                </a:lnTo>
                <a:lnTo>
                  <a:pt x="0" y="0"/>
                </a:lnTo>
                <a:lnTo>
                  <a:pt x="9525" y="0"/>
                </a:lnTo>
                <a:lnTo>
                  <a:pt x="9525" y="9525"/>
                </a:lnTo>
                <a:close/>
              </a:path>
            </a:pathLst>
          </a:custGeom>
          <a:solidFill>
            <a:srgbClr val="C7C6C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71" name="object 271"/>
          <p:cNvSpPr/>
          <p:nvPr/>
        </p:nvSpPr>
        <p:spPr>
          <a:xfrm>
            <a:off x="6048376" y="3046915"/>
            <a:ext cx="9525" cy="9525"/>
          </a:xfrm>
          <a:custGeom>
            <a:avLst/>
            <a:gdLst/>
            <a:ahLst/>
            <a:cxnLst/>
            <a:rect l="l" t="t" r="r" b="b"/>
            <a:pathLst>
              <a:path w="9525" h="9525">
                <a:moveTo>
                  <a:pt x="9525" y="9525"/>
                </a:moveTo>
                <a:lnTo>
                  <a:pt x="0" y="9525"/>
                </a:lnTo>
                <a:lnTo>
                  <a:pt x="0" y="0"/>
                </a:lnTo>
                <a:lnTo>
                  <a:pt x="9525" y="0"/>
                </a:lnTo>
                <a:lnTo>
                  <a:pt x="9525" y="9525"/>
                </a:lnTo>
                <a:close/>
              </a:path>
            </a:pathLst>
          </a:custGeom>
          <a:solidFill>
            <a:srgbClr val="C7C6C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72" name="object 272"/>
          <p:cNvSpPr/>
          <p:nvPr/>
        </p:nvSpPr>
        <p:spPr>
          <a:xfrm>
            <a:off x="6105526" y="3046915"/>
            <a:ext cx="9525" cy="9525"/>
          </a:xfrm>
          <a:custGeom>
            <a:avLst/>
            <a:gdLst/>
            <a:ahLst/>
            <a:cxnLst/>
            <a:rect l="l" t="t" r="r" b="b"/>
            <a:pathLst>
              <a:path w="9525" h="9525">
                <a:moveTo>
                  <a:pt x="9525" y="9525"/>
                </a:moveTo>
                <a:lnTo>
                  <a:pt x="0" y="9525"/>
                </a:lnTo>
                <a:lnTo>
                  <a:pt x="0" y="0"/>
                </a:lnTo>
                <a:lnTo>
                  <a:pt x="9525" y="0"/>
                </a:lnTo>
                <a:lnTo>
                  <a:pt x="9525" y="9525"/>
                </a:lnTo>
                <a:close/>
              </a:path>
            </a:pathLst>
          </a:custGeom>
          <a:solidFill>
            <a:srgbClr val="C7C6C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73" name="object 273"/>
          <p:cNvSpPr/>
          <p:nvPr/>
        </p:nvSpPr>
        <p:spPr>
          <a:xfrm>
            <a:off x="6162676" y="3046915"/>
            <a:ext cx="9525" cy="9525"/>
          </a:xfrm>
          <a:custGeom>
            <a:avLst/>
            <a:gdLst/>
            <a:ahLst/>
            <a:cxnLst/>
            <a:rect l="l" t="t" r="r" b="b"/>
            <a:pathLst>
              <a:path w="9525" h="9525">
                <a:moveTo>
                  <a:pt x="9525" y="9525"/>
                </a:moveTo>
                <a:lnTo>
                  <a:pt x="0" y="9525"/>
                </a:lnTo>
                <a:lnTo>
                  <a:pt x="0" y="0"/>
                </a:lnTo>
                <a:lnTo>
                  <a:pt x="9525" y="0"/>
                </a:lnTo>
                <a:lnTo>
                  <a:pt x="9525" y="9525"/>
                </a:lnTo>
                <a:close/>
              </a:path>
            </a:pathLst>
          </a:custGeom>
          <a:solidFill>
            <a:srgbClr val="C7C6C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74" name="object 274"/>
          <p:cNvSpPr/>
          <p:nvPr/>
        </p:nvSpPr>
        <p:spPr>
          <a:xfrm>
            <a:off x="6219826" y="3046915"/>
            <a:ext cx="9525" cy="9525"/>
          </a:xfrm>
          <a:custGeom>
            <a:avLst/>
            <a:gdLst/>
            <a:ahLst/>
            <a:cxnLst/>
            <a:rect l="l" t="t" r="r" b="b"/>
            <a:pathLst>
              <a:path w="9525" h="9525">
                <a:moveTo>
                  <a:pt x="9525" y="9525"/>
                </a:moveTo>
                <a:lnTo>
                  <a:pt x="0" y="9525"/>
                </a:lnTo>
                <a:lnTo>
                  <a:pt x="0" y="0"/>
                </a:lnTo>
                <a:lnTo>
                  <a:pt x="9525" y="0"/>
                </a:lnTo>
                <a:lnTo>
                  <a:pt x="9525" y="9525"/>
                </a:lnTo>
                <a:close/>
              </a:path>
            </a:pathLst>
          </a:custGeom>
          <a:solidFill>
            <a:srgbClr val="C7C6C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75" name="object 275"/>
          <p:cNvSpPr/>
          <p:nvPr/>
        </p:nvSpPr>
        <p:spPr>
          <a:xfrm>
            <a:off x="6276976" y="3046915"/>
            <a:ext cx="9525" cy="9525"/>
          </a:xfrm>
          <a:custGeom>
            <a:avLst/>
            <a:gdLst/>
            <a:ahLst/>
            <a:cxnLst/>
            <a:rect l="l" t="t" r="r" b="b"/>
            <a:pathLst>
              <a:path w="9525" h="9525">
                <a:moveTo>
                  <a:pt x="9525" y="9525"/>
                </a:moveTo>
                <a:lnTo>
                  <a:pt x="0" y="9525"/>
                </a:lnTo>
                <a:lnTo>
                  <a:pt x="0" y="0"/>
                </a:lnTo>
                <a:lnTo>
                  <a:pt x="9525" y="0"/>
                </a:lnTo>
                <a:lnTo>
                  <a:pt x="9525" y="9525"/>
                </a:lnTo>
                <a:close/>
              </a:path>
            </a:pathLst>
          </a:custGeom>
          <a:solidFill>
            <a:srgbClr val="C7C6C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76" name="object 276"/>
          <p:cNvSpPr/>
          <p:nvPr/>
        </p:nvSpPr>
        <p:spPr>
          <a:xfrm>
            <a:off x="6334126" y="3046915"/>
            <a:ext cx="9525" cy="9525"/>
          </a:xfrm>
          <a:custGeom>
            <a:avLst/>
            <a:gdLst/>
            <a:ahLst/>
            <a:cxnLst/>
            <a:rect l="l" t="t" r="r" b="b"/>
            <a:pathLst>
              <a:path w="9525" h="9525">
                <a:moveTo>
                  <a:pt x="9525" y="9525"/>
                </a:moveTo>
                <a:lnTo>
                  <a:pt x="0" y="9525"/>
                </a:lnTo>
                <a:lnTo>
                  <a:pt x="0" y="0"/>
                </a:lnTo>
                <a:lnTo>
                  <a:pt x="9525" y="0"/>
                </a:lnTo>
                <a:lnTo>
                  <a:pt x="9525" y="9525"/>
                </a:lnTo>
                <a:close/>
              </a:path>
            </a:pathLst>
          </a:custGeom>
          <a:solidFill>
            <a:srgbClr val="C7C6C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77" name="object 277"/>
          <p:cNvSpPr/>
          <p:nvPr/>
        </p:nvSpPr>
        <p:spPr>
          <a:xfrm>
            <a:off x="6391276" y="3046915"/>
            <a:ext cx="9525" cy="9525"/>
          </a:xfrm>
          <a:custGeom>
            <a:avLst/>
            <a:gdLst/>
            <a:ahLst/>
            <a:cxnLst/>
            <a:rect l="l" t="t" r="r" b="b"/>
            <a:pathLst>
              <a:path w="9525" h="9525">
                <a:moveTo>
                  <a:pt x="9525" y="9525"/>
                </a:moveTo>
                <a:lnTo>
                  <a:pt x="0" y="9525"/>
                </a:lnTo>
                <a:lnTo>
                  <a:pt x="0" y="0"/>
                </a:lnTo>
                <a:lnTo>
                  <a:pt x="9525" y="0"/>
                </a:lnTo>
                <a:lnTo>
                  <a:pt x="9525" y="9525"/>
                </a:lnTo>
                <a:close/>
              </a:path>
            </a:pathLst>
          </a:custGeom>
          <a:solidFill>
            <a:srgbClr val="C7C6C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78" name="object 278"/>
          <p:cNvSpPr/>
          <p:nvPr/>
        </p:nvSpPr>
        <p:spPr>
          <a:xfrm>
            <a:off x="6448426" y="3046915"/>
            <a:ext cx="9525" cy="9525"/>
          </a:xfrm>
          <a:custGeom>
            <a:avLst/>
            <a:gdLst/>
            <a:ahLst/>
            <a:cxnLst/>
            <a:rect l="l" t="t" r="r" b="b"/>
            <a:pathLst>
              <a:path w="9525" h="9525">
                <a:moveTo>
                  <a:pt x="9525" y="9525"/>
                </a:moveTo>
                <a:lnTo>
                  <a:pt x="0" y="9525"/>
                </a:lnTo>
                <a:lnTo>
                  <a:pt x="0" y="0"/>
                </a:lnTo>
                <a:lnTo>
                  <a:pt x="9525" y="0"/>
                </a:lnTo>
                <a:lnTo>
                  <a:pt x="9525" y="9525"/>
                </a:lnTo>
                <a:close/>
              </a:path>
            </a:pathLst>
          </a:custGeom>
          <a:solidFill>
            <a:srgbClr val="C7C6C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79" name="object 279"/>
          <p:cNvSpPr/>
          <p:nvPr/>
        </p:nvSpPr>
        <p:spPr>
          <a:xfrm>
            <a:off x="6505576" y="3046915"/>
            <a:ext cx="9525" cy="9525"/>
          </a:xfrm>
          <a:custGeom>
            <a:avLst/>
            <a:gdLst/>
            <a:ahLst/>
            <a:cxnLst/>
            <a:rect l="l" t="t" r="r" b="b"/>
            <a:pathLst>
              <a:path w="9525" h="9525">
                <a:moveTo>
                  <a:pt x="9525" y="9525"/>
                </a:moveTo>
                <a:lnTo>
                  <a:pt x="0" y="9525"/>
                </a:lnTo>
                <a:lnTo>
                  <a:pt x="0" y="0"/>
                </a:lnTo>
                <a:lnTo>
                  <a:pt x="9525" y="0"/>
                </a:lnTo>
                <a:lnTo>
                  <a:pt x="9525" y="9525"/>
                </a:lnTo>
                <a:close/>
              </a:path>
            </a:pathLst>
          </a:custGeom>
          <a:solidFill>
            <a:srgbClr val="C7C6C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80" name="object 280"/>
          <p:cNvSpPr/>
          <p:nvPr/>
        </p:nvSpPr>
        <p:spPr>
          <a:xfrm>
            <a:off x="6562726" y="3046915"/>
            <a:ext cx="9525" cy="9525"/>
          </a:xfrm>
          <a:custGeom>
            <a:avLst/>
            <a:gdLst/>
            <a:ahLst/>
            <a:cxnLst/>
            <a:rect l="l" t="t" r="r" b="b"/>
            <a:pathLst>
              <a:path w="9525" h="9525">
                <a:moveTo>
                  <a:pt x="9525" y="9525"/>
                </a:moveTo>
                <a:lnTo>
                  <a:pt x="0" y="9525"/>
                </a:lnTo>
                <a:lnTo>
                  <a:pt x="0" y="0"/>
                </a:lnTo>
                <a:lnTo>
                  <a:pt x="9525" y="0"/>
                </a:lnTo>
                <a:lnTo>
                  <a:pt x="9525" y="9525"/>
                </a:lnTo>
                <a:close/>
              </a:path>
            </a:pathLst>
          </a:custGeom>
          <a:solidFill>
            <a:srgbClr val="C7C6C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81" name="object 281"/>
          <p:cNvSpPr/>
          <p:nvPr/>
        </p:nvSpPr>
        <p:spPr>
          <a:xfrm>
            <a:off x="6619876" y="3046915"/>
            <a:ext cx="9525" cy="9525"/>
          </a:xfrm>
          <a:custGeom>
            <a:avLst/>
            <a:gdLst/>
            <a:ahLst/>
            <a:cxnLst/>
            <a:rect l="l" t="t" r="r" b="b"/>
            <a:pathLst>
              <a:path w="9525" h="9525">
                <a:moveTo>
                  <a:pt x="9525" y="9525"/>
                </a:moveTo>
                <a:lnTo>
                  <a:pt x="0" y="9525"/>
                </a:lnTo>
                <a:lnTo>
                  <a:pt x="0" y="0"/>
                </a:lnTo>
                <a:lnTo>
                  <a:pt x="9525" y="0"/>
                </a:lnTo>
                <a:lnTo>
                  <a:pt x="9525" y="9525"/>
                </a:lnTo>
                <a:close/>
              </a:path>
            </a:pathLst>
          </a:custGeom>
          <a:solidFill>
            <a:srgbClr val="C7C6C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82" name="object 282"/>
          <p:cNvSpPr/>
          <p:nvPr/>
        </p:nvSpPr>
        <p:spPr>
          <a:xfrm>
            <a:off x="6677026" y="3046915"/>
            <a:ext cx="9525" cy="9525"/>
          </a:xfrm>
          <a:custGeom>
            <a:avLst/>
            <a:gdLst/>
            <a:ahLst/>
            <a:cxnLst/>
            <a:rect l="l" t="t" r="r" b="b"/>
            <a:pathLst>
              <a:path w="9525" h="9525">
                <a:moveTo>
                  <a:pt x="9525" y="9525"/>
                </a:moveTo>
                <a:lnTo>
                  <a:pt x="0" y="9525"/>
                </a:lnTo>
                <a:lnTo>
                  <a:pt x="0" y="0"/>
                </a:lnTo>
                <a:lnTo>
                  <a:pt x="9525" y="0"/>
                </a:lnTo>
                <a:lnTo>
                  <a:pt x="9525" y="9525"/>
                </a:lnTo>
                <a:close/>
              </a:path>
            </a:pathLst>
          </a:custGeom>
          <a:solidFill>
            <a:srgbClr val="C7C6C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83" name="object 283"/>
          <p:cNvSpPr/>
          <p:nvPr/>
        </p:nvSpPr>
        <p:spPr>
          <a:xfrm>
            <a:off x="6734176" y="3046915"/>
            <a:ext cx="9525" cy="9525"/>
          </a:xfrm>
          <a:custGeom>
            <a:avLst/>
            <a:gdLst/>
            <a:ahLst/>
            <a:cxnLst/>
            <a:rect l="l" t="t" r="r" b="b"/>
            <a:pathLst>
              <a:path w="9525" h="9525">
                <a:moveTo>
                  <a:pt x="9525" y="9525"/>
                </a:moveTo>
                <a:lnTo>
                  <a:pt x="0" y="9525"/>
                </a:lnTo>
                <a:lnTo>
                  <a:pt x="0" y="0"/>
                </a:lnTo>
                <a:lnTo>
                  <a:pt x="9525" y="0"/>
                </a:lnTo>
                <a:lnTo>
                  <a:pt x="9525" y="9525"/>
                </a:lnTo>
                <a:close/>
              </a:path>
            </a:pathLst>
          </a:custGeom>
          <a:solidFill>
            <a:srgbClr val="C7C6C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84" name="object 284"/>
          <p:cNvSpPr/>
          <p:nvPr/>
        </p:nvSpPr>
        <p:spPr>
          <a:xfrm>
            <a:off x="6791326" y="3046915"/>
            <a:ext cx="9525" cy="9525"/>
          </a:xfrm>
          <a:custGeom>
            <a:avLst/>
            <a:gdLst/>
            <a:ahLst/>
            <a:cxnLst/>
            <a:rect l="l" t="t" r="r" b="b"/>
            <a:pathLst>
              <a:path w="9525" h="9525">
                <a:moveTo>
                  <a:pt x="9525" y="9525"/>
                </a:moveTo>
                <a:lnTo>
                  <a:pt x="0" y="9525"/>
                </a:lnTo>
                <a:lnTo>
                  <a:pt x="0" y="0"/>
                </a:lnTo>
                <a:lnTo>
                  <a:pt x="9525" y="0"/>
                </a:lnTo>
                <a:lnTo>
                  <a:pt x="9525" y="9525"/>
                </a:lnTo>
                <a:close/>
              </a:path>
            </a:pathLst>
          </a:custGeom>
          <a:solidFill>
            <a:srgbClr val="C7C6C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85" name="object 285"/>
          <p:cNvSpPr/>
          <p:nvPr/>
        </p:nvSpPr>
        <p:spPr>
          <a:xfrm>
            <a:off x="6848476" y="3046915"/>
            <a:ext cx="9525" cy="9525"/>
          </a:xfrm>
          <a:custGeom>
            <a:avLst/>
            <a:gdLst/>
            <a:ahLst/>
            <a:cxnLst/>
            <a:rect l="l" t="t" r="r" b="b"/>
            <a:pathLst>
              <a:path w="9525" h="9525">
                <a:moveTo>
                  <a:pt x="9525" y="9525"/>
                </a:moveTo>
                <a:lnTo>
                  <a:pt x="0" y="9525"/>
                </a:lnTo>
                <a:lnTo>
                  <a:pt x="0" y="0"/>
                </a:lnTo>
                <a:lnTo>
                  <a:pt x="9525" y="0"/>
                </a:lnTo>
                <a:lnTo>
                  <a:pt x="9525" y="9525"/>
                </a:lnTo>
                <a:close/>
              </a:path>
            </a:pathLst>
          </a:custGeom>
          <a:solidFill>
            <a:srgbClr val="C7C6C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86" name="object 286"/>
          <p:cNvSpPr/>
          <p:nvPr/>
        </p:nvSpPr>
        <p:spPr>
          <a:xfrm>
            <a:off x="6905626" y="3046915"/>
            <a:ext cx="9525" cy="9525"/>
          </a:xfrm>
          <a:custGeom>
            <a:avLst/>
            <a:gdLst/>
            <a:ahLst/>
            <a:cxnLst/>
            <a:rect l="l" t="t" r="r" b="b"/>
            <a:pathLst>
              <a:path w="9525" h="9525">
                <a:moveTo>
                  <a:pt x="9525" y="9525"/>
                </a:moveTo>
                <a:lnTo>
                  <a:pt x="0" y="9525"/>
                </a:lnTo>
                <a:lnTo>
                  <a:pt x="0" y="0"/>
                </a:lnTo>
                <a:lnTo>
                  <a:pt x="9525" y="0"/>
                </a:lnTo>
                <a:lnTo>
                  <a:pt x="9525" y="9525"/>
                </a:lnTo>
                <a:close/>
              </a:path>
            </a:pathLst>
          </a:custGeom>
          <a:solidFill>
            <a:srgbClr val="C7C6C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87" name="object 287"/>
          <p:cNvSpPr/>
          <p:nvPr/>
        </p:nvSpPr>
        <p:spPr>
          <a:xfrm>
            <a:off x="6962776" y="3046915"/>
            <a:ext cx="9525" cy="9525"/>
          </a:xfrm>
          <a:custGeom>
            <a:avLst/>
            <a:gdLst/>
            <a:ahLst/>
            <a:cxnLst/>
            <a:rect l="l" t="t" r="r" b="b"/>
            <a:pathLst>
              <a:path w="9525" h="9525">
                <a:moveTo>
                  <a:pt x="9525" y="9525"/>
                </a:moveTo>
                <a:lnTo>
                  <a:pt x="0" y="9525"/>
                </a:lnTo>
                <a:lnTo>
                  <a:pt x="0" y="0"/>
                </a:lnTo>
                <a:lnTo>
                  <a:pt x="9525" y="0"/>
                </a:lnTo>
                <a:lnTo>
                  <a:pt x="9525" y="9525"/>
                </a:lnTo>
                <a:close/>
              </a:path>
            </a:pathLst>
          </a:custGeom>
          <a:solidFill>
            <a:srgbClr val="C7C6C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88" name="object 288"/>
          <p:cNvSpPr/>
          <p:nvPr/>
        </p:nvSpPr>
        <p:spPr>
          <a:xfrm>
            <a:off x="7019926" y="3046915"/>
            <a:ext cx="9525" cy="9525"/>
          </a:xfrm>
          <a:custGeom>
            <a:avLst/>
            <a:gdLst/>
            <a:ahLst/>
            <a:cxnLst/>
            <a:rect l="l" t="t" r="r" b="b"/>
            <a:pathLst>
              <a:path w="9525" h="9525">
                <a:moveTo>
                  <a:pt x="9525" y="9525"/>
                </a:moveTo>
                <a:lnTo>
                  <a:pt x="0" y="9525"/>
                </a:lnTo>
                <a:lnTo>
                  <a:pt x="0" y="0"/>
                </a:lnTo>
                <a:lnTo>
                  <a:pt x="9525" y="0"/>
                </a:lnTo>
                <a:lnTo>
                  <a:pt x="9525" y="9525"/>
                </a:lnTo>
                <a:close/>
              </a:path>
            </a:pathLst>
          </a:custGeom>
          <a:solidFill>
            <a:srgbClr val="C7C6C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89" name="object 289"/>
          <p:cNvSpPr/>
          <p:nvPr/>
        </p:nvSpPr>
        <p:spPr>
          <a:xfrm>
            <a:off x="7077076" y="3046915"/>
            <a:ext cx="9525" cy="9525"/>
          </a:xfrm>
          <a:custGeom>
            <a:avLst/>
            <a:gdLst/>
            <a:ahLst/>
            <a:cxnLst/>
            <a:rect l="l" t="t" r="r" b="b"/>
            <a:pathLst>
              <a:path w="9525" h="9525">
                <a:moveTo>
                  <a:pt x="9525" y="9525"/>
                </a:moveTo>
                <a:lnTo>
                  <a:pt x="0" y="9525"/>
                </a:lnTo>
                <a:lnTo>
                  <a:pt x="0" y="0"/>
                </a:lnTo>
                <a:lnTo>
                  <a:pt x="9525" y="0"/>
                </a:lnTo>
                <a:lnTo>
                  <a:pt x="9525" y="9525"/>
                </a:lnTo>
                <a:close/>
              </a:path>
            </a:pathLst>
          </a:custGeom>
          <a:solidFill>
            <a:srgbClr val="C7C6C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90" name="object 290"/>
          <p:cNvSpPr/>
          <p:nvPr/>
        </p:nvSpPr>
        <p:spPr>
          <a:xfrm>
            <a:off x="7134226" y="3046915"/>
            <a:ext cx="9525" cy="9525"/>
          </a:xfrm>
          <a:custGeom>
            <a:avLst/>
            <a:gdLst/>
            <a:ahLst/>
            <a:cxnLst/>
            <a:rect l="l" t="t" r="r" b="b"/>
            <a:pathLst>
              <a:path w="9525" h="9525">
                <a:moveTo>
                  <a:pt x="9525" y="9525"/>
                </a:moveTo>
                <a:lnTo>
                  <a:pt x="0" y="9525"/>
                </a:lnTo>
                <a:lnTo>
                  <a:pt x="0" y="0"/>
                </a:lnTo>
                <a:lnTo>
                  <a:pt x="9525" y="0"/>
                </a:lnTo>
                <a:lnTo>
                  <a:pt x="9525" y="9525"/>
                </a:lnTo>
                <a:close/>
              </a:path>
            </a:pathLst>
          </a:custGeom>
          <a:solidFill>
            <a:srgbClr val="C7C6C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91" name="object 291"/>
          <p:cNvSpPr/>
          <p:nvPr/>
        </p:nvSpPr>
        <p:spPr>
          <a:xfrm>
            <a:off x="7191376" y="3046915"/>
            <a:ext cx="9525" cy="9525"/>
          </a:xfrm>
          <a:custGeom>
            <a:avLst/>
            <a:gdLst/>
            <a:ahLst/>
            <a:cxnLst/>
            <a:rect l="l" t="t" r="r" b="b"/>
            <a:pathLst>
              <a:path w="9525" h="9525">
                <a:moveTo>
                  <a:pt x="9525" y="9525"/>
                </a:moveTo>
                <a:lnTo>
                  <a:pt x="0" y="9525"/>
                </a:lnTo>
                <a:lnTo>
                  <a:pt x="0" y="0"/>
                </a:lnTo>
                <a:lnTo>
                  <a:pt x="9525" y="0"/>
                </a:lnTo>
                <a:lnTo>
                  <a:pt x="9525" y="9525"/>
                </a:lnTo>
                <a:close/>
              </a:path>
            </a:pathLst>
          </a:custGeom>
          <a:solidFill>
            <a:srgbClr val="C7C6C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92" name="object 292"/>
          <p:cNvSpPr/>
          <p:nvPr/>
        </p:nvSpPr>
        <p:spPr>
          <a:xfrm>
            <a:off x="7248526" y="3046915"/>
            <a:ext cx="9525" cy="9525"/>
          </a:xfrm>
          <a:custGeom>
            <a:avLst/>
            <a:gdLst/>
            <a:ahLst/>
            <a:cxnLst/>
            <a:rect l="l" t="t" r="r" b="b"/>
            <a:pathLst>
              <a:path w="9525" h="9525">
                <a:moveTo>
                  <a:pt x="9525" y="9525"/>
                </a:moveTo>
                <a:lnTo>
                  <a:pt x="0" y="9525"/>
                </a:lnTo>
                <a:lnTo>
                  <a:pt x="0" y="0"/>
                </a:lnTo>
                <a:lnTo>
                  <a:pt x="9525" y="0"/>
                </a:lnTo>
                <a:lnTo>
                  <a:pt x="9525" y="9525"/>
                </a:lnTo>
                <a:close/>
              </a:path>
            </a:pathLst>
          </a:custGeom>
          <a:solidFill>
            <a:srgbClr val="C7C6C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93" name="object 293"/>
          <p:cNvSpPr/>
          <p:nvPr/>
        </p:nvSpPr>
        <p:spPr>
          <a:xfrm>
            <a:off x="7305676" y="3046915"/>
            <a:ext cx="9525" cy="9525"/>
          </a:xfrm>
          <a:custGeom>
            <a:avLst/>
            <a:gdLst/>
            <a:ahLst/>
            <a:cxnLst/>
            <a:rect l="l" t="t" r="r" b="b"/>
            <a:pathLst>
              <a:path w="9525" h="9525">
                <a:moveTo>
                  <a:pt x="9525" y="9525"/>
                </a:moveTo>
                <a:lnTo>
                  <a:pt x="0" y="9525"/>
                </a:lnTo>
                <a:lnTo>
                  <a:pt x="0" y="0"/>
                </a:lnTo>
                <a:lnTo>
                  <a:pt x="9525" y="0"/>
                </a:lnTo>
                <a:lnTo>
                  <a:pt x="9525" y="9525"/>
                </a:lnTo>
                <a:close/>
              </a:path>
            </a:pathLst>
          </a:custGeom>
          <a:solidFill>
            <a:srgbClr val="C7C6C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94" name="object 294"/>
          <p:cNvSpPr/>
          <p:nvPr/>
        </p:nvSpPr>
        <p:spPr>
          <a:xfrm>
            <a:off x="7362826" y="3046915"/>
            <a:ext cx="9525" cy="9525"/>
          </a:xfrm>
          <a:custGeom>
            <a:avLst/>
            <a:gdLst/>
            <a:ahLst/>
            <a:cxnLst/>
            <a:rect l="l" t="t" r="r" b="b"/>
            <a:pathLst>
              <a:path w="9525" h="9525">
                <a:moveTo>
                  <a:pt x="9525" y="9525"/>
                </a:moveTo>
                <a:lnTo>
                  <a:pt x="0" y="9525"/>
                </a:lnTo>
                <a:lnTo>
                  <a:pt x="0" y="0"/>
                </a:lnTo>
                <a:lnTo>
                  <a:pt x="9525" y="0"/>
                </a:lnTo>
                <a:lnTo>
                  <a:pt x="9525" y="9525"/>
                </a:lnTo>
                <a:close/>
              </a:path>
            </a:pathLst>
          </a:custGeom>
          <a:solidFill>
            <a:srgbClr val="C7C6C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95" name="object 295"/>
          <p:cNvSpPr/>
          <p:nvPr/>
        </p:nvSpPr>
        <p:spPr>
          <a:xfrm>
            <a:off x="7419976" y="3046915"/>
            <a:ext cx="9525" cy="9525"/>
          </a:xfrm>
          <a:custGeom>
            <a:avLst/>
            <a:gdLst/>
            <a:ahLst/>
            <a:cxnLst/>
            <a:rect l="l" t="t" r="r" b="b"/>
            <a:pathLst>
              <a:path w="9525" h="9525">
                <a:moveTo>
                  <a:pt x="9525" y="9525"/>
                </a:moveTo>
                <a:lnTo>
                  <a:pt x="0" y="9525"/>
                </a:lnTo>
                <a:lnTo>
                  <a:pt x="0" y="0"/>
                </a:lnTo>
                <a:lnTo>
                  <a:pt x="9525" y="0"/>
                </a:lnTo>
                <a:lnTo>
                  <a:pt x="9525" y="9525"/>
                </a:lnTo>
                <a:close/>
              </a:path>
            </a:pathLst>
          </a:custGeom>
          <a:solidFill>
            <a:srgbClr val="C7C6C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96" name="object 296"/>
          <p:cNvSpPr/>
          <p:nvPr/>
        </p:nvSpPr>
        <p:spPr>
          <a:xfrm>
            <a:off x="7477126" y="3046915"/>
            <a:ext cx="9525" cy="9525"/>
          </a:xfrm>
          <a:custGeom>
            <a:avLst/>
            <a:gdLst/>
            <a:ahLst/>
            <a:cxnLst/>
            <a:rect l="l" t="t" r="r" b="b"/>
            <a:pathLst>
              <a:path w="9525" h="9525">
                <a:moveTo>
                  <a:pt x="9525" y="9525"/>
                </a:moveTo>
                <a:lnTo>
                  <a:pt x="0" y="9525"/>
                </a:lnTo>
                <a:lnTo>
                  <a:pt x="0" y="0"/>
                </a:lnTo>
                <a:lnTo>
                  <a:pt x="9525" y="0"/>
                </a:lnTo>
                <a:lnTo>
                  <a:pt x="9525" y="9525"/>
                </a:lnTo>
                <a:close/>
              </a:path>
            </a:pathLst>
          </a:custGeom>
          <a:solidFill>
            <a:srgbClr val="C7C6C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97" name="object 297"/>
          <p:cNvSpPr/>
          <p:nvPr/>
        </p:nvSpPr>
        <p:spPr>
          <a:xfrm>
            <a:off x="7534276" y="3046915"/>
            <a:ext cx="9525" cy="9525"/>
          </a:xfrm>
          <a:custGeom>
            <a:avLst/>
            <a:gdLst/>
            <a:ahLst/>
            <a:cxnLst/>
            <a:rect l="l" t="t" r="r" b="b"/>
            <a:pathLst>
              <a:path w="9525" h="9525">
                <a:moveTo>
                  <a:pt x="9525" y="9525"/>
                </a:moveTo>
                <a:lnTo>
                  <a:pt x="0" y="9525"/>
                </a:lnTo>
                <a:lnTo>
                  <a:pt x="0" y="0"/>
                </a:lnTo>
                <a:lnTo>
                  <a:pt x="9525" y="0"/>
                </a:lnTo>
                <a:lnTo>
                  <a:pt x="9525" y="9525"/>
                </a:lnTo>
                <a:close/>
              </a:path>
            </a:pathLst>
          </a:custGeom>
          <a:solidFill>
            <a:srgbClr val="C7C6C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98" name="object 298"/>
          <p:cNvSpPr/>
          <p:nvPr/>
        </p:nvSpPr>
        <p:spPr>
          <a:xfrm>
            <a:off x="7591426" y="3046915"/>
            <a:ext cx="9525" cy="9525"/>
          </a:xfrm>
          <a:custGeom>
            <a:avLst/>
            <a:gdLst/>
            <a:ahLst/>
            <a:cxnLst/>
            <a:rect l="l" t="t" r="r" b="b"/>
            <a:pathLst>
              <a:path w="9525" h="9525">
                <a:moveTo>
                  <a:pt x="9525" y="9525"/>
                </a:moveTo>
                <a:lnTo>
                  <a:pt x="0" y="9525"/>
                </a:lnTo>
                <a:lnTo>
                  <a:pt x="0" y="0"/>
                </a:lnTo>
                <a:lnTo>
                  <a:pt x="9525" y="0"/>
                </a:lnTo>
                <a:lnTo>
                  <a:pt x="9525" y="9525"/>
                </a:lnTo>
                <a:close/>
              </a:path>
            </a:pathLst>
          </a:custGeom>
          <a:solidFill>
            <a:srgbClr val="C7C6C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99" name="object 299"/>
          <p:cNvSpPr/>
          <p:nvPr/>
        </p:nvSpPr>
        <p:spPr>
          <a:xfrm>
            <a:off x="7648576" y="3046915"/>
            <a:ext cx="9525" cy="9525"/>
          </a:xfrm>
          <a:custGeom>
            <a:avLst/>
            <a:gdLst/>
            <a:ahLst/>
            <a:cxnLst/>
            <a:rect l="l" t="t" r="r" b="b"/>
            <a:pathLst>
              <a:path w="9525" h="9525">
                <a:moveTo>
                  <a:pt x="9525" y="9525"/>
                </a:moveTo>
                <a:lnTo>
                  <a:pt x="0" y="9525"/>
                </a:lnTo>
                <a:lnTo>
                  <a:pt x="0" y="0"/>
                </a:lnTo>
                <a:lnTo>
                  <a:pt x="9525" y="0"/>
                </a:lnTo>
                <a:lnTo>
                  <a:pt x="9525" y="9525"/>
                </a:lnTo>
                <a:close/>
              </a:path>
            </a:pathLst>
          </a:custGeom>
          <a:solidFill>
            <a:srgbClr val="C7C6C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00" name="object 300"/>
          <p:cNvSpPr/>
          <p:nvPr/>
        </p:nvSpPr>
        <p:spPr>
          <a:xfrm>
            <a:off x="7705726" y="3046915"/>
            <a:ext cx="9525" cy="9525"/>
          </a:xfrm>
          <a:custGeom>
            <a:avLst/>
            <a:gdLst/>
            <a:ahLst/>
            <a:cxnLst/>
            <a:rect l="l" t="t" r="r" b="b"/>
            <a:pathLst>
              <a:path w="9525" h="9525">
                <a:moveTo>
                  <a:pt x="9525" y="9525"/>
                </a:moveTo>
                <a:lnTo>
                  <a:pt x="0" y="9525"/>
                </a:lnTo>
                <a:lnTo>
                  <a:pt x="0" y="0"/>
                </a:lnTo>
                <a:lnTo>
                  <a:pt x="9525" y="0"/>
                </a:lnTo>
                <a:lnTo>
                  <a:pt x="9525" y="9525"/>
                </a:lnTo>
                <a:close/>
              </a:path>
            </a:pathLst>
          </a:custGeom>
          <a:solidFill>
            <a:srgbClr val="C7C6C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01" name="object 301"/>
          <p:cNvSpPr/>
          <p:nvPr/>
        </p:nvSpPr>
        <p:spPr>
          <a:xfrm>
            <a:off x="7762876" y="3046915"/>
            <a:ext cx="9525" cy="9525"/>
          </a:xfrm>
          <a:custGeom>
            <a:avLst/>
            <a:gdLst/>
            <a:ahLst/>
            <a:cxnLst/>
            <a:rect l="l" t="t" r="r" b="b"/>
            <a:pathLst>
              <a:path w="9525" h="9525">
                <a:moveTo>
                  <a:pt x="9525" y="9525"/>
                </a:moveTo>
                <a:lnTo>
                  <a:pt x="0" y="9525"/>
                </a:lnTo>
                <a:lnTo>
                  <a:pt x="0" y="0"/>
                </a:lnTo>
                <a:lnTo>
                  <a:pt x="9525" y="0"/>
                </a:lnTo>
                <a:lnTo>
                  <a:pt x="9525" y="9525"/>
                </a:lnTo>
                <a:close/>
              </a:path>
            </a:pathLst>
          </a:custGeom>
          <a:solidFill>
            <a:srgbClr val="C7C6C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02" name="object 302"/>
          <p:cNvSpPr/>
          <p:nvPr/>
        </p:nvSpPr>
        <p:spPr>
          <a:xfrm>
            <a:off x="7820026" y="3046915"/>
            <a:ext cx="9525" cy="9525"/>
          </a:xfrm>
          <a:custGeom>
            <a:avLst/>
            <a:gdLst/>
            <a:ahLst/>
            <a:cxnLst/>
            <a:rect l="l" t="t" r="r" b="b"/>
            <a:pathLst>
              <a:path w="9525" h="9525">
                <a:moveTo>
                  <a:pt x="9525" y="9525"/>
                </a:moveTo>
                <a:lnTo>
                  <a:pt x="0" y="9525"/>
                </a:lnTo>
                <a:lnTo>
                  <a:pt x="0" y="0"/>
                </a:lnTo>
                <a:lnTo>
                  <a:pt x="9525" y="0"/>
                </a:lnTo>
                <a:lnTo>
                  <a:pt x="9525" y="9525"/>
                </a:lnTo>
                <a:close/>
              </a:path>
            </a:pathLst>
          </a:custGeom>
          <a:solidFill>
            <a:srgbClr val="C7C6C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03" name="object 303"/>
          <p:cNvSpPr/>
          <p:nvPr/>
        </p:nvSpPr>
        <p:spPr>
          <a:xfrm>
            <a:off x="7877176" y="3046915"/>
            <a:ext cx="9525" cy="9525"/>
          </a:xfrm>
          <a:custGeom>
            <a:avLst/>
            <a:gdLst/>
            <a:ahLst/>
            <a:cxnLst/>
            <a:rect l="l" t="t" r="r" b="b"/>
            <a:pathLst>
              <a:path w="9525" h="9525">
                <a:moveTo>
                  <a:pt x="9525" y="9525"/>
                </a:moveTo>
                <a:lnTo>
                  <a:pt x="0" y="9525"/>
                </a:lnTo>
                <a:lnTo>
                  <a:pt x="0" y="0"/>
                </a:lnTo>
                <a:lnTo>
                  <a:pt x="9525" y="0"/>
                </a:lnTo>
                <a:lnTo>
                  <a:pt x="9525" y="9525"/>
                </a:lnTo>
                <a:close/>
              </a:path>
            </a:pathLst>
          </a:custGeom>
          <a:solidFill>
            <a:srgbClr val="C7C6C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04" name="object 304"/>
          <p:cNvSpPr/>
          <p:nvPr/>
        </p:nvSpPr>
        <p:spPr>
          <a:xfrm>
            <a:off x="7934326" y="3046915"/>
            <a:ext cx="9525" cy="9525"/>
          </a:xfrm>
          <a:custGeom>
            <a:avLst/>
            <a:gdLst/>
            <a:ahLst/>
            <a:cxnLst/>
            <a:rect l="l" t="t" r="r" b="b"/>
            <a:pathLst>
              <a:path w="9525" h="9525">
                <a:moveTo>
                  <a:pt x="9525" y="9525"/>
                </a:moveTo>
                <a:lnTo>
                  <a:pt x="0" y="9525"/>
                </a:lnTo>
                <a:lnTo>
                  <a:pt x="0" y="0"/>
                </a:lnTo>
                <a:lnTo>
                  <a:pt x="9525" y="0"/>
                </a:lnTo>
                <a:lnTo>
                  <a:pt x="9525" y="9525"/>
                </a:lnTo>
                <a:close/>
              </a:path>
            </a:pathLst>
          </a:custGeom>
          <a:solidFill>
            <a:srgbClr val="C7C6C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05" name="object 305"/>
          <p:cNvSpPr/>
          <p:nvPr/>
        </p:nvSpPr>
        <p:spPr>
          <a:xfrm>
            <a:off x="7991476" y="3046915"/>
            <a:ext cx="9525" cy="9525"/>
          </a:xfrm>
          <a:custGeom>
            <a:avLst/>
            <a:gdLst/>
            <a:ahLst/>
            <a:cxnLst/>
            <a:rect l="l" t="t" r="r" b="b"/>
            <a:pathLst>
              <a:path w="9525" h="9525">
                <a:moveTo>
                  <a:pt x="9525" y="9525"/>
                </a:moveTo>
                <a:lnTo>
                  <a:pt x="0" y="9525"/>
                </a:lnTo>
                <a:lnTo>
                  <a:pt x="0" y="0"/>
                </a:lnTo>
                <a:lnTo>
                  <a:pt x="9525" y="0"/>
                </a:lnTo>
                <a:lnTo>
                  <a:pt x="9525" y="9525"/>
                </a:lnTo>
                <a:close/>
              </a:path>
            </a:pathLst>
          </a:custGeom>
          <a:solidFill>
            <a:srgbClr val="C7C6C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06" name="object 306"/>
          <p:cNvSpPr/>
          <p:nvPr/>
        </p:nvSpPr>
        <p:spPr>
          <a:xfrm>
            <a:off x="8048626" y="3046915"/>
            <a:ext cx="9525" cy="9525"/>
          </a:xfrm>
          <a:custGeom>
            <a:avLst/>
            <a:gdLst/>
            <a:ahLst/>
            <a:cxnLst/>
            <a:rect l="l" t="t" r="r" b="b"/>
            <a:pathLst>
              <a:path w="9525" h="9525">
                <a:moveTo>
                  <a:pt x="9525" y="9525"/>
                </a:moveTo>
                <a:lnTo>
                  <a:pt x="0" y="9525"/>
                </a:lnTo>
                <a:lnTo>
                  <a:pt x="0" y="0"/>
                </a:lnTo>
                <a:lnTo>
                  <a:pt x="9525" y="0"/>
                </a:lnTo>
                <a:lnTo>
                  <a:pt x="9525" y="9525"/>
                </a:lnTo>
                <a:close/>
              </a:path>
            </a:pathLst>
          </a:custGeom>
          <a:solidFill>
            <a:srgbClr val="C7C6C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07" name="object 307"/>
          <p:cNvSpPr/>
          <p:nvPr/>
        </p:nvSpPr>
        <p:spPr>
          <a:xfrm>
            <a:off x="8105776" y="3046915"/>
            <a:ext cx="9525" cy="9525"/>
          </a:xfrm>
          <a:custGeom>
            <a:avLst/>
            <a:gdLst/>
            <a:ahLst/>
            <a:cxnLst/>
            <a:rect l="l" t="t" r="r" b="b"/>
            <a:pathLst>
              <a:path w="9525" h="9525">
                <a:moveTo>
                  <a:pt x="9525" y="9525"/>
                </a:moveTo>
                <a:lnTo>
                  <a:pt x="0" y="9525"/>
                </a:lnTo>
                <a:lnTo>
                  <a:pt x="0" y="0"/>
                </a:lnTo>
                <a:lnTo>
                  <a:pt x="9525" y="0"/>
                </a:lnTo>
                <a:lnTo>
                  <a:pt x="9525" y="9525"/>
                </a:lnTo>
                <a:close/>
              </a:path>
            </a:pathLst>
          </a:custGeom>
          <a:solidFill>
            <a:srgbClr val="C7C6C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08" name="object 308"/>
          <p:cNvSpPr/>
          <p:nvPr/>
        </p:nvSpPr>
        <p:spPr>
          <a:xfrm>
            <a:off x="8162926" y="3046915"/>
            <a:ext cx="9525" cy="9525"/>
          </a:xfrm>
          <a:custGeom>
            <a:avLst/>
            <a:gdLst/>
            <a:ahLst/>
            <a:cxnLst/>
            <a:rect l="l" t="t" r="r" b="b"/>
            <a:pathLst>
              <a:path w="9525" h="9525">
                <a:moveTo>
                  <a:pt x="9525" y="9525"/>
                </a:moveTo>
                <a:lnTo>
                  <a:pt x="0" y="9525"/>
                </a:lnTo>
                <a:lnTo>
                  <a:pt x="0" y="0"/>
                </a:lnTo>
                <a:lnTo>
                  <a:pt x="9525" y="0"/>
                </a:lnTo>
                <a:lnTo>
                  <a:pt x="9525" y="9525"/>
                </a:lnTo>
                <a:close/>
              </a:path>
            </a:pathLst>
          </a:custGeom>
          <a:solidFill>
            <a:srgbClr val="C7C6C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09" name="object 309"/>
          <p:cNvSpPr/>
          <p:nvPr/>
        </p:nvSpPr>
        <p:spPr>
          <a:xfrm>
            <a:off x="8220076" y="3046915"/>
            <a:ext cx="9525" cy="9525"/>
          </a:xfrm>
          <a:custGeom>
            <a:avLst/>
            <a:gdLst/>
            <a:ahLst/>
            <a:cxnLst/>
            <a:rect l="l" t="t" r="r" b="b"/>
            <a:pathLst>
              <a:path w="9525" h="9525">
                <a:moveTo>
                  <a:pt x="9525" y="9525"/>
                </a:moveTo>
                <a:lnTo>
                  <a:pt x="0" y="9525"/>
                </a:lnTo>
                <a:lnTo>
                  <a:pt x="0" y="0"/>
                </a:lnTo>
                <a:lnTo>
                  <a:pt x="9525" y="0"/>
                </a:lnTo>
                <a:lnTo>
                  <a:pt x="9525" y="9525"/>
                </a:lnTo>
                <a:close/>
              </a:path>
            </a:pathLst>
          </a:custGeom>
          <a:solidFill>
            <a:srgbClr val="C7C6C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10" name="object 310"/>
          <p:cNvSpPr/>
          <p:nvPr/>
        </p:nvSpPr>
        <p:spPr>
          <a:xfrm>
            <a:off x="8277226" y="3046915"/>
            <a:ext cx="9525" cy="9525"/>
          </a:xfrm>
          <a:custGeom>
            <a:avLst/>
            <a:gdLst/>
            <a:ahLst/>
            <a:cxnLst/>
            <a:rect l="l" t="t" r="r" b="b"/>
            <a:pathLst>
              <a:path w="9525" h="9525">
                <a:moveTo>
                  <a:pt x="9525" y="9525"/>
                </a:moveTo>
                <a:lnTo>
                  <a:pt x="0" y="9525"/>
                </a:lnTo>
                <a:lnTo>
                  <a:pt x="0" y="0"/>
                </a:lnTo>
                <a:lnTo>
                  <a:pt x="9525" y="0"/>
                </a:lnTo>
                <a:lnTo>
                  <a:pt x="9525" y="9525"/>
                </a:lnTo>
                <a:close/>
              </a:path>
            </a:pathLst>
          </a:custGeom>
          <a:solidFill>
            <a:srgbClr val="C7C6C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11" name="object 311"/>
          <p:cNvSpPr/>
          <p:nvPr/>
        </p:nvSpPr>
        <p:spPr>
          <a:xfrm>
            <a:off x="8334376" y="3046915"/>
            <a:ext cx="9525" cy="9525"/>
          </a:xfrm>
          <a:custGeom>
            <a:avLst/>
            <a:gdLst/>
            <a:ahLst/>
            <a:cxnLst/>
            <a:rect l="l" t="t" r="r" b="b"/>
            <a:pathLst>
              <a:path w="9525" h="9525">
                <a:moveTo>
                  <a:pt x="9525" y="9525"/>
                </a:moveTo>
                <a:lnTo>
                  <a:pt x="0" y="9525"/>
                </a:lnTo>
                <a:lnTo>
                  <a:pt x="0" y="0"/>
                </a:lnTo>
                <a:lnTo>
                  <a:pt x="9525" y="0"/>
                </a:lnTo>
                <a:lnTo>
                  <a:pt x="9525" y="9525"/>
                </a:lnTo>
                <a:close/>
              </a:path>
            </a:pathLst>
          </a:custGeom>
          <a:solidFill>
            <a:srgbClr val="C7C6C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12" name="object 312"/>
          <p:cNvSpPr/>
          <p:nvPr/>
        </p:nvSpPr>
        <p:spPr>
          <a:xfrm>
            <a:off x="8391526" y="3046915"/>
            <a:ext cx="9525" cy="9525"/>
          </a:xfrm>
          <a:custGeom>
            <a:avLst/>
            <a:gdLst/>
            <a:ahLst/>
            <a:cxnLst/>
            <a:rect l="l" t="t" r="r" b="b"/>
            <a:pathLst>
              <a:path w="9525" h="9525">
                <a:moveTo>
                  <a:pt x="9525" y="9525"/>
                </a:moveTo>
                <a:lnTo>
                  <a:pt x="0" y="9525"/>
                </a:lnTo>
                <a:lnTo>
                  <a:pt x="0" y="0"/>
                </a:lnTo>
                <a:lnTo>
                  <a:pt x="9525" y="0"/>
                </a:lnTo>
                <a:lnTo>
                  <a:pt x="9525" y="9525"/>
                </a:lnTo>
                <a:close/>
              </a:path>
            </a:pathLst>
          </a:custGeom>
          <a:solidFill>
            <a:srgbClr val="C7C6C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13" name="object 313"/>
          <p:cNvSpPr/>
          <p:nvPr/>
        </p:nvSpPr>
        <p:spPr>
          <a:xfrm>
            <a:off x="8448676" y="3046915"/>
            <a:ext cx="9525" cy="9525"/>
          </a:xfrm>
          <a:custGeom>
            <a:avLst/>
            <a:gdLst/>
            <a:ahLst/>
            <a:cxnLst/>
            <a:rect l="l" t="t" r="r" b="b"/>
            <a:pathLst>
              <a:path w="9525" h="9525">
                <a:moveTo>
                  <a:pt x="9525" y="9525"/>
                </a:moveTo>
                <a:lnTo>
                  <a:pt x="0" y="9525"/>
                </a:lnTo>
                <a:lnTo>
                  <a:pt x="0" y="0"/>
                </a:lnTo>
                <a:lnTo>
                  <a:pt x="9525" y="0"/>
                </a:lnTo>
                <a:lnTo>
                  <a:pt x="9525" y="9525"/>
                </a:lnTo>
                <a:close/>
              </a:path>
            </a:pathLst>
          </a:custGeom>
          <a:solidFill>
            <a:srgbClr val="C7C6C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14" name="object 314"/>
          <p:cNvSpPr/>
          <p:nvPr/>
        </p:nvSpPr>
        <p:spPr>
          <a:xfrm>
            <a:off x="8505826" y="3046915"/>
            <a:ext cx="9525" cy="9525"/>
          </a:xfrm>
          <a:custGeom>
            <a:avLst/>
            <a:gdLst/>
            <a:ahLst/>
            <a:cxnLst/>
            <a:rect l="l" t="t" r="r" b="b"/>
            <a:pathLst>
              <a:path w="9525" h="9525">
                <a:moveTo>
                  <a:pt x="9525" y="9525"/>
                </a:moveTo>
                <a:lnTo>
                  <a:pt x="0" y="9525"/>
                </a:lnTo>
                <a:lnTo>
                  <a:pt x="0" y="0"/>
                </a:lnTo>
                <a:lnTo>
                  <a:pt x="9525" y="0"/>
                </a:lnTo>
                <a:lnTo>
                  <a:pt x="9525" y="9525"/>
                </a:lnTo>
                <a:close/>
              </a:path>
            </a:pathLst>
          </a:custGeom>
          <a:solidFill>
            <a:srgbClr val="C7C6C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15" name="object 315"/>
          <p:cNvSpPr/>
          <p:nvPr/>
        </p:nvSpPr>
        <p:spPr>
          <a:xfrm>
            <a:off x="8562976" y="3046915"/>
            <a:ext cx="9525" cy="9525"/>
          </a:xfrm>
          <a:custGeom>
            <a:avLst/>
            <a:gdLst/>
            <a:ahLst/>
            <a:cxnLst/>
            <a:rect l="l" t="t" r="r" b="b"/>
            <a:pathLst>
              <a:path w="9525" h="9525">
                <a:moveTo>
                  <a:pt x="9525" y="9525"/>
                </a:moveTo>
                <a:lnTo>
                  <a:pt x="0" y="9525"/>
                </a:lnTo>
                <a:lnTo>
                  <a:pt x="0" y="0"/>
                </a:lnTo>
                <a:lnTo>
                  <a:pt x="9525" y="0"/>
                </a:lnTo>
                <a:lnTo>
                  <a:pt x="9525" y="9525"/>
                </a:lnTo>
                <a:close/>
              </a:path>
            </a:pathLst>
          </a:custGeom>
          <a:solidFill>
            <a:srgbClr val="C7C6C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16" name="object 316"/>
          <p:cNvSpPr/>
          <p:nvPr/>
        </p:nvSpPr>
        <p:spPr>
          <a:xfrm>
            <a:off x="8620126" y="3046915"/>
            <a:ext cx="9525" cy="9525"/>
          </a:xfrm>
          <a:custGeom>
            <a:avLst/>
            <a:gdLst/>
            <a:ahLst/>
            <a:cxnLst/>
            <a:rect l="l" t="t" r="r" b="b"/>
            <a:pathLst>
              <a:path w="9525" h="9525">
                <a:moveTo>
                  <a:pt x="9525" y="9525"/>
                </a:moveTo>
                <a:lnTo>
                  <a:pt x="0" y="9525"/>
                </a:lnTo>
                <a:lnTo>
                  <a:pt x="0" y="0"/>
                </a:lnTo>
                <a:lnTo>
                  <a:pt x="9525" y="0"/>
                </a:lnTo>
                <a:lnTo>
                  <a:pt x="9525" y="9525"/>
                </a:lnTo>
                <a:close/>
              </a:path>
            </a:pathLst>
          </a:custGeom>
          <a:solidFill>
            <a:srgbClr val="C7C6C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17" name="object 317"/>
          <p:cNvSpPr/>
          <p:nvPr/>
        </p:nvSpPr>
        <p:spPr>
          <a:xfrm>
            <a:off x="8677276" y="3046915"/>
            <a:ext cx="9525" cy="9525"/>
          </a:xfrm>
          <a:custGeom>
            <a:avLst/>
            <a:gdLst/>
            <a:ahLst/>
            <a:cxnLst/>
            <a:rect l="l" t="t" r="r" b="b"/>
            <a:pathLst>
              <a:path w="9525" h="9525">
                <a:moveTo>
                  <a:pt x="9525" y="9525"/>
                </a:moveTo>
                <a:lnTo>
                  <a:pt x="0" y="9525"/>
                </a:lnTo>
                <a:lnTo>
                  <a:pt x="0" y="0"/>
                </a:lnTo>
                <a:lnTo>
                  <a:pt x="9525" y="0"/>
                </a:lnTo>
                <a:lnTo>
                  <a:pt x="9525" y="9525"/>
                </a:lnTo>
                <a:close/>
              </a:path>
            </a:pathLst>
          </a:custGeom>
          <a:solidFill>
            <a:srgbClr val="C7C6C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18" name="object 318"/>
          <p:cNvSpPr/>
          <p:nvPr/>
        </p:nvSpPr>
        <p:spPr>
          <a:xfrm>
            <a:off x="8734426" y="3046915"/>
            <a:ext cx="9525" cy="9525"/>
          </a:xfrm>
          <a:custGeom>
            <a:avLst/>
            <a:gdLst/>
            <a:ahLst/>
            <a:cxnLst/>
            <a:rect l="l" t="t" r="r" b="b"/>
            <a:pathLst>
              <a:path w="9525" h="9525">
                <a:moveTo>
                  <a:pt x="9525" y="9525"/>
                </a:moveTo>
                <a:lnTo>
                  <a:pt x="0" y="9525"/>
                </a:lnTo>
                <a:lnTo>
                  <a:pt x="0" y="0"/>
                </a:lnTo>
                <a:lnTo>
                  <a:pt x="9525" y="0"/>
                </a:lnTo>
                <a:lnTo>
                  <a:pt x="9525" y="9525"/>
                </a:lnTo>
                <a:close/>
              </a:path>
            </a:pathLst>
          </a:custGeom>
          <a:solidFill>
            <a:srgbClr val="C7C6C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19" name="object 319"/>
          <p:cNvSpPr/>
          <p:nvPr/>
        </p:nvSpPr>
        <p:spPr>
          <a:xfrm>
            <a:off x="8791576" y="3046915"/>
            <a:ext cx="9525" cy="9525"/>
          </a:xfrm>
          <a:custGeom>
            <a:avLst/>
            <a:gdLst/>
            <a:ahLst/>
            <a:cxnLst/>
            <a:rect l="l" t="t" r="r" b="b"/>
            <a:pathLst>
              <a:path w="9525" h="9525">
                <a:moveTo>
                  <a:pt x="9525" y="9525"/>
                </a:moveTo>
                <a:lnTo>
                  <a:pt x="0" y="9525"/>
                </a:lnTo>
                <a:lnTo>
                  <a:pt x="0" y="0"/>
                </a:lnTo>
                <a:lnTo>
                  <a:pt x="9525" y="0"/>
                </a:lnTo>
                <a:lnTo>
                  <a:pt x="9525" y="9525"/>
                </a:lnTo>
                <a:close/>
              </a:path>
            </a:pathLst>
          </a:custGeom>
          <a:solidFill>
            <a:srgbClr val="C7C6C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20" name="object 320"/>
          <p:cNvSpPr/>
          <p:nvPr/>
        </p:nvSpPr>
        <p:spPr>
          <a:xfrm>
            <a:off x="8848726" y="3046915"/>
            <a:ext cx="9525" cy="9525"/>
          </a:xfrm>
          <a:custGeom>
            <a:avLst/>
            <a:gdLst/>
            <a:ahLst/>
            <a:cxnLst/>
            <a:rect l="l" t="t" r="r" b="b"/>
            <a:pathLst>
              <a:path w="9525" h="9525">
                <a:moveTo>
                  <a:pt x="9525" y="9525"/>
                </a:moveTo>
                <a:lnTo>
                  <a:pt x="0" y="9525"/>
                </a:lnTo>
                <a:lnTo>
                  <a:pt x="0" y="0"/>
                </a:lnTo>
                <a:lnTo>
                  <a:pt x="9525" y="0"/>
                </a:lnTo>
                <a:lnTo>
                  <a:pt x="9525" y="9525"/>
                </a:lnTo>
                <a:close/>
              </a:path>
            </a:pathLst>
          </a:custGeom>
          <a:solidFill>
            <a:srgbClr val="C7C6C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21" name="object 321"/>
          <p:cNvSpPr/>
          <p:nvPr/>
        </p:nvSpPr>
        <p:spPr>
          <a:xfrm>
            <a:off x="8905876" y="3046915"/>
            <a:ext cx="9525" cy="9525"/>
          </a:xfrm>
          <a:custGeom>
            <a:avLst/>
            <a:gdLst/>
            <a:ahLst/>
            <a:cxnLst/>
            <a:rect l="l" t="t" r="r" b="b"/>
            <a:pathLst>
              <a:path w="9525" h="9525">
                <a:moveTo>
                  <a:pt x="9525" y="9525"/>
                </a:moveTo>
                <a:lnTo>
                  <a:pt x="0" y="9525"/>
                </a:lnTo>
                <a:lnTo>
                  <a:pt x="0" y="0"/>
                </a:lnTo>
                <a:lnTo>
                  <a:pt x="9525" y="0"/>
                </a:lnTo>
                <a:lnTo>
                  <a:pt x="9525" y="9525"/>
                </a:lnTo>
                <a:close/>
              </a:path>
            </a:pathLst>
          </a:custGeom>
          <a:solidFill>
            <a:srgbClr val="C7C6C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22" name="object 322"/>
          <p:cNvSpPr/>
          <p:nvPr/>
        </p:nvSpPr>
        <p:spPr>
          <a:xfrm>
            <a:off x="8963026" y="3046915"/>
            <a:ext cx="9525" cy="9525"/>
          </a:xfrm>
          <a:custGeom>
            <a:avLst/>
            <a:gdLst/>
            <a:ahLst/>
            <a:cxnLst/>
            <a:rect l="l" t="t" r="r" b="b"/>
            <a:pathLst>
              <a:path w="9525" h="9525">
                <a:moveTo>
                  <a:pt x="9525" y="9525"/>
                </a:moveTo>
                <a:lnTo>
                  <a:pt x="0" y="9525"/>
                </a:lnTo>
                <a:lnTo>
                  <a:pt x="0" y="0"/>
                </a:lnTo>
                <a:lnTo>
                  <a:pt x="9525" y="0"/>
                </a:lnTo>
                <a:lnTo>
                  <a:pt x="9525" y="9525"/>
                </a:lnTo>
                <a:close/>
              </a:path>
            </a:pathLst>
          </a:custGeom>
          <a:solidFill>
            <a:srgbClr val="C7C6C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23" name="object 323"/>
          <p:cNvSpPr/>
          <p:nvPr/>
        </p:nvSpPr>
        <p:spPr>
          <a:xfrm>
            <a:off x="9020176" y="3046915"/>
            <a:ext cx="9525" cy="9525"/>
          </a:xfrm>
          <a:custGeom>
            <a:avLst/>
            <a:gdLst/>
            <a:ahLst/>
            <a:cxnLst/>
            <a:rect l="l" t="t" r="r" b="b"/>
            <a:pathLst>
              <a:path w="9525" h="9525">
                <a:moveTo>
                  <a:pt x="9525" y="9525"/>
                </a:moveTo>
                <a:lnTo>
                  <a:pt x="0" y="9525"/>
                </a:lnTo>
                <a:lnTo>
                  <a:pt x="0" y="0"/>
                </a:lnTo>
                <a:lnTo>
                  <a:pt x="9525" y="0"/>
                </a:lnTo>
                <a:lnTo>
                  <a:pt x="9525" y="9525"/>
                </a:lnTo>
                <a:close/>
              </a:path>
            </a:pathLst>
          </a:custGeom>
          <a:solidFill>
            <a:srgbClr val="C7C6C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24" name="object 324"/>
          <p:cNvSpPr/>
          <p:nvPr/>
        </p:nvSpPr>
        <p:spPr>
          <a:xfrm>
            <a:off x="9077326" y="3046915"/>
            <a:ext cx="9525" cy="9525"/>
          </a:xfrm>
          <a:custGeom>
            <a:avLst/>
            <a:gdLst/>
            <a:ahLst/>
            <a:cxnLst/>
            <a:rect l="l" t="t" r="r" b="b"/>
            <a:pathLst>
              <a:path w="9525" h="9525">
                <a:moveTo>
                  <a:pt x="9525" y="9525"/>
                </a:moveTo>
                <a:lnTo>
                  <a:pt x="0" y="9525"/>
                </a:lnTo>
                <a:lnTo>
                  <a:pt x="0" y="0"/>
                </a:lnTo>
                <a:lnTo>
                  <a:pt x="9525" y="0"/>
                </a:lnTo>
                <a:lnTo>
                  <a:pt x="9525" y="9525"/>
                </a:lnTo>
                <a:close/>
              </a:path>
            </a:pathLst>
          </a:custGeom>
          <a:solidFill>
            <a:srgbClr val="C7C6C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25" name="object 325"/>
          <p:cNvSpPr/>
          <p:nvPr/>
        </p:nvSpPr>
        <p:spPr>
          <a:xfrm>
            <a:off x="9134476" y="3046915"/>
            <a:ext cx="9525" cy="9525"/>
          </a:xfrm>
          <a:custGeom>
            <a:avLst/>
            <a:gdLst/>
            <a:ahLst/>
            <a:cxnLst/>
            <a:rect l="l" t="t" r="r" b="b"/>
            <a:pathLst>
              <a:path w="9525" h="9525">
                <a:moveTo>
                  <a:pt x="9525" y="9525"/>
                </a:moveTo>
                <a:lnTo>
                  <a:pt x="0" y="9525"/>
                </a:lnTo>
                <a:lnTo>
                  <a:pt x="0" y="0"/>
                </a:lnTo>
                <a:lnTo>
                  <a:pt x="9525" y="0"/>
                </a:lnTo>
                <a:lnTo>
                  <a:pt x="9525" y="9525"/>
                </a:lnTo>
                <a:close/>
              </a:path>
            </a:pathLst>
          </a:custGeom>
          <a:solidFill>
            <a:srgbClr val="C7C6C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26" name="object 326"/>
          <p:cNvSpPr/>
          <p:nvPr/>
        </p:nvSpPr>
        <p:spPr>
          <a:xfrm>
            <a:off x="9191626" y="3046915"/>
            <a:ext cx="9525" cy="9525"/>
          </a:xfrm>
          <a:custGeom>
            <a:avLst/>
            <a:gdLst/>
            <a:ahLst/>
            <a:cxnLst/>
            <a:rect l="l" t="t" r="r" b="b"/>
            <a:pathLst>
              <a:path w="9525" h="9525">
                <a:moveTo>
                  <a:pt x="9525" y="9525"/>
                </a:moveTo>
                <a:lnTo>
                  <a:pt x="0" y="9525"/>
                </a:lnTo>
                <a:lnTo>
                  <a:pt x="0" y="0"/>
                </a:lnTo>
                <a:lnTo>
                  <a:pt x="9525" y="0"/>
                </a:lnTo>
                <a:lnTo>
                  <a:pt x="9525" y="9525"/>
                </a:lnTo>
                <a:close/>
              </a:path>
            </a:pathLst>
          </a:custGeom>
          <a:solidFill>
            <a:srgbClr val="C7C6C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27" name="object 327"/>
          <p:cNvSpPr/>
          <p:nvPr/>
        </p:nvSpPr>
        <p:spPr>
          <a:xfrm>
            <a:off x="9248776" y="3046915"/>
            <a:ext cx="9525" cy="9525"/>
          </a:xfrm>
          <a:custGeom>
            <a:avLst/>
            <a:gdLst/>
            <a:ahLst/>
            <a:cxnLst/>
            <a:rect l="l" t="t" r="r" b="b"/>
            <a:pathLst>
              <a:path w="9525" h="9525">
                <a:moveTo>
                  <a:pt x="9525" y="9525"/>
                </a:moveTo>
                <a:lnTo>
                  <a:pt x="0" y="9525"/>
                </a:lnTo>
                <a:lnTo>
                  <a:pt x="0" y="0"/>
                </a:lnTo>
                <a:lnTo>
                  <a:pt x="9525" y="0"/>
                </a:lnTo>
                <a:lnTo>
                  <a:pt x="9525" y="9525"/>
                </a:lnTo>
                <a:close/>
              </a:path>
            </a:pathLst>
          </a:custGeom>
          <a:solidFill>
            <a:srgbClr val="C7C6C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28" name="object 328"/>
          <p:cNvSpPr/>
          <p:nvPr/>
        </p:nvSpPr>
        <p:spPr>
          <a:xfrm>
            <a:off x="9305926" y="3046915"/>
            <a:ext cx="9525" cy="9525"/>
          </a:xfrm>
          <a:custGeom>
            <a:avLst/>
            <a:gdLst/>
            <a:ahLst/>
            <a:cxnLst/>
            <a:rect l="l" t="t" r="r" b="b"/>
            <a:pathLst>
              <a:path w="9525" h="9525">
                <a:moveTo>
                  <a:pt x="9525" y="9525"/>
                </a:moveTo>
                <a:lnTo>
                  <a:pt x="0" y="9525"/>
                </a:lnTo>
                <a:lnTo>
                  <a:pt x="0" y="0"/>
                </a:lnTo>
                <a:lnTo>
                  <a:pt x="9525" y="0"/>
                </a:lnTo>
                <a:lnTo>
                  <a:pt x="9525" y="9525"/>
                </a:lnTo>
                <a:close/>
              </a:path>
            </a:pathLst>
          </a:custGeom>
          <a:solidFill>
            <a:srgbClr val="C7C6C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29" name="object 329"/>
          <p:cNvSpPr/>
          <p:nvPr/>
        </p:nvSpPr>
        <p:spPr>
          <a:xfrm>
            <a:off x="9363076" y="3046915"/>
            <a:ext cx="9525" cy="9525"/>
          </a:xfrm>
          <a:custGeom>
            <a:avLst/>
            <a:gdLst/>
            <a:ahLst/>
            <a:cxnLst/>
            <a:rect l="l" t="t" r="r" b="b"/>
            <a:pathLst>
              <a:path w="9525" h="9525">
                <a:moveTo>
                  <a:pt x="9525" y="9525"/>
                </a:moveTo>
                <a:lnTo>
                  <a:pt x="0" y="9525"/>
                </a:lnTo>
                <a:lnTo>
                  <a:pt x="0" y="0"/>
                </a:lnTo>
                <a:lnTo>
                  <a:pt x="9525" y="0"/>
                </a:lnTo>
                <a:lnTo>
                  <a:pt x="9525" y="9525"/>
                </a:lnTo>
                <a:close/>
              </a:path>
            </a:pathLst>
          </a:custGeom>
          <a:solidFill>
            <a:srgbClr val="C7C6C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30" name="object 330"/>
          <p:cNvSpPr/>
          <p:nvPr/>
        </p:nvSpPr>
        <p:spPr>
          <a:xfrm>
            <a:off x="9420226" y="3046915"/>
            <a:ext cx="9525" cy="9525"/>
          </a:xfrm>
          <a:custGeom>
            <a:avLst/>
            <a:gdLst/>
            <a:ahLst/>
            <a:cxnLst/>
            <a:rect l="l" t="t" r="r" b="b"/>
            <a:pathLst>
              <a:path w="9525" h="9525">
                <a:moveTo>
                  <a:pt x="9525" y="9525"/>
                </a:moveTo>
                <a:lnTo>
                  <a:pt x="0" y="9525"/>
                </a:lnTo>
                <a:lnTo>
                  <a:pt x="0" y="0"/>
                </a:lnTo>
                <a:lnTo>
                  <a:pt x="9525" y="0"/>
                </a:lnTo>
                <a:lnTo>
                  <a:pt x="9525" y="9525"/>
                </a:lnTo>
                <a:close/>
              </a:path>
            </a:pathLst>
          </a:custGeom>
          <a:solidFill>
            <a:srgbClr val="C7C6C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31" name="object 331"/>
          <p:cNvSpPr/>
          <p:nvPr/>
        </p:nvSpPr>
        <p:spPr>
          <a:xfrm>
            <a:off x="9477376" y="3046915"/>
            <a:ext cx="9525" cy="9525"/>
          </a:xfrm>
          <a:custGeom>
            <a:avLst/>
            <a:gdLst/>
            <a:ahLst/>
            <a:cxnLst/>
            <a:rect l="l" t="t" r="r" b="b"/>
            <a:pathLst>
              <a:path w="9525" h="9525">
                <a:moveTo>
                  <a:pt x="9525" y="9525"/>
                </a:moveTo>
                <a:lnTo>
                  <a:pt x="0" y="9525"/>
                </a:lnTo>
                <a:lnTo>
                  <a:pt x="0" y="0"/>
                </a:lnTo>
                <a:lnTo>
                  <a:pt x="9525" y="0"/>
                </a:lnTo>
                <a:lnTo>
                  <a:pt x="9525" y="9525"/>
                </a:lnTo>
                <a:close/>
              </a:path>
            </a:pathLst>
          </a:custGeom>
          <a:solidFill>
            <a:srgbClr val="C7C6C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32" name="object 332"/>
          <p:cNvSpPr/>
          <p:nvPr/>
        </p:nvSpPr>
        <p:spPr>
          <a:xfrm>
            <a:off x="9534526" y="3046915"/>
            <a:ext cx="9525" cy="9525"/>
          </a:xfrm>
          <a:custGeom>
            <a:avLst/>
            <a:gdLst/>
            <a:ahLst/>
            <a:cxnLst/>
            <a:rect l="l" t="t" r="r" b="b"/>
            <a:pathLst>
              <a:path w="9525" h="9525">
                <a:moveTo>
                  <a:pt x="9525" y="9525"/>
                </a:moveTo>
                <a:lnTo>
                  <a:pt x="0" y="9525"/>
                </a:lnTo>
                <a:lnTo>
                  <a:pt x="0" y="0"/>
                </a:lnTo>
                <a:lnTo>
                  <a:pt x="9525" y="0"/>
                </a:lnTo>
                <a:lnTo>
                  <a:pt x="9525" y="9525"/>
                </a:lnTo>
                <a:close/>
              </a:path>
            </a:pathLst>
          </a:custGeom>
          <a:solidFill>
            <a:srgbClr val="C7C6C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33" name="object 333"/>
          <p:cNvSpPr/>
          <p:nvPr/>
        </p:nvSpPr>
        <p:spPr>
          <a:xfrm>
            <a:off x="9591676" y="3046915"/>
            <a:ext cx="9525" cy="9525"/>
          </a:xfrm>
          <a:custGeom>
            <a:avLst/>
            <a:gdLst/>
            <a:ahLst/>
            <a:cxnLst/>
            <a:rect l="l" t="t" r="r" b="b"/>
            <a:pathLst>
              <a:path w="9525" h="9525">
                <a:moveTo>
                  <a:pt x="9525" y="9525"/>
                </a:moveTo>
                <a:lnTo>
                  <a:pt x="0" y="9525"/>
                </a:lnTo>
                <a:lnTo>
                  <a:pt x="0" y="0"/>
                </a:lnTo>
                <a:lnTo>
                  <a:pt x="9525" y="0"/>
                </a:lnTo>
                <a:lnTo>
                  <a:pt x="9525" y="9525"/>
                </a:lnTo>
                <a:close/>
              </a:path>
            </a:pathLst>
          </a:custGeom>
          <a:solidFill>
            <a:srgbClr val="C7C6C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34" name="object 334"/>
          <p:cNvSpPr/>
          <p:nvPr/>
        </p:nvSpPr>
        <p:spPr>
          <a:xfrm>
            <a:off x="9648826" y="3046915"/>
            <a:ext cx="9525" cy="9525"/>
          </a:xfrm>
          <a:custGeom>
            <a:avLst/>
            <a:gdLst/>
            <a:ahLst/>
            <a:cxnLst/>
            <a:rect l="l" t="t" r="r" b="b"/>
            <a:pathLst>
              <a:path w="9525" h="9525">
                <a:moveTo>
                  <a:pt x="9525" y="9525"/>
                </a:moveTo>
                <a:lnTo>
                  <a:pt x="0" y="9525"/>
                </a:lnTo>
                <a:lnTo>
                  <a:pt x="0" y="0"/>
                </a:lnTo>
                <a:lnTo>
                  <a:pt x="9525" y="0"/>
                </a:lnTo>
                <a:lnTo>
                  <a:pt x="9525" y="9525"/>
                </a:lnTo>
                <a:close/>
              </a:path>
            </a:pathLst>
          </a:custGeom>
          <a:solidFill>
            <a:srgbClr val="C7C6C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35" name="object 335"/>
          <p:cNvSpPr/>
          <p:nvPr/>
        </p:nvSpPr>
        <p:spPr>
          <a:xfrm>
            <a:off x="9705976" y="3046915"/>
            <a:ext cx="9525" cy="9525"/>
          </a:xfrm>
          <a:custGeom>
            <a:avLst/>
            <a:gdLst/>
            <a:ahLst/>
            <a:cxnLst/>
            <a:rect l="l" t="t" r="r" b="b"/>
            <a:pathLst>
              <a:path w="9525" h="9525">
                <a:moveTo>
                  <a:pt x="9525" y="9525"/>
                </a:moveTo>
                <a:lnTo>
                  <a:pt x="0" y="9525"/>
                </a:lnTo>
                <a:lnTo>
                  <a:pt x="0" y="0"/>
                </a:lnTo>
                <a:lnTo>
                  <a:pt x="9525" y="0"/>
                </a:lnTo>
                <a:lnTo>
                  <a:pt x="9525" y="9525"/>
                </a:lnTo>
                <a:close/>
              </a:path>
            </a:pathLst>
          </a:custGeom>
          <a:solidFill>
            <a:srgbClr val="C7C6C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36" name="object 336"/>
          <p:cNvSpPr/>
          <p:nvPr/>
        </p:nvSpPr>
        <p:spPr>
          <a:xfrm>
            <a:off x="9763126" y="3046915"/>
            <a:ext cx="9525" cy="9525"/>
          </a:xfrm>
          <a:custGeom>
            <a:avLst/>
            <a:gdLst/>
            <a:ahLst/>
            <a:cxnLst/>
            <a:rect l="l" t="t" r="r" b="b"/>
            <a:pathLst>
              <a:path w="9525" h="9525">
                <a:moveTo>
                  <a:pt x="9525" y="9525"/>
                </a:moveTo>
                <a:lnTo>
                  <a:pt x="0" y="9525"/>
                </a:lnTo>
                <a:lnTo>
                  <a:pt x="0" y="0"/>
                </a:lnTo>
                <a:lnTo>
                  <a:pt x="9525" y="0"/>
                </a:lnTo>
                <a:lnTo>
                  <a:pt x="9525" y="9525"/>
                </a:lnTo>
                <a:close/>
              </a:path>
            </a:pathLst>
          </a:custGeom>
          <a:solidFill>
            <a:srgbClr val="C7C6C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37" name="object 337"/>
          <p:cNvSpPr/>
          <p:nvPr/>
        </p:nvSpPr>
        <p:spPr>
          <a:xfrm>
            <a:off x="9820276" y="3046915"/>
            <a:ext cx="9525" cy="9525"/>
          </a:xfrm>
          <a:custGeom>
            <a:avLst/>
            <a:gdLst/>
            <a:ahLst/>
            <a:cxnLst/>
            <a:rect l="l" t="t" r="r" b="b"/>
            <a:pathLst>
              <a:path w="9525" h="9525">
                <a:moveTo>
                  <a:pt x="9525" y="9525"/>
                </a:moveTo>
                <a:lnTo>
                  <a:pt x="0" y="9525"/>
                </a:lnTo>
                <a:lnTo>
                  <a:pt x="0" y="0"/>
                </a:lnTo>
                <a:lnTo>
                  <a:pt x="9525" y="0"/>
                </a:lnTo>
                <a:lnTo>
                  <a:pt x="9525" y="9525"/>
                </a:lnTo>
                <a:close/>
              </a:path>
            </a:pathLst>
          </a:custGeom>
          <a:solidFill>
            <a:srgbClr val="C7C6C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38" name="object 338"/>
          <p:cNvSpPr/>
          <p:nvPr/>
        </p:nvSpPr>
        <p:spPr>
          <a:xfrm>
            <a:off x="9877426" y="3046915"/>
            <a:ext cx="9525" cy="9525"/>
          </a:xfrm>
          <a:custGeom>
            <a:avLst/>
            <a:gdLst/>
            <a:ahLst/>
            <a:cxnLst/>
            <a:rect l="l" t="t" r="r" b="b"/>
            <a:pathLst>
              <a:path w="9525" h="9525">
                <a:moveTo>
                  <a:pt x="9525" y="9525"/>
                </a:moveTo>
                <a:lnTo>
                  <a:pt x="0" y="9525"/>
                </a:lnTo>
                <a:lnTo>
                  <a:pt x="0" y="0"/>
                </a:lnTo>
                <a:lnTo>
                  <a:pt x="9525" y="0"/>
                </a:lnTo>
                <a:lnTo>
                  <a:pt x="9525" y="9525"/>
                </a:lnTo>
                <a:close/>
              </a:path>
            </a:pathLst>
          </a:custGeom>
          <a:solidFill>
            <a:srgbClr val="C7C6C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39" name="object 339"/>
          <p:cNvSpPr/>
          <p:nvPr/>
        </p:nvSpPr>
        <p:spPr>
          <a:xfrm>
            <a:off x="9934576" y="3046915"/>
            <a:ext cx="9525" cy="9525"/>
          </a:xfrm>
          <a:custGeom>
            <a:avLst/>
            <a:gdLst/>
            <a:ahLst/>
            <a:cxnLst/>
            <a:rect l="l" t="t" r="r" b="b"/>
            <a:pathLst>
              <a:path w="9525" h="9525">
                <a:moveTo>
                  <a:pt x="9525" y="9525"/>
                </a:moveTo>
                <a:lnTo>
                  <a:pt x="0" y="9525"/>
                </a:lnTo>
                <a:lnTo>
                  <a:pt x="0" y="0"/>
                </a:lnTo>
                <a:lnTo>
                  <a:pt x="9525" y="0"/>
                </a:lnTo>
                <a:lnTo>
                  <a:pt x="9525" y="9525"/>
                </a:lnTo>
                <a:close/>
              </a:path>
            </a:pathLst>
          </a:custGeom>
          <a:solidFill>
            <a:srgbClr val="C7C6C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40" name="object 340"/>
          <p:cNvSpPr/>
          <p:nvPr/>
        </p:nvSpPr>
        <p:spPr>
          <a:xfrm>
            <a:off x="9991726" y="3046915"/>
            <a:ext cx="9525" cy="9525"/>
          </a:xfrm>
          <a:custGeom>
            <a:avLst/>
            <a:gdLst/>
            <a:ahLst/>
            <a:cxnLst/>
            <a:rect l="l" t="t" r="r" b="b"/>
            <a:pathLst>
              <a:path w="9525" h="9525">
                <a:moveTo>
                  <a:pt x="9525" y="9525"/>
                </a:moveTo>
                <a:lnTo>
                  <a:pt x="0" y="9525"/>
                </a:lnTo>
                <a:lnTo>
                  <a:pt x="0" y="0"/>
                </a:lnTo>
                <a:lnTo>
                  <a:pt x="9525" y="0"/>
                </a:lnTo>
                <a:lnTo>
                  <a:pt x="9525" y="9525"/>
                </a:lnTo>
                <a:close/>
              </a:path>
            </a:pathLst>
          </a:custGeom>
          <a:solidFill>
            <a:srgbClr val="C7C6C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41" name="object 341"/>
          <p:cNvSpPr/>
          <p:nvPr/>
        </p:nvSpPr>
        <p:spPr>
          <a:xfrm>
            <a:off x="10048876" y="3046915"/>
            <a:ext cx="9525" cy="9525"/>
          </a:xfrm>
          <a:custGeom>
            <a:avLst/>
            <a:gdLst/>
            <a:ahLst/>
            <a:cxnLst/>
            <a:rect l="l" t="t" r="r" b="b"/>
            <a:pathLst>
              <a:path w="9525" h="9525">
                <a:moveTo>
                  <a:pt x="9525" y="9525"/>
                </a:moveTo>
                <a:lnTo>
                  <a:pt x="0" y="9525"/>
                </a:lnTo>
                <a:lnTo>
                  <a:pt x="0" y="0"/>
                </a:lnTo>
                <a:lnTo>
                  <a:pt x="9525" y="0"/>
                </a:lnTo>
                <a:lnTo>
                  <a:pt x="9525" y="9525"/>
                </a:lnTo>
                <a:close/>
              </a:path>
            </a:pathLst>
          </a:custGeom>
          <a:solidFill>
            <a:srgbClr val="C7C6C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42" name="object 342"/>
          <p:cNvSpPr/>
          <p:nvPr/>
        </p:nvSpPr>
        <p:spPr>
          <a:xfrm>
            <a:off x="10106026" y="3046915"/>
            <a:ext cx="9525" cy="9525"/>
          </a:xfrm>
          <a:custGeom>
            <a:avLst/>
            <a:gdLst/>
            <a:ahLst/>
            <a:cxnLst/>
            <a:rect l="l" t="t" r="r" b="b"/>
            <a:pathLst>
              <a:path w="9525" h="9525">
                <a:moveTo>
                  <a:pt x="9525" y="9525"/>
                </a:moveTo>
                <a:lnTo>
                  <a:pt x="0" y="9525"/>
                </a:lnTo>
                <a:lnTo>
                  <a:pt x="0" y="0"/>
                </a:lnTo>
                <a:lnTo>
                  <a:pt x="9525" y="0"/>
                </a:lnTo>
                <a:lnTo>
                  <a:pt x="9525" y="9525"/>
                </a:lnTo>
                <a:close/>
              </a:path>
            </a:pathLst>
          </a:custGeom>
          <a:solidFill>
            <a:srgbClr val="C7C6C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43" name="object 343"/>
          <p:cNvSpPr txBox="1"/>
          <p:nvPr/>
        </p:nvSpPr>
        <p:spPr>
          <a:xfrm>
            <a:off x="2917280" y="2961290"/>
            <a:ext cx="305435" cy="151323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spcBef>
                <a:spcPts val="100"/>
              </a:spcBef>
            </a:pPr>
            <a:r>
              <a:rPr sz="900" spc="-10" dirty="0">
                <a:solidFill>
                  <a:srgbClr val="605D5C"/>
                </a:solidFill>
                <a:latin typeface="Segoe UI"/>
                <a:cs typeface="Segoe UI"/>
              </a:rPr>
              <a:t>0.3bn</a:t>
            </a:r>
            <a:endParaRPr sz="900">
              <a:latin typeface="Segoe UI"/>
              <a:cs typeface="Segoe UI"/>
            </a:endParaRPr>
          </a:p>
        </p:txBody>
      </p:sp>
      <p:sp>
        <p:nvSpPr>
          <p:cNvPr id="344" name="object 344"/>
          <p:cNvSpPr/>
          <p:nvPr/>
        </p:nvSpPr>
        <p:spPr>
          <a:xfrm>
            <a:off x="3305176" y="2317027"/>
            <a:ext cx="9525" cy="9525"/>
          </a:xfrm>
          <a:custGeom>
            <a:avLst/>
            <a:gdLst/>
            <a:ahLst/>
            <a:cxnLst/>
            <a:rect l="l" t="t" r="r" b="b"/>
            <a:pathLst>
              <a:path w="9525" h="9525">
                <a:moveTo>
                  <a:pt x="9525" y="9525"/>
                </a:moveTo>
                <a:lnTo>
                  <a:pt x="0" y="9525"/>
                </a:lnTo>
                <a:lnTo>
                  <a:pt x="0" y="0"/>
                </a:lnTo>
                <a:lnTo>
                  <a:pt x="9525" y="0"/>
                </a:lnTo>
                <a:lnTo>
                  <a:pt x="9525" y="9525"/>
                </a:lnTo>
                <a:close/>
              </a:path>
            </a:pathLst>
          </a:custGeom>
          <a:solidFill>
            <a:srgbClr val="C7C6C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45" name="object 345"/>
          <p:cNvSpPr/>
          <p:nvPr/>
        </p:nvSpPr>
        <p:spPr>
          <a:xfrm>
            <a:off x="3590926" y="2317027"/>
            <a:ext cx="9525" cy="9525"/>
          </a:xfrm>
          <a:custGeom>
            <a:avLst/>
            <a:gdLst/>
            <a:ahLst/>
            <a:cxnLst/>
            <a:rect l="l" t="t" r="r" b="b"/>
            <a:pathLst>
              <a:path w="9525" h="9525">
                <a:moveTo>
                  <a:pt x="9525" y="9525"/>
                </a:moveTo>
                <a:lnTo>
                  <a:pt x="0" y="9525"/>
                </a:lnTo>
                <a:lnTo>
                  <a:pt x="0" y="0"/>
                </a:lnTo>
                <a:lnTo>
                  <a:pt x="9525" y="0"/>
                </a:lnTo>
                <a:lnTo>
                  <a:pt x="9525" y="9525"/>
                </a:lnTo>
                <a:close/>
              </a:path>
            </a:pathLst>
          </a:custGeom>
          <a:solidFill>
            <a:srgbClr val="C7C6C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46" name="object 346"/>
          <p:cNvSpPr/>
          <p:nvPr/>
        </p:nvSpPr>
        <p:spPr>
          <a:xfrm>
            <a:off x="3648076" y="2317027"/>
            <a:ext cx="9525" cy="9525"/>
          </a:xfrm>
          <a:custGeom>
            <a:avLst/>
            <a:gdLst/>
            <a:ahLst/>
            <a:cxnLst/>
            <a:rect l="l" t="t" r="r" b="b"/>
            <a:pathLst>
              <a:path w="9525" h="9525">
                <a:moveTo>
                  <a:pt x="9525" y="9525"/>
                </a:moveTo>
                <a:lnTo>
                  <a:pt x="0" y="9525"/>
                </a:lnTo>
                <a:lnTo>
                  <a:pt x="0" y="0"/>
                </a:lnTo>
                <a:lnTo>
                  <a:pt x="9525" y="0"/>
                </a:lnTo>
                <a:lnTo>
                  <a:pt x="9525" y="9525"/>
                </a:lnTo>
                <a:close/>
              </a:path>
            </a:pathLst>
          </a:custGeom>
          <a:solidFill>
            <a:srgbClr val="C7C6C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47" name="object 347"/>
          <p:cNvSpPr/>
          <p:nvPr/>
        </p:nvSpPr>
        <p:spPr>
          <a:xfrm>
            <a:off x="3705226" y="2317027"/>
            <a:ext cx="9525" cy="9525"/>
          </a:xfrm>
          <a:custGeom>
            <a:avLst/>
            <a:gdLst/>
            <a:ahLst/>
            <a:cxnLst/>
            <a:rect l="l" t="t" r="r" b="b"/>
            <a:pathLst>
              <a:path w="9525" h="9525">
                <a:moveTo>
                  <a:pt x="9525" y="9525"/>
                </a:moveTo>
                <a:lnTo>
                  <a:pt x="0" y="9525"/>
                </a:lnTo>
                <a:lnTo>
                  <a:pt x="0" y="0"/>
                </a:lnTo>
                <a:lnTo>
                  <a:pt x="9525" y="0"/>
                </a:lnTo>
                <a:lnTo>
                  <a:pt x="9525" y="9525"/>
                </a:lnTo>
                <a:close/>
              </a:path>
            </a:pathLst>
          </a:custGeom>
          <a:solidFill>
            <a:srgbClr val="C7C6C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48" name="object 348"/>
          <p:cNvSpPr/>
          <p:nvPr/>
        </p:nvSpPr>
        <p:spPr>
          <a:xfrm>
            <a:off x="3762376" y="2317027"/>
            <a:ext cx="9525" cy="9525"/>
          </a:xfrm>
          <a:custGeom>
            <a:avLst/>
            <a:gdLst/>
            <a:ahLst/>
            <a:cxnLst/>
            <a:rect l="l" t="t" r="r" b="b"/>
            <a:pathLst>
              <a:path w="9525" h="9525">
                <a:moveTo>
                  <a:pt x="9525" y="9525"/>
                </a:moveTo>
                <a:lnTo>
                  <a:pt x="0" y="9525"/>
                </a:lnTo>
                <a:lnTo>
                  <a:pt x="0" y="0"/>
                </a:lnTo>
                <a:lnTo>
                  <a:pt x="9525" y="0"/>
                </a:lnTo>
                <a:lnTo>
                  <a:pt x="9525" y="9525"/>
                </a:lnTo>
                <a:close/>
              </a:path>
            </a:pathLst>
          </a:custGeom>
          <a:solidFill>
            <a:srgbClr val="C7C6C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49" name="object 349"/>
          <p:cNvSpPr/>
          <p:nvPr/>
        </p:nvSpPr>
        <p:spPr>
          <a:xfrm>
            <a:off x="3819526" y="2317027"/>
            <a:ext cx="9525" cy="9525"/>
          </a:xfrm>
          <a:custGeom>
            <a:avLst/>
            <a:gdLst/>
            <a:ahLst/>
            <a:cxnLst/>
            <a:rect l="l" t="t" r="r" b="b"/>
            <a:pathLst>
              <a:path w="9525" h="9525">
                <a:moveTo>
                  <a:pt x="9525" y="9525"/>
                </a:moveTo>
                <a:lnTo>
                  <a:pt x="0" y="9525"/>
                </a:lnTo>
                <a:lnTo>
                  <a:pt x="0" y="0"/>
                </a:lnTo>
                <a:lnTo>
                  <a:pt x="9525" y="0"/>
                </a:lnTo>
                <a:lnTo>
                  <a:pt x="9525" y="9525"/>
                </a:lnTo>
                <a:close/>
              </a:path>
            </a:pathLst>
          </a:custGeom>
          <a:solidFill>
            <a:srgbClr val="C7C6C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50" name="object 350"/>
          <p:cNvSpPr/>
          <p:nvPr/>
        </p:nvSpPr>
        <p:spPr>
          <a:xfrm>
            <a:off x="3876676" y="2317027"/>
            <a:ext cx="9525" cy="9525"/>
          </a:xfrm>
          <a:custGeom>
            <a:avLst/>
            <a:gdLst/>
            <a:ahLst/>
            <a:cxnLst/>
            <a:rect l="l" t="t" r="r" b="b"/>
            <a:pathLst>
              <a:path w="9525" h="9525">
                <a:moveTo>
                  <a:pt x="9525" y="9525"/>
                </a:moveTo>
                <a:lnTo>
                  <a:pt x="0" y="9525"/>
                </a:lnTo>
                <a:lnTo>
                  <a:pt x="0" y="0"/>
                </a:lnTo>
                <a:lnTo>
                  <a:pt x="9525" y="0"/>
                </a:lnTo>
                <a:lnTo>
                  <a:pt x="9525" y="9525"/>
                </a:lnTo>
                <a:close/>
              </a:path>
            </a:pathLst>
          </a:custGeom>
          <a:solidFill>
            <a:srgbClr val="C7C6C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51" name="object 351"/>
          <p:cNvSpPr/>
          <p:nvPr/>
        </p:nvSpPr>
        <p:spPr>
          <a:xfrm>
            <a:off x="3933826" y="2317027"/>
            <a:ext cx="9525" cy="9525"/>
          </a:xfrm>
          <a:custGeom>
            <a:avLst/>
            <a:gdLst/>
            <a:ahLst/>
            <a:cxnLst/>
            <a:rect l="l" t="t" r="r" b="b"/>
            <a:pathLst>
              <a:path w="9525" h="9525">
                <a:moveTo>
                  <a:pt x="9525" y="9525"/>
                </a:moveTo>
                <a:lnTo>
                  <a:pt x="0" y="9525"/>
                </a:lnTo>
                <a:lnTo>
                  <a:pt x="0" y="0"/>
                </a:lnTo>
                <a:lnTo>
                  <a:pt x="9525" y="0"/>
                </a:lnTo>
                <a:lnTo>
                  <a:pt x="9525" y="9525"/>
                </a:lnTo>
                <a:close/>
              </a:path>
            </a:pathLst>
          </a:custGeom>
          <a:solidFill>
            <a:srgbClr val="C7C6C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52" name="object 352"/>
          <p:cNvSpPr/>
          <p:nvPr/>
        </p:nvSpPr>
        <p:spPr>
          <a:xfrm>
            <a:off x="3990976" y="2317027"/>
            <a:ext cx="9525" cy="9525"/>
          </a:xfrm>
          <a:custGeom>
            <a:avLst/>
            <a:gdLst/>
            <a:ahLst/>
            <a:cxnLst/>
            <a:rect l="l" t="t" r="r" b="b"/>
            <a:pathLst>
              <a:path w="9525" h="9525">
                <a:moveTo>
                  <a:pt x="9525" y="9525"/>
                </a:moveTo>
                <a:lnTo>
                  <a:pt x="0" y="9525"/>
                </a:lnTo>
                <a:lnTo>
                  <a:pt x="0" y="0"/>
                </a:lnTo>
                <a:lnTo>
                  <a:pt x="9525" y="0"/>
                </a:lnTo>
                <a:lnTo>
                  <a:pt x="9525" y="9525"/>
                </a:lnTo>
                <a:close/>
              </a:path>
            </a:pathLst>
          </a:custGeom>
          <a:solidFill>
            <a:srgbClr val="C7C6C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53" name="object 353"/>
          <p:cNvSpPr/>
          <p:nvPr/>
        </p:nvSpPr>
        <p:spPr>
          <a:xfrm>
            <a:off x="4048126" y="2317027"/>
            <a:ext cx="9525" cy="9525"/>
          </a:xfrm>
          <a:custGeom>
            <a:avLst/>
            <a:gdLst/>
            <a:ahLst/>
            <a:cxnLst/>
            <a:rect l="l" t="t" r="r" b="b"/>
            <a:pathLst>
              <a:path w="9525" h="9525">
                <a:moveTo>
                  <a:pt x="9525" y="9525"/>
                </a:moveTo>
                <a:lnTo>
                  <a:pt x="0" y="9525"/>
                </a:lnTo>
                <a:lnTo>
                  <a:pt x="0" y="0"/>
                </a:lnTo>
                <a:lnTo>
                  <a:pt x="9525" y="0"/>
                </a:lnTo>
                <a:lnTo>
                  <a:pt x="9525" y="9525"/>
                </a:lnTo>
                <a:close/>
              </a:path>
            </a:pathLst>
          </a:custGeom>
          <a:solidFill>
            <a:srgbClr val="C7C6C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54" name="object 354"/>
          <p:cNvSpPr/>
          <p:nvPr/>
        </p:nvSpPr>
        <p:spPr>
          <a:xfrm>
            <a:off x="4105276" y="2317027"/>
            <a:ext cx="9525" cy="9525"/>
          </a:xfrm>
          <a:custGeom>
            <a:avLst/>
            <a:gdLst/>
            <a:ahLst/>
            <a:cxnLst/>
            <a:rect l="l" t="t" r="r" b="b"/>
            <a:pathLst>
              <a:path w="9525" h="9525">
                <a:moveTo>
                  <a:pt x="9525" y="9525"/>
                </a:moveTo>
                <a:lnTo>
                  <a:pt x="0" y="9525"/>
                </a:lnTo>
                <a:lnTo>
                  <a:pt x="0" y="0"/>
                </a:lnTo>
                <a:lnTo>
                  <a:pt x="9525" y="0"/>
                </a:lnTo>
                <a:lnTo>
                  <a:pt x="9525" y="9525"/>
                </a:lnTo>
                <a:close/>
              </a:path>
            </a:pathLst>
          </a:custGeom>
          <a:solidFill>
            <a:srgbClr val="C7C6C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55" name="object 355"/>
          <p:cNvSpPr/>
          <p:nvPr/>
        </p:nvSpPr>
        <p:spPr>
          <a:xfrm>
            <a:off x="4162426" y="2317027"/>
            <a:ext cx="9525" cy="9525"/>
          </a:xfrm>
          <a:custGeom>
            <a:avLst/>
            <a:gdLst/>
            <a:ahLst/>
            <a:cxnLst/>
            <a:rect l="l" t="t" r="r" b="b"/>
            <a:pathLst>
              <a:path w="9525" h="9525">
                <a:moveTo>
                  <a:pt x="9525" y="9525"/>
                </a:moveTo>
                <a:lnTo>
                  <a:pt x="0" y="9525"/>
                </a:lnTo>
                <a:lnTo>
                  <a:pt x="0" y="0"/>
                </a:lnTo>
                <a:lnTo>
                  <a:pt x="9525" y="0"/>
                </a:lnTo>
                <a:lnTo>
                  <a:pt x="9525" y="9525"/>
                </a:lnTo>
                <a:close/>
              </a:path>
            </a:pathLst>
          </a:custGeom>
          <a:solidFill>
            <a:srgbClr val="C7C6C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56" name="object 356"/>
          <p:cNvSpPr/>
          <p:nvPr/>
        </p:nvSpPr>
        <p:spPr>
          <a:xfrm>
            <a:off x="4219576" y="2317027"/>
            <a:ext cx="9525" cy="9525"/>
          </a:xfrm>
          <a:custGeom>
            <a:avLst/>
            <a:gdLst/>
            <a:ahLst/>
            <a:cxnLst/>
            <a:rect l="l" t="t" r="r" b="b"/>
            <a:pathLst>
              <a:path w="9525" h="9525">
                <a:moveTo>
                  <a:pt x="9525" y="9525"/>
                </a:moveTo>
                <a:lnTo>
                  <a:pt x="0" y="9525"/>
                </a:lnTo>
                <a:lnTo>
                  <a:pt x="0" y="0"/>
                </a:lnTo>
                <a:lnTo>
                  <a:pt x="9525" y="0"/>
                </a:lnTo>
                <a:lnTo>
                  <a:pt x="9525" y="9525"/>
                </a:lnTo>
                <a:close/>
              </a:path>
            </a:pathLst>
          </a:custGeom>
          <a:solidFill>
            <a:srgbClr val="C7C6C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57" name="object 357"/>
          <p:cNvSpPr/>
          <p:nvPr/>
        </p:nvSpPr>
        <p:spPr>
          <a:xfrm>
            <a:off x="4276726" y="2317027"/>
            <a:ext cx="9525" cy="9525"/>
          </a:xfrm>
          <a:custGeom>
            <a:avLst/>
            <a:gdLst/>
            <a:ahLst/>
            <a:cxnLst/>
            <a:rect l="l" t="t" r="r" b="b"/>
            <a:pathLst>
              <a:path w="9525" h="9525">
                <a:moveTo>
                  <a:pt x="9525" y="9525"/>
                </a:moveTo>
                <a:lnTo>
                  <a:pt x="0" y="9525"/>
                </a:lnTo>
                <a:lnTo>
                  <a:pt x="0" y="0"/>
                </a:lnTo>
                <a:lnTo>
                  <a:pt x="9525" y="0"/>
                </a:lnTo>
                <a:lnTo>
                  <a:pt x="9525" y="9525"/>
                </a:lnTo>
                <a:close/>
              </a:path>
            </a:pathLst>
          </a:custGeom>
          <a:solidFill>
            <a:srgbClr val="C7C6C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58" name="object 358"/>
          <p:cNvSpPr/>
          <p:nvPr/>
        </p:nvSpPr>
        <p:spPr>
          <a:xfrm>
            <a:off x="4333876" y="2317027"/>
            <a:ext cx="9525" cy="9525"/>
          </a:xfrm>
          <a:custGeom>
            <a:avLst/>
            <a:gdLst/>
            <a:ahLst/>
            <a:cxnLst/>
            <a:rect l="l" t="t" r="r" b="b"/>
            <a:pathLst>
              <a:path w="9525" h="9525">
                <a:moveTo>
                  <a:pt x="9525" y="9525"/>
                </a:moveTo>
                <a:lnTo>
                  <a:pt x="0" y="9525"/>
                </a:lnTo>
                <a:lnTo>
                  <a:pt x="0" y="0"/>
                </a:lnTo>
                <a:lnTo>
                  <a:pt x="9525" y="0"/>
                </a:lnTo>
                <a:lnTo>
                  <a:pt x="9525" y="9525"/>
                </a:lnTo>
                <a:close/>
              </a:path>
            </a:pathLst>
          </a:custGeom>
          <a:solidFill>
            <a:srgbClr val="C7C6C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59" name="object 359"/>
          <p:cNvSpPr/>
          <p:nvPr/>
        </p:nvSpPr>
        <p:spPr>
          <a:xfrm>
            <a:off x="4391026" y="2317027"/>
            <a:ext cx="9525" cy="9525"/>
          </a:xfrm>
          <a:custGeom>
            <a:avLst/>
            <a:gdLst/>
            <a:ahLst/>
            <a:cxnLst/>
            <a:rect l="l" t="t" r="r" b="b"/>
            <a:pathLst>
              <a:path w="9525" h="9525">
                <a:moveTo>
                  <a:pt x="9525" y="9525"/>
                </a:moveTo>
                <a:lnTo>
                  <a:pt x="0" y="9525"/>
                </a:lnTo>
                <a:lnTo>
                  <a:pt x="0" y="0"/>
                </a:lnTo>
                <a:lnTo>
                  <a:pt x="9525" y="0"/>
                </a:lnTo>
                <a:lnTo>
                  <a:pt x="9525" y="9525"/>
                </a:lnTo>
                <a:close/>
              </a:path>
            </a:pathLst>
          </a:custGeom>
          <a:solidFill>
            <a:srgbClr val="C7C6C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60" name="object 360"/>
          <p:cNvSpPr/>
          <p:nvPr/>
        </p:nvSpPr>
        <p:spPr>
          <a:xfrm>
            <a:off x="4448176" y="2317027"/>
            <a:ext cx="9525" cy="9525"/>
          </a:xfrm>
          <a:custGeom>
            <a:avLst/>
            <a:gdLst/>
            <a:ahLst/>
            <a:cxnLst/>
            <a:rect l="l" t="t" r="r" b="b"/>
            <a:pathLst>
              <a:path w="9525" h="9525">
                <a:moveTo>
                  <a:pt x="9525" y="9525"/>
                </a:moveTo>
                <a:lnTo>
                  <a:pt x="0" y="9525"/>
                </a:lnTo>
                <a:lnTo>
                  <a:pt x="0" y="0"/>
                </a:lnTo>
                <a:lnTo>
                  <a:pt x="9525" y="0"/>
                </a:lnTo>
                <a:lnTo>
                  <a:pt x="9525" y="9525"/>
                </a:lnTo>
                <a:close/>
              </a:path>
            </a:pathLst>
          </a:custGeom>
          <a:solidFill>
            <a:srgbClr val="C7C6C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61" name="object 361"/>
          <p:cNvSpPr/>
          <p:nvPr/>
        </p:nvSpPr>
        <p:spPr>
          <a:xfrm>
            <a:off x="4505326" y="2317027"/>
            <a:ext cx="9525" cy="9525"/>
          </a:xfrm>
          <a:custGeom>
            <a:avLst/>
            <a:gdLst/>
            <a:ahLst/>
            <a:cxnLst/>
            <a:rect l="l" t="t" r="r" b="b"/>
            <a:pathLst>
              <a:path w="9525" h="9525">
                <a:moveTo>
                  <a:pt x="9525" y="9525"/>
                </a:moveTo>
                <a:lnTo>
                  <a:pt x="0" y="9525"/>
                </a:lnTo>
                <a:lnTo>
                  <a:pt x="0" y="0"/>
                </a:lnTo>
                <a:lnTo>
                  <a:pt x="9525" y="0"/>
                </a:lnTo>
                <a:lnTo>
                  <a:pt x="9525" y="9525"/>
                </a:lnTo>
                <a:close/>
              </a:path>
            </a:pathLst>
          </a:custGeom>
          <a:solidFill>
            <a:srgbClr val="C7C6C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62" name="object 362"/>
          <p:cNvSpPr/>
          <p:nvPr/>
        </p:nvSpPr>
        <p:spPr>
          <a:xfrm>
            <a:off x="4562476" y="2317027"/>
            <a:ext cx="9525" cy="9525"/>
          </a:xfrm>
          <a:custGeom>
            <a:avLst/>
            <a:gdLst/>
            <a:ahLst/>
            <a:cxnLst/>
            <a:rect l="l" t="t" r="r" b="b"/>
            <a:pathLst>
              <a:path w="9525" h="9525">
                <a:moveTo>
                  <a:pt x="9525" y="9525"/>
                </a:moveTo>
                <a:lnTo>
                  <a:pt x="0" y="9525"/>
                </a:lnTo>
                <a:lnTo>
                  <a:pt x="0" y="0"/>
                </a:lnTo>
                <a:lnTo>
                  <a:pt x="9525" y="0"/>
                </a:lnTo>
                <a:lnTo>
                  <a:pt x="9525" y="9525"/>
                </a:lnTo>
                <a:close/>
              </a:path>
            </a:pathLst>
          </a:custGeom>
          <a:solidFill>
            <a:srgbClr val="C7C6C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63" name="object 363"/>
          <p:cNvSpPr/>
          <p:nvPr/>
        </p:nvSpPr>
        <p:spPr>
          <a:xfrm>
            <a:off x="4619626" y="2317027"/>
            <a:ext cx="9525" cy="9525"/>
          </a:xfrm>
          <a:custGeom>
            <a:avLst/>
            <a:gdLst/>
            <a:ahLst/>
            <a:cxnLst/>
            <a:rect l="l" t="t" r="r" b="b"/>
            <a:pathLst>
              <a:path w="9525" h="9525">
                <a:moveTo>
                  <a:pt x="9525" y="9525"/>
                </a:moveTo>
                <a:lnTo>
                  <a:pt x="0" y="9525"/>
                </a:lnTo>
                <a:lnTo>
                  <a:pt x="0" y="0"/>
                </a:lnTo>
                <a:lnTo>
                  <a:pt x="9525" y="0"/>
                </a:lnTo>
                <a:lnTo>
                  <a:pt x="9525" y="9525"/>
                </a:lnTo>
                <a:close/>
              </a:path>
            </a:pathLst>
          </a:custGeom>
          <a:solidFill>
            <a:srgbClr val="C7C6C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64" name="object 364"/>
          <p:cNvSpPr/>
          <p:nvPr/>
        </p:nvSpPr>
        <p:spPr>
          <a:xfrm>
            <a:off x="4676776" y="2317027"/>
            <a:ext cx="9525" cy="9525"/>
          </a:xfrm>
          <a:custGeom>
            <a:avLst/>
            <a:gdLst/>
            <a:ahLst/>
            <a:cxnLst/>
            <a:rect l="l" t="t" r="r" b="b"/>
            <a:pathLst>
              <a:path w="9525" h="9525">
                <a:moveTo>
                  <a:pt x="9525" y="9525"/>
                </a:moveTo>
                <a:lnTo>
                  <a:pt x="0" y="9525"/>
                </a:lnTo>
                <a:lnTo>
                  <a:pt x="0" y="0"/>
                </a:lnTo>
                <a:lnTo>
                  <a:pt x="9525" y="0"/>
                </a:lnTo>
                <a:lnTo>
                  <a:pt x="9525" y="9525"/>
                </a:lnTo>
                <a:close/>
              </a:path>
            </a:pathLst>
          </a:custGeom>
          <a:solidFill>
            <a:srgbClr val="C7C6C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65" name="object 365"/>
          <p:cNvSpPr/>
          <p:nvPr/>
        </p:nvSpPr>
        <p:spPr>
          <a:xfrm>
            <a:off x="4733926" y="2317027"/>
            <a:ext cx="9525" cy="9525"/>
          </a:xfrm>
          <a:custGeom>
            <a:avLst/>
            <a:gdLst/>
            <a:ahLst/>
            <a:cxnLst/>
            <a:rect l="l" t="t" r="r" b="b"/>
            <a:pathLst>
              <a:path w="9525" h="9525">
                <a:moveTo>
                  <a:pt x="9525" y="9525"/>
                </a:moveTo>
                <a:lnTo>
                  <a:pt x="0" y="9525"/>
                </a:lnTo>
                <a:lnTo>
                  <a:pt x="0" y="0"/>
                </a:lnTo>
                <a:lnTo>
                  <a:pt x="9525" y="0"/>
                </a:lnTo>
                <a:lnTo>
                  <a:pt x="9525" y="9525"/>
                </a:lnTo>
                <a:close/>
              </a:path>
            </a:pathLst>
          </a:custGeom>
          <a:solidFill>
            <a:srgbClr val="C7C6C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66" name="object 366"/>
          <p:cNvSpPr/>
          <p:nvPr/>
        </p:nvSpPr>
        <p:spPr>
          <a:xfrm>
            <a:off x="4791076" y="2317027"/>
            <a:ext cx="9525" cy="9525"/>
          </a:xfrm>
          <a:custGeom>
            <a:avLst/>
            <a:gdLst/>
            <a:ahLst/>
            <a:cxnLst/>
            <a:rect l="l" t="t" r="r" b="b"/>
            <a:pathLst>
              <a:path w="9525" h="9525">
                <a:moveTo>
                  <a:pt x="9525" y="9525"/>
                </a:moveTo>
                <a:lnTo>
                  <a:pt x="0" y="9525"/>
                </a:lnTo>
                <a:lnTo>
                  <a:pt x="0" y="0"/>
                </a:lnTo>
                <a:lnTo>
                  <a:pt x="9525" y="0"/>
                </a:lnTo>
                <a:lnTo>
                  <a:pt x="9525" y="9525"/>
                </a:lnTo>
                <a:close/>
              </a:path>
            </a:pathLst>
          </a:custGeom>
          <a:solidFill>
            <a:srgbClr val="C7C6C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67" name="object 367"/>
          <p:cNvSpPr/>
          <p:nvPr/>
        </p:nvSpPr>
        <p:spPr>
          <a:xfrm>
            <a:off x="4848226" y="2317027"/>
            <a:ext cx="9525" cy="9525"/>
          </a:xfrm>
          <a:custGeom>
            <a:avLst/>
            <a:gdLst/>
            <a:ahLst/>
            <a:cxnLst/>
            <a:rect l="l" t="t" r="r" b="b"/>
            <a:pathLst>
              <a:path w="9525" h="9525">
                <a:moveTo>
                  <a:pt x="9525" y="9525"/>
                </a:moveTo>
                <a:lnTo>
                  <a:pt x="0" y="9525"/>
                </a:lnTo>
                <a:lnTo>
                  <a:pt x="0" y="0"/>
                </a:lnTo>
                <a:lnTo>
                  <a:pt x="9525" y="0"/>
                </a:lnTo>
                <a:lnTo>
                  <a:pt x="9525" y="9525"/>
                </a:lnTo>
                <a:close/>
              </a:path>
            </a:pathLst>
          </a:custGeom>
          <a:solidFill>
            <a:srgbClr val="C7C6C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68" name="object 368"/>
          <p:cNvSpPr/>
          <p:nvPr/>
        </p:nvSpPr>
        <p:spPr>
          <a:xfrm>
            <a:off x="4905376" y="2317027"/>
            <a:ext cx="9525" cy="9525"/>
          </a:xfrm>
          <a:custGeom>
            <a:avLst/>
            <a:gdLst/>
            <a:ahLst/>
            <a:cxnLst/>
            <a:rect l="l" t="t" r="r" b="b"/>
            <a:pathLst>
              <a:path w="9525" h="9525">
                <a:moveTo>
                  <a:pt x="9525" y="9525"/>
                </a:moveTo>
                <a:lnTo>
                  <a:pt x="0" y="9525"/>
                </a:lnTo>
                <a:lnTo>
                  <a:pt x="0" y="0"/>
                </a:lnTo>
                <a:lnTo>
                  <a:pt x="9525" y="0"/>
                </a:lnTo>
                <a:lnTo>
                  <a:pt x="9525" y="9525"/>
                </a:lnTo>
                <a:close/>
              </a:path>
            </a:pathLst>
          </a:custGeom>
          <a:solidFill>
            <a:srgbClr val="C7C6C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69" name="object 369"/>
          <p:cNvSpPr/>
          <p:nvPr/>
        </p:nvSpPr>
        <p:spPr>
          <a:xfrm>
            <a:off x="4962526" y="2317027"/>
            <a:ext cx="9525" cy="9525"/>
          </a:xfrm>
          <a:custGeom>
            <a:avLst/>
            <a:gdLst/>
            <a:ahLst/>
            <a:cxnLst/>
            <a:rect l="l" t="t" r="r" b="b"/>
            <a:pathLst>
              <a:path w="9525" h="9525">
                <a:moveTo>
                  <a:pt x="9525" y="9525"/>
                </a:moveTo>
                <a:lnTo>
                  <a:pt x="0" y="9525"/>
                </a:lnTo>
                <a:lnTo>
                  <a:pt x="0" y="0"/>
                </a:lnTo>
                <a:lnTo>
                  <a:pt x="9525" y="0"/>
                </a:lnTo>
                <a:lnTo>
                  <a:pt x="9525" y="9525"/>
                </a:lnTo>
                <a:close/>
              </a:path>
            </a:pathLst>
          </a:custGeom>
          <a:solidFill>
            <a:srgbClr val="C7C6C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70" name="object 370"/>
          <p:cNvSpPr/>
          <p:nvPr/>
        </p:nvSpPr>
        <p:spPr>
          <a:xfrm>
            <a:off x="5019676" y="2317027"/>
            <a:ext cx="9525" cy="9525"/>
          </a:xfrm>
          <a:custGeom>
            <a:avLst/>
            <a:gdLst/>
            <a:ahLst/>
            <a:cxnLst/>
            <a:rect l="l" t="t" r="r" b="b"/>
            <a:pathLst>
              <a:path w="9525" h="9525">
                <a:moveTo>
                  <a:pt x="9525" y="9525"/>
                </a:moveTo>
                <a:lnTo>
                  <a:pt x="0" y="9525"/>
                </a:lnTo>
                <a:lnTo>
                  <a:pt x="0" y="0"/>
                </a:lnTo>
                <a:lnTo>
                  <a:pt x="9525" y="0"/>
                </a:lnTo>
                <a:lnTo>
                  <a:pt x="9525" y="9525"/>
                </a:lnTo>
                <a:close/>
              </a:path>
            </a:pathLst>
          </a:custGeom>
          <a:solidFill>
            <a:srgbClr val="C7C6C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71" name="object 371"/>
          <p:cNvSpPr/>
          <p:nvPr/>
        </p:nvSpPr>
        <p:spPr>
          <a:xfrm>
            <a:off x="5076826" y="2317027"/>
            <a:ext cx="9525" cy="9525"/>
          </a:xfrm>
          <a:custGeom>
            <a:avLst/>
            <a:gdLst/>
            <a:ahLst/>
            <a:cxnLst/>
            <a:rect l="l" t="t" r="r" b="b"/>
            <a:pathLst>
              <a:path w="9525" h="9525">
                <a:moveTo>
                  <a:pt x="9525" y="9525"/>
                </a:moveTo>
                <a:lnTo>
                  <a:pt x="0" y="9525"/>
                </a:lnTo>
                <a:lnTo>
                  <a:pt x="0" y="0"/>
                </a:lnTo>
                <a:lnTo>
                  <a:pt x="9525" y="0"/>
                </a:lnTo>
                <a:lnTo>
                  <a:pt x="9525" y="9525"/>
                </a:lnTo>
                <a:close/>
              </a:path>
            </a:pathLst>
          </a:custGeom>
          <a:solidFill>
            <a:srgbClr val="C7C6C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72" name="object 372"/>
          <p:cNvSpPr/>
          <p:nvPr/>
        </p:nvSpPr>
        <p:spPr>
          <a:xfrm>
            <a:off x="5133976" y="2317027"/>
            <a:ext cx="9525" cy="9525"/>
          </a:xfrm>
          <a:custGeom>
            <a:avLst/>
            <a:gdLst/>
            <a:ahLst/>
            <a:cxnLst/>
            <a:rect l="l" t="t" r="r" b="b"/>
            <a:pathLst>
              <a:path w="9525" h="9525">
                <a:moveTo>
                  <a:pt x="9525" y="9525"/>
                </a:moveTo>
                <a:lnTo>
                  <a:pt x="0" y="9525"/>
                </a:lnTo>
                <a:lnTo>
                  <a:pt x="0" y="0"/>
                </a:lnTo>
                <a:lnTo>
                  <a:pt x="9525" y="0"/>
                </a:lnTo>
                <a:lnTo>
                  <a:pt x="9525" y="9525"/>
                </a:lnTo>
                <a:close/>
              </a:path>
            </a:pathLst>
          </a:custGeom>
          <a:solidFill>
            <a:srgbClr val="C7C6C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73" name="object 373"/>
          <p:cNvSpPr/>
          <p:nvPr/>
        </p:nvSpPr>
        <p:spPr>
          <a:xfrm>
            <a:off x="5191126" y="2317027"/>
            <a:ext cx="9525" cy="9525"/>
          </a:xfrm>
          <a:custGeom>
            <a:avLst/>
            <a:gdLst/>
            <a:ahLst/>
            <a:cxnLst/>
            <a:rect l="l" t="t" r="r" b="b"/>
            <a:pathLst>
              <a:path w="9525" h="9525">
                <a:moveTo>
                  <a:pt x="9525" y="9525"/>
                </a:moveTo>
                <a:lnTo>
                  <a:pt x="0" y="9525"/>
                </a:lnTo>
                <a:lnTo>
                  <a:pt x="0" y="0"/>
                </a:lnTo>
                <a:lnTo>
                  <a:pt x="9525" y="0"/>
                </a:lnTo>
                <a:lnTo>
                  <a:pt x="9525" y="9525"/>
                </a:lnTo>
                <a:close/>
              </a:path>
            </a:pathLst>
          </a:custGeom>
          <a:solidFill>
            <a:srgbClr val="C7C6C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74" name="object 374"/>
          <p:cNvSpPr/>
          <p:nvPr/>
        </p:nvSpPr>
        <p:spPr>
          <a:xfrm>
            <a:off x="5248276" y="2317027"/>
            <a:ext cx="9525" cy="9525"/>
          </a:xfrm>
          <a:custGeom>
            <a:avLst/>
            <a:gdLst/>
            <a:ahLst/>
            <a:cxnLst/>
            <a:rect l="l" t="t" r="r" b="b"/>
            <a:pathLst>
              <a:path w="9525" h="9525">
                <a:moveTo>
                  <a:pt x="9525" y="9525"/>
                </a:moveTo>
                <a:lnTo>
                  <a:pt x="0" y="9525"/>
                </a:lnTo>
                <a:lnTo>
                  <a:pt x="0" y="0"/>
                </a:lnTo>
                <a:lnTo>
                  <a:pt x="9525" y="0"/>
                </a:lnTo>
                <a:lnTo>
                  <a:pt x="9525" y="9525"/>
                </a:lnTo>
                <a:close/>
              </a:path>
            </a:pathLst>
          </a:custGeom>
          <a:solidFill>
            <a:srgbClr val="C7C6C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75" name="object 375"/>
          <p:cNvSpPr/>
          <p:nvPr/>
        </p:nvSpPr>
        <p:spPr>
          <a:xfrm>
            <a:off x="5305426" y="2317027"/>
            <a:ext cx="9525" cy="9525"/>
          </a:xfrm>
          <a:custGeom>
            <a:avLst/>
            <a:gdLst/>
            <a:ahLst/>
            <a:cxnLst/>
            <a:rect l="l" t="t" r="r" b="b"/>
            <a:pathLst>
              <a:path w="9525" h="9525">
                <a:moveTo>
                  <a:pt x="9525" y="9525"/>
                </a:moveTo>
                <a:lnTo>
                  <a:pt x="0" y="9525"/>
                </a:lnTo>
                <a:lnTo>
                  <a:pt x="0" y="0"/>
                </a:lnTo>
                <a:lnTo>
                  <a:pt x="9525" y="0"/>
                </a:lnTo>
                <a:lnTo>
                  <a:pt x="9525" y="9525"/>
                </a:lnTo>
                <a:close/>
              </a:path>
            </a:pathLst>
          </a:custGeom>
          <a:solidFill>
            <a:srgbClr val="C7C6C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76" name="object 376"/>
          <p:cNvSpPr/>
          <p:nvPr/>
        </p:nvSpPr>
        <p:spPr>
          <a:xfrm>
            <a:off x="5362576" y="2317027"/>
            <a:ext cx="9525" cy="9525"/>
          </a:xfrm>
          <a:custGeom>
            <a:avLst/>
            <a:gdLst/>
            <a:ahLst/>
            <a:cxnLst/>
            <a:rect l="l" t="t" r="r" b="b"/>
            <a:pathLst>
              <a:path w="9525" h="9525">
                <a:moveTo>
                  <a:pt x="9525" y="9525"/>
                </a:moveTo>
                <a:lnTo>
                  <a:pt x="0" y="9525"/>
                </a:lnTo>
                <a:lnTo>
                  <a:pt x="0" y="0"/>
                </a:lnTo>
                <a:lnTo>
                  <a:pt x="9525" y="0"/>
                </a:lnTo>
                <a:lnTo>
                  <a:pt x="9525" y="9525"/>
                </a:lnTo>
                <a:close/>
              </a:path>
            </a:pathLst>
          </a:custGeom>
          <a:solidFill>
            <a:srgbClr val="C7C6C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77" name="object 377"/>
          <p:cNvSpPr/>
          <p:nvPr/>
        </p:nvSpPr>
        <p:spPr>
          <a:xfrm>
            <a:off x="5419726" y="2317027"/>
            <a:ext cx="9525" cy="9525"/>
          </a:xfrm>
          <a:custGeom>
            <a:avLst/>
            <a:gdLst/>
            <a:ahLst/>
            <a:cxnLst/>
            <a:rect l="l" t="t" r="r" b="b"/>
            <a:pathLst>
              <a:path w="9525" h="9525">
                <a:moveTo>
                  <a:pt x="9525" y="9525"/>
                </a:moveTo>
                <a:lnTo>
                  <a:pt x="0" y="9525"/>
                </a:lnTo>
                <a:lnTo>
                  <a:pt x="0" y="0"/>
                </a:lnTo>
                <a:lnTo>
                  <a:pt x="9525" y="0"/>
                </a:lnTo>
                <a:lnTo>
                  <a:pt x="9525" y="9525"/>
                </a:lnTo>
                <a:close/>
              </a:path>
            </a:pathLst>
          </a:custGeom>
          <a:solidFill>
            <a:srgbClr val="C7C6C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78" name="object 378"/>
          <p:cNvSpPr/>
          <p:nvPr/>
        </p:nvSpPr>
        <p:spPr>
          <a:xfrm>
            <a:off x="5476876" y="2317027"/>
            <a:ext cx="9525" cy="9525"/>
          </a:xfrm>
          <a:custGeom>
            <a:avLst/>
            <a:gdLst/>
            <a:ahLst/>
            <a:cxnLst/>
            <a:rect l="l" t="t" r="r" b="b"/>
            <a:pathLst>
              <a:path w="9525" h="9525">
                <a:moveTo>
                  <a:pt x="9525" y="9525"/>
                </a:moveTo>
                <a:lnTo>
                  <a:pt x="0" y="9525"/>
                </a:lnTo>
                <a:lnTo>
                  <a:pt x="0" y="0"/>
                </a:lnTo>
                <a:lnTo>
                  <a:pt x="9525" y="0"/>
                </a:lnTo>
                <a:lnTo>
                  <a:pt x="9525" y="9525"/>
                </a:lnTo>
                <a:close/>
              </a:path>
            </a:pathLst>
          </a:custGeom>
          <a:solidFill>
            <a:srgbClr val="C7C6C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79" name="object 379"/>
          <p:cNvSpPr/>
          <p:nvPr/>
        </p:nvSpPr>
        <p:spPr>
          <a:xfrm>
            <a:off x="5534026" y="2317027"/>
            <a:ext cx="9525" cy="9525"/>
          </a:xfrm>
          <a:custGeom>
            <a:avLst/>
            <a:gdLst/>
            <a:ahLst/>
            <a:cxnLst/>
            <a:rect l="l" t="t" r="r" b="b"/>
            <a:pathLst>
              <a:path w="9525" h="9525">
                <a:moveTo>
                  <a:pt x="9525" y="9525"/>
                </a:moveTo>
                <a:lnTo>
                  <a:pt x="0" y="9525"/>
                </a:lnTo>
                <a:lnTo>
                  <a:pt x="0" y="0"/>
                </a:lnTo>
                <a:lnTo>
                  <a:pt x="9525" y="0"/>
                </a:lnTo>
                <a:lnTo>
                  <a:pt x="9525" y="9525"/>
                </a:lnTo>
                <a:close/>
              </a:path>
            </a:pathLst>
          </a:custGeom>
          <a:solidFill>
            <a:srgbClr val="C7C6C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80" name="object 380"/>
          <p:cNvSpPr/>
          <p:nvPr/>
        </p:nvSpPr>
        <p:spPr>
          <a:xfrm>
            <a:off x="5591176" y="2317027"/>
            <a:ext cx="9525" cy="9525"/>
          </a:xfrm>
          <a:custGeom>
            <a:avLst/>
            <a:gdLst/>
            <a:ahLst/>
            <a:cxnLst/>
            <a:rect l="l" t="t" r="r" b="b"/>
            <a:pathLst>
              <a:path w="9525" h="9525">
                <a:moveTo>
                  <a:pt x="9525" y="9525"/>
                </a:moveTo>
                <a:lnTo>
                  <a:pt x="0" y="9525"/>
                </a:lnTo>
                <a:lnTo>
                  <a:pt x="0" y="0"/>
                </a:lnTo>
                <a:lnTo>
                  <a:pt x="9525" y="0"/>
                </a:lnTo>
                <a:lnTo>
                  <a:pt x="9525" y="9525"/>
                </a:lnTo>
                <a:close/>
              </a:path>
            </a:pathLst>
          </a:custGeom>
          <a:solidFill>
            <a:srgbClr val="C7C6C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81" name="object 381"/>
          <p:cNvSpPr/>
          <p:nvPr/>
        </p:nvSpPr>
        <p:spPr>
          <a:xfrm>
            <a:off x="5648326" y="2317027"/>
            <a:ext cx="9525" cy="9525"/>
          </a:xfrm>
          <a:custGeom>
            <a:avLst/>
            <a:gdLst/>
            <a:ahLst/>
            <a:cxnLst/>
            <a:rect l="l" t="t" r="r" b="b"/>
            <a:pathLst>
              <a:path w="9525" h="9525">
                <a:moveTo>
                  <a:pt x="9525" y="9525"/>
                </a:moveTo>
                <a:lnTo>
                  <a:pt x="0" y="9525"/>
                </a:lnTo>
                <a:lnTo>
                  <a:pt x="0" y="0"/>
                </a:lnTo>
                <a:lnTo>
                  <a:pt x="9525" y="0"/>
                </a:lnTo>
                <a:lnTo>
                  <a:pt x="9525" y="9525"/>
                </a:lnTo>
                <a:close/>
              </a:path>
            </a:pathLst>
          </a:custGeom>
          <a:solidFill>
            <a:srgbClr val="C7C6C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82" name="object 382"/>
          <p:cNvSpPr/>
          <p:nvPr/>
        </p:nvSpPr>
        <p:spPr>
          <a:xfrm>
            <a:off x="5705476" y="2317027"/>
            <a:ext cx="9525" cy="9525"/>
          </a:xfrm>
          <a:custGeom>
            <a:avLst/>
            <a:gdLst/>
            <a:ahLst/>
            <a:cxnLst/>
            <a:rect l="l" t="t" r="r" b="b"/>
            <a:pathLst>
              <a:path w="9525" h="9525">
                <a:moveTo>
                  <a:pt x="9525" y="9525"/>
                </a:moveTo>
                <a:lnTo>
                  <a:pt x="0" y="9525"/>
                </a:lnTo>
                <a:lnTo>
                  <a:pt x="0" y="0"/>
                </a:lnTo>
                <a:lnTo>
                  <a:pt x="9525" y="0"/>
                </a:lnTo>
                <a:lnTo>
                  <a:pt x="9525" y="9525"/>
                </a:lnTo>
                <a:close/>
              </a:path>
            </a:pathLst>
          </a:custGeom>
          <a:solidFill>
            <a:srgbClr val="C7C6C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83" name="object 383"/>
          <p:cNvSpPr/>
          <p:nvPr/>
        </p:nvSpPr>
        <p:spPr>
          <a:xfrm>
            <a:off x="5762626" y="2317027"/>
            <a:ext cx="9525" cy="9525"/>
          </a:xfrm>
          <a:custGeom>
            <a:avLst/>
            <a:gdLst/>
            <a:ahLst/>
            <a:cxnLst/>
            <a:rect l="l" t="t" r="r" b="b"/>
            <a:pathLst>
              <a:path w="9525" h="9525">
                <a:moveTo>
                  <a:pt x="9525" y="9525"/>
                </a:moveTo>
                <a:lnTo>
                  <a:pt x="0" y="9525"/>
                </a:lnTo>
                <a:lnTo>
                  <a:pt x="0" y="0"/>
                </a:lnTo>
                <a:lnTo>
                  <a:pt x="9525" y="0"/>
                </a:lnTo>
                <a:lnTo>
                  <a:pt x="9525" y="9525"/>
                </a:lnTo>
                <a:close/>
              </a:path>
            </a:pathLst>
          </a:custGeom>
          <a:solidFill>
            <a:srgbClr val="C7C6C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84" name="object 384"/>
          <p:cNvSpPr/>
          <p:nvPr/>
        </p:nvSpPr>
        <p:spPr>
          <a:xfrm>
            <a:off x="5819776" y="2317027"/>
            <a:ext cx="9525" cy="9525"/>
          </a:xfrm>
          <a:custGeom>
            <a:avLst/>
            <a:gdLst/>
            <a:ahLst/>
            <a:cxnLst/>
            <a:rect l="l" t="t" r="r" b="b"/>
            <a:pathLst>
              <a:path w="9525" h="9525">
                <a:moveTo>
                  <a:pt x="9525" y="9525"/>
                </a:moveTo>
                <a:lnTo>
                  <a:pt x="0" y="9525"/>
                </a:lnTo>
                <a:lnTo>
                  <a:pt x="0" y="0"/>
                </a:lnTo>
                <a:lnTo>
                  <a:pt x="9525" y="0"/>
                </a:lnTo>
                <a:lnTo>
                  <a:pt x="9525" y="9525"/>
                </a:lnTo>
                <a:close/>
              </a:path>
            </a:pathLst>
          </a:custGeom>
          <a:solidFill>
            <a:srgbClr val="C7C6C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85" name="object 385"/>
          <p:cNvSpPr/>
          <p:nvPr/>
        </p:nvSpPr>
        <p:spPr>
          <a:xfrm>
            <a:off x="5876926" y="2317027"/>
            <a:ext cx="9525" cy="9525"/>
          </a:xfrm>
          <a:custGeom>
            <a:avLst/>
            <a:gdLst/>
            <a:ahLst/>
            <a:cxnLst/>
            <a:rect l="l" t="t" r="r" b="b"/>
            <a:pathLst>
              <a:path w="9525" h="9525">
                <a:moveTo>
                  <a:pt x="9525" y="9525"/>
                </a:moveTo>
                <a:lnTo>
                  <a:pt x="0" y="9525"/>
                </a:lnTo>
                <a:lnTo>
                  <a:pt x="0" y="0"/>
                </a:lnTo>
                <a:lnTo>
                  <a:pt x="9525" y="0"/>
                </a:lnTo>
                <a:lnTo>
                  <a:pt x="9525" y="9525"/>
                </a:lnTo>
                <a:close/>
              </a:path>
            </a:pathLst>
          </a:custGeom>
          <a:solidFill>
            <a:srgbClr val="C7C6C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86" name="object 386"/>
          <p:cNvSpPr/>
          <p:nvPr/>
        </p:nvSpPr>
        <p:spPr>
          <a:xfrm>
            <a:off x="5934076" y="2317027"/>
            <a:ext cx="9525" cy="9525"/>
          </a:xfrm>
          <a:custGeom>
            <a:avLst/>
            <a:gdLst/>
            <a:ahLst/>
            <a:cxnLst/>
            <a:rect l="l" t="t" r="r" b="b"/>
            <a:pathLst>
              <a:path w="9525" h="9525">
                <a:moveTo>
                  <a:pt x="9525" y="9525"/>
                </a:moveTo>
                <a:lnTo>
                  <a:pt x="0" y="9525"/>
                </a:lnTo>
                <a:lnTo>
                  <a:pt x="0" y="0"/>
                </a:lnTo>
                <a:lnTo>
                  <a:pt x="9525" y="0"/>
                </a:lnTo>
                <a:lnTo>
                  <a:pt x="9525" y="9525"/>
                </a:lnTo>
                <a:close/>
              </a:path>
            </a:pathLst>
          </a:custGeom>
          <a:solidFill>
            <a:srgbClr val="C7C6C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87" name="object 387"/>
          <p:cNvSpPr/>
          <p:nvPr/>
        </p:nvSpPr>
        <p:spPr>
          <a:xfrm>
            <a:off x="5991226" y="2317027"/>
            <a:ext cx="9525" cy="9525"/>
          </a:xfrm>
          <a:custGeom>
            <a:avLst/>
            <a:gdLst/>
            <a:ahLst/>
            <a:cxnLst/>
            <a:rect l="l" t="t" r="r" b="b"/>
            <a:pathLst>
              <a:path w="9525" h="9525">
                <a:moveTo>
                  <a:pt x="9525" y="9525"/>
                </a:moveTo>
                <a:lnTo>
                  <a:pt x="0" y="9525"/>
                </a:lnTo>
                <a:lnTo>
                  <a:pt x="0" y="0"/>
                </a:lnTo>
                <a:lnTo>
                  <a:pt x="9525" y="0"/>
                </a:lnTo>
                <a:lnTo>
                  <a:pt x="9525" y="9525"/>
                </a:lnTo>
                <a:close/>
              </a:path>
            </a:pathLst>
          </a:custGeom>
          <a:solidFill>
            <a:srgbClr val="C7C6C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88" name="object 388"/>
          <p:cNvSpPr/>
          <p:nvPr/>
        </p:nvSpPr>
        <p:spPr>
          <a:xfrm>
            <a:off x="6048376" y="2317027"/>
            <a:ext cx="9525" cy="9525"/>
          </a:xfrm>
          <a:custGeom>
            <a:avLst/>
            <a:gdLst/>
            <a:ahLst/>
            <a:cxnLst/>
            <a:rect l="l" t="t" r="r" b="b"/>
            <a:pathLst>
              <a:path w="9525" h="9525">
                <a:moveTo>
                  <a:pt x="9525" y="9525"/>
                </a:moveTo>
                <a:lnTo>
                  <a:pt x="0" y="9525"/>
                </a:lnTo>
                <a:lnTo>
                  <a:pt x="0" y="0"/>
                </a:lnTo>
                <a:lnTo>
                  <a:pt x="9525" y="0"/>
                </a:lnTo>
                <a:lnTo>
                  <a:pt x="9525" y="9525"/>
                </a:lnTo>
                <a:close/>
              </a:path>
            </a:pathLst>
          </a:custGeom>
          <a:solidFill>
            <a:srgbClr val="C7C6C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89" name="object 389"/>
          <p:cNvSpPr/>
          <p:nvPr/>
        </p:nvSpPr>
        <p:spPr>
          <a:xfrm>
            <a:off x="6105526" y="2317027"/>
            <a:ext cx="9525" cy="9525"/>
          </a:xfrm>
          <a:custGeom>
            <a:avLst/>
            <a:gdLst/>
            <a:ahLst/>
            <a:cxnLst/>
            <a:rect l="l" t="t" r="r" b="b"/>
            <a:pathLst>
              <a:path w="9525" h="9525">
                <a:moveTo>
                  <a:pt x="9525" y="9525"/>
                </a:moveTo>
                <a:lnTo>
                  <a:pt x="0" y="9525"/>
                </a:lnTo>
                <a:lnTo>
                  <a:pt x="0" y="0"/>
                </a:lnTo>
                <a:lnTo>
                  <a:pt x="9525" y="0"/>
                </a:lnTo>
                <a:lnTo>
                  <a:pt x="9525" y="9525"/>
                </a:lnTo>
                <a:close/>
              </a:path>
            </a:pathLst>
          </a:custGeom>
          <a:solidFill>
            <a:srgbClr val="C7C6C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90" name="object 390"/>
          <p:cNvSpPr/>
          <p:nvPr/>
        </p:nvSpPr>
        <p:spPr>
          <a:xfrm>
            <a:off x="6162676" y="2317027"/>
            <a:ext cx="9525" cy="9525"/>
          </a:xfrm>
          <a:custGeom>
            <a:avLst/>
            <a:gdLst/>
            <a:ahLst/>
            <a:cxnLst/>
            <a:rect l="l" t="t" r="r" b="b"/>
            <a:pathLst>
              <a:path w="9525" h="9525">
                <a:moveTo>
                  <a:pt x="9525" y="9525"/>
                </a:moveTo>
                <a:lnTo>
                  <a:pt x="0" y="9525"/>
                </a:lnTo>
                <a:lnTo>
                  <a:pt x="0" y="0"/>
                </a:lnTo>
                <a:lnTo>
                  <a:pt x="9525" y="0"/>
                </a:lnTo>
                <a:lnTo>
                  <a:pt x="9525" y="9525"/>
                </a:lnTo>
                <a:close/>
              </a:path>
            </a:pathLst>
          </a:custGeom>
          <a:solidFill>
            <a:srgbClr val="C7C6C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91" name="object 391"/>
          <p:cNvSpPr/>
          <p:nvPr/>
        </p:nvSpPr>
        <p:spPr>
          <a:xfrm>
            <a:off x="6219826" y="2317027"/>
            <a:ext cx="9525" cy="9525"/>
          </a:xfrm>
          <a:custGeom>
            <a:avLst/>
            <a:gdLst/>
            <a:ahLst/>
            <a:cxnLst/>
            <a:rect l="l" t="t" r="r" b="b"/>
            <a:pathLst>
              <a:path w="9525" h="9525">
                <a:moveTo>
                  <a:pt x="9525" y="9525"/>
                </a:moveTo>
                <a:lnTo>
                  <a:pt x="0" y="9525"/>
                </a:lnTo>
                <a:lnTo>
                  <a:pt x="0" y="0"/>
                </a:lnTo>
                <a:lnTo>
                  <a:pt x="9525" y="0"/>
                </a:lnTo>
                <a:lnTo>
                  <a:pt x="9525" y="9525"/>
                </a:lnTo>
                <a:close/>
              </a:path>
            </a:pathLst>
          </a:custGeom>
          <a:solidFill>
            <a:srgbClr val="C7C6C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92" name="object 392"/>
          <p:cNvSpPr/>
          <p:nvPr/>
        </p:nvSpPr>
        <p:spPr>
          <a:xfrm>
            <a:off x="6276976" y="2317027"/>
            <a:ext cx="9525" cy="9525"/>
          </a:xfrm>
          <a:custGeom>
            <a:avLst/>
            <a:gdLst/>
            <a:ahLst/>
            <a:cxnLst/>
            <a:rect l="l" t="t" r="r" b="b"/>
            <a:pathLst>
              <a:path w="9525" h="9525">
                <a:moveTo>
                  <a:pt x="9525" y="9525"/>
                </a:moveTo>
                <a:lnTo>
                  <a:pt x="0" y="9525"/>
                </a:lnTo>
                <a:lnTo>
                  <a:pt x="0" y="0"/>
                </a:lnTo>
                <a:lnTo>
                  <a:pt x="9525" y="0"/>
                </a:lnTo>
                <a:lnTo>
                  <a:pt x="9525" y="9525"/>
                </a:lnTo>
                <a:close/>
              </a:path>
            </a:pathLst>
          </a:custGeom>
          <a:solidFill>
            <a:srgbClr val="C7C6C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93" name="object 393"/>
          <p:cNvSpPr/>
          <p:nvPr/>
        </p:nvSpPr>
        <p:spPr>
          <a:xfrm>
            <a:off x="6334126" y="2317027"/>
            <a:ext cx="9525" cy="9525"/>
          </a:xfrm>
          <a:custGeom>
            <a:avLst/>
            <a:gdLst/>
            <a:ahLst/>
            <a:cxnLst/>
            <a:rect l="l" t="t" r="r" b="b"/>
            <a:pathLst>
              <a:path w="9525" h="9525">
                <a:moveTo>
                  <a:pt x="9525" y="9525"/>
                </a:moveTo>
                <a:lnTo>
                  <a:pt x="0" y="9525"/>
                </a:lnTo>
                <a:lnTo>
                  <a:pt x="0" y="0"/>
                </a:lnTo>
                <a:lnTo>
                  <a:pt x="9525" y="0"/>
                </a:lnTo>
                <a:lnTo>
                  <a:pt x="9525" y="9525"/>
                </a:lnTo>
                <a:close/>
              </a:path>
            </a:pathLst>
          </a:custGeom>
          <a:solidFill>
            <a:srgbClr val="C7C6C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94" name="object 394"/>
          <p:cNvSpPr/>
          <p:nvPr/>
        </p:nvSpPr>
        <p:spPr>
          <a:xfrm>
            <a:off x="6391276" y="2317027"/>
            <a:ext cx="9525" cy="9525"/>
          </a:xfrm>
          <a:custGeom>
            <a:avLst/>
            <a:gdLst/>
            <a:ahLst/>
            <a:cxnLst/>
            <a:rect l="l" t="t" r="r" b="b"/>
            <a:pathLst>
              <a:path w="9525" h="9525">
                <a:moveTo>
                  <a:pt x="9525" y="9525"/>
                </a:moveTo>
                <a:lnTo>
                  <a:pt x="0" y="9525"/>
                </a:lnTo>
                <a:lnTo>
                  <a:pt x="0" y="0"/>
                </a:lnTo>
                <a:lnTo>
                  <a:pt x="9525" y="0"/>
                </a:lnTo>
                <a:lnTo>
                  <a:pt x="9525" y="9525"/>
                </a:lnTo>
                <a:close/>
              </a:path>
            </a:pathLst>
          </a:custGeom>
          <a:solidFill>
            <a:srgbClr val="C7C6C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95" name="object 395"/>
          <p:cNvSpPr/>
          <p:nvPr/>
        </p:nvSpPr>
        <p:spPr>
          <a:xfrm>
            <a:off x="6448426" y="2317027"/>
            <a:ext cx="9525" cy="9525"/>
          </a:xfrm>
          <a:custGeom>
            <a:avLst/>
            <a:gdLst/>
            <a:ahLst/>
            <a:cxnLst/>
            <a:rect l="l" t="t" r="r" b="b"/>
            <a:pathLst>
              <a:path w="9525" h="9525">
                <a:moveTo>
                  <a:pt x="9525" y="9525"/>
                </a:moveTo>
                <a:lnTo>
                  <a:pt x="0" y="9525"/>
                </a:lnTo>
                <a:lnTo>
                  <a:pt x="0" y="0"/>
                </a:lnTo>
                <a:lnTo>
                  <a:pt x="9525" y="0"/>
                </a:lnTo>
                <a:lnTo>
                  <a:pt x="9525" y="9525"/>
                </a:lnTo>
                <a:close/>
              </a:path>
            </a:pathLst>
          </a:custGeom>
          <a:solidFill>
            <a:srgbClr val="C7C6C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96" name="object 396"/>
          <p:cNvSpPr/>
          <p:nvPr/>
        </p:nvSpPr>
        <p:spPr>
          <a:xfrm>
            <a:off x="6505576" y="2317027"/>
            <a:ext cx="9525" cy="9525"/>
          </a:xfrm>
          <a:custGeom>
            <a:avLst/>
            <a:gdLst/>
            <a:ahLst/>
            <a:cxnLst/>
            <a:rect l="l" t="t" r="r" b="b"/>
            <a:pathLst>
              <a:path w="9525" h="9525">
                <a:moveTo>
                  <a:pt x="9525" y="9525"/>
                </a:moveTo>
                <a:lnTo>
                  <a:pt x="0" y="9525"/>
                </a:lnTo>
                <a:lnTo>
                  <a:pt x="0" y="0"/>
                </a:lnTo>
                <a:lnTo>
                  <a:pt x="9525" y="0"/>
                </a:lnTo>
                <a:lnTo>
                  <a:pt x="9525" y="9525"/>
                </a:lnTo>
                <a:close/>
              </a:path>
            </a:pathLst>
          </a:custGeom>
          <a:solidFill>
            <a:srgbClr val="C7C6C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97" name="object 397"/>
          <p:cNvSpPr/>
          <p:nvPr/>
        </p:nvSpPr>
        <p:spPr>
          <a:xfrm>
            <a:off x="6562726" y="2317027"/>
            <a:ext cx="9525" cy="9525"/>
          </a:xfrm>
          <a:custGeom>
            <a:avLst/>
            <a:gdLst/>
            <a:ahLst/>
            <a:cxnLst/>
            <a:rect l="l" t="t" r="r" b="b"/>
            <a:pathLst>
              <a:path w="9525" h="9525">
                <a:moveTo>
                  <a:pt x="9525" y="9525"/>
                </a:moveTo>
                <a:lnTo>
                  <a:pt x="0" y="9525"/>
                </a:lnTo>
                <a:lnTo>
                  <a:pt x="0" y="0"/>
                </a:lnTo>
                <a:lnTo>
                  <a:pt x="9525" y="0"/>
                </a:lnTo>
                <a:lnTo>
                  <a:pt x="9525" y="9525"/>
                </a:lnTo>
                <a:close/>
              </a:path>
            </a:pathLst>
          </a:custGeom>
          <a:solidFill>
            <a:srgbClr val="C7C6C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98" name="object 398"/>
          <p:cNvSpPr/>
          <p:nvPr/>
        </p:nvSpPr>
        <p:spPr>
          <a:xfrm>
            <a:off x="6619876" y="2317027"/>
            <a:ext cx="9525" cy="9525"/>
          </a:xfrm>
          <a:custGeom>
            <a:avLst/>
            <a:gdLst/>
            <a:ahLst/>
            <a:cxnLst/>
            <a:rect l="l" t="t" r="r" b="b"/>
            <a:pathLst>
              <a:path w="9525" h="9525">
                <a:moveTo>
                  <a:pt x="9525" y="9525"/>
                </a:moveTo>
                <a:lnTo>
                  <a:pt x="0" y="9525"/>
                </a:lnTo>
                <a:lnTo>
                  <a:pt x="0" y="0"/>
                </a:lnTo>
                <a:lnTo>
                  <a:pt x="9525" y="0"/>
                </a:lnTo>
                <a:lnTo>
                  <a:pt x="9525" y="9525"/>
                </a:lnTo>
                <a:close/>
              </a:path>
            </a:pathLst>
          </a:custGeom>
          <a:solidFill>
            <a:srgbClr val="C7C6C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99" name="object 399"/>
          <p:cNvSpPr/>
          <p:nvPr/>
        </p:nvSpPr>
        <p:spPr>
          <a:xfrm>
            <a:off x="6677026" y="2317027"/>
            <a:ext cx="9525" cy="9525"/>
          </a:xfrm>
          <a:custGeom>
            <a:avLst/>
            <a:gdLst/>
            <a:ahLst/>
            <a:cxnLst/>
            <a:rect l="l" t="t" r="r" b="b"/>
            <a:pathLst>
              <a:path w="9525" h="9525">
                <a:moveTo>
                  <a:pt x="9525" y="9525"/>
                </a:moveTo>
                <a:lnTo>
                  <a:pt x="0" y="9525"/>
                </a:lnTo>
                <a:lnTo>
                  <a:pt x="0" y="0"/>
                </a:lnTo>
                <a:lnTo>
                  <a:pt x="9525" y="0"/>
                </a:lnTo>
                <a:lnTo>
                  <a:pt x="9525" y="9525"/>
                </a:lnTo>
                <a:close/>
              </a:path>
            </a:pathLst>
          </a:custGeom>
          <a:solidFill>
            <a:srgbClr val="C7C6C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00" name="object 400"/>
          <p:cNvSpPr/>
          <p:nvPr/>
        </p:nvSpPr>
        <p:spPr>
          <a:xfrm>
            <a:off x="6734176" y="2317027"/>
            <a:ext cx="9525" cy="9525"/>
          </a:xfrm>
          <a:custGeom>
            <a:avLst/>
            <a:gdLst/>
            <a:ahLst/>
            <a:cxnLst/>
            <a:rect l="l" t="t" r="r" b="b"/>
            <a:pathLst>
              <a:path w="9525" h="9525">
                <a:moveTo>
                  <a:pt x="9525" y="9525"/>
                </a:moveTo>
                <a:lnTo>
                  <a:pt x="0" y="9525"/>
                </a:lnTo>
                <a:lnTo>
                  <a:pt x="0" y="0"/>
                </a:lnTo>
                <a:lnTo>
                  <a:pt x="9525" y="0"/>
                </a:lnTo>
                <a:lnTo>
                  <a:pt x="9525" y="9525"/>
                </a:lnTo>
                <a:close/>
              </a:path>
            </a:pathLst>
          </a:custGeom>
          <a:solidFill>
            <a:srgbClr val="C7C6C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01" name="object 401"/>
          <p:cNvSpPr/>
          <p:nvPr/>
        </p:nvSpPr>
        <p:spPr>
          <a:xfrm>
            <a:off x="6791326" y="2317027"/>
            <a:ext cx="9525" cy="9525"/>
          </a:xfrm>
          <a:custGeom>
            <a:avLst/>
            <a:gdLst/>
            <a:ahLst/>
            <a:cxnLst/>
            <a:rect l="l" t="t" r="r" b="b"/>
            <a:pathLst>
              <a:path w="9525" h="9525">
                <a:moveTo>
                  <a:pt x="9525" y="9525"/>
                </a:moveTo>
                <a:lnTo>
                  <a:pt x="0" y="9525"/>
                </a:lnTo>
                <a:lnTo>
                  <a:pt x="0" y="0"/>
                </a:lnTo>
                <a:lnTo>
                  <a:pt x="9525" y="0"/>
                </a:lnTo>
                <a:lnTo>
                  <a:pt x="9525" y="9525"/>
                </a:lnTo>
                <a:close/>
              </a:path>
            </a:pathLst>
          </a:custGeom>
          <a:solidFill>
            <a:srgbClr val="C7C6C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02" name="object 402"/>
          <p:cNvSpPr/>
          <p:nvPr/>
        </p:nvSpPr>
        <p:spPr>
          <a:xfrm>
            <a:off x="6848476" y="2317027"/>
            <a:ext cx="9525" cy="9525"/>
          </a:xfrm>
          <a:custGeom>
            <a:avLst/>
            <a:gdLst/>
            <a:ahLst/>
            <a:cxnLst/>
            <a:rect l="l" t="t" r="r" b="b"/>
            <a:pathLst>
              <a:path w="9525" h="9525">
                <a:moveTo>
                  <a:pt x="9525" y="9525"/>
                </a:moveTo>
                <a:lnTo>
                  <a:pt x="0" y="9525"/>
                </a:lnTo>
                <a:lnTo>
                  <a:pt x="0" y="0"/>
                </a:lnTo>
                <a:lnTo>
                  <a:pt x="9525" y="0"/>
                </a:lnTo>
                <a:lnTo>
                  <a:pt x="9525" y="9525"/>
                </a:lnTo>
                <a:close/>
              </a:path>
            </a:pathLst>
          </a:custGeom>
          <a:solidFill>
            <a:srgbClr val="C7C6C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03" name="object 403"/>
          <p:cNvSpPr/>
          <p:nvPr/>
        </p:nvSpPr>
        <p:spPr>
          <a:xfrm>
            <a:off x="6905626" y="2317027"/>
            <a:ext cx="9525" cy="9525"/>
          </a:xfrm>
          <a:custGeom>
            <a:avLst/>
            <a:gdLst/>
            <a:ahLst/>
            <a:cxnLst/>
            <a:rect l="l" t="t" r="r" b="b"/>
            <a:pathLst>
              <a:path w="9525" h="9525">
                <a:moveTo>
                  <a:pt x="9525" y="9525"/>
                </a:moveTo>
                <a:lnTo>
                  <a:pt x="0" y="9525"/>
                </a:lnTo>
                <a:lnTo>
                  <a:pt x="0" y="0"/>
                </a:lnTo>
                <a:lnTo>
                  <a:pt x="9525" y="0"/>
                </a:lnTo>
                <a:lnTo>
                  <a:pt x="9525" y="9525"/>
                </a:lnTo>
                <a:close/>
              </a:path>
            </a:pathLst>
          </a:custGeom>
          <a:solidFill>
            <a:srgbClr val="C7C6C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04" name="object 404"/>
          <p:cNvSpPr/>
          <p:nvPr/>
        </p:nvSpPr>
        <p:spPr>
          <a:xfrm>
            <a:off x="6962776" y="2317027"/>
            <a:ext cx="9525" cy="9525"/>
          </a:xfrm>
          <a:custGeom>
            <a:avLst/>
            <a:gdLst/>
            <a:ahLst/>
            <a:cxnLst/>
            <a:rect l="l" t="t" r="r" b="b"/>
            <a:pathLst>
              <a:path w="9525" h="9525">
                <a:moveTo>
                  <a:pt x="9525" y="9525"/>
                </a:moveTo>
                <a:lnTo>
                  <a:pt x="0" y="9525"/>
                </a:lnTo>
                <a:lnTo>
                  <a:pt x="0" y="0"/>
                </a:lnTo>
                <a:lnTo>
                  <a:pt x="9525" y="0"/>
                </a:lnTo>
                <a:lnTo>
                  <a:pt x="9525" y="9525"/>
                </a:lnTo>
                <a:close/>
              </a:path>
            </a:pathLst>
          </a:custGeom>
          <a:solidFill>
            <a:srgbClr val="C7C6C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05" name="object 405"/>
          <p:cNvSpPr/>
          <p:nvPr/>
        </p:nvSpPr>
        <p:spPr>
          <a:xfrm>
            <a:off x="7019926" y="2317027"/>
            <a:ext cx="9525" cy="9525"/>
          </a:xfrm>
          <a:custGeom>
            <a:avLst/>
            <a:gdLst/>
            <a:ahLst/>
            <a:cxnLst/>
            <a:rect l="l" t="t" r="r" b="b"/>
            <a:pathLst>
              <a:path w="9525" h="9525">
                <a:moveTo>
                  <a:pt x="9525" y="9525"/>
                </a:moveTo>
                <a:lnTo>
                  <a:pt x="0" y="9525"/>
                </a:lnTo>
                <a:lnTo>
                  <a:pt x="0" y="0"/>
                </a:lnTo>
                <a:lnTo>
                  <a:pt x="9525" y="0"/>
                </a:lnTo>
                <a:lnTo>
                  <a:pt x="9525" y="9525"/>
                </a:lnTo>
                <a:close/>
              </a:path>
            </a:pathLst>
          </a:custGeom>
          <a:solidFill>
            <a:srgbClr val="C7C6C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06" name="object 406"/>
          <p:cNvSpPr/>
          <p:nvPr/>
        </p:nvSpPr>
        <p:spPr>
          <a:xfrm>
            <a:off x="7077076" y="2317027"/>
            <a:ext cx="9525" cy="9525"/>
          </a:xfrm>
          <a:custGeom>
            <a:avLst/>
            <a:gdLst/>
            <a:ahLst/>
            <a:cxnLst/>
            <a:rect l="l" t="t" r="r" b="b"/>
            <a:pathLst>
              <a:path w="9525" h="9525">
                <a:moveTo>
                  <a:pt x="9525" y="9525"/>
                </a:moveTo>
                <a:lnTo>
                  <a:pt x="0" y="9525"/>
                </a:lnTo>
                <a:lnTo>
                  <a:pt x="0" y="0"/>
                </a:lnTo>
                <a:lnTo>
                  <a:pt x="9525" y="0"/>
                </a:lnTo>
                <a:lnTo>
                  <a:pt x="9525" y="9525"/>
                </a:lnTo>
                <a:close/>
              </a:path>
            </a:pathLst>
          </a:custGeom>
          <a:solidFill>
            <a:srgbClr val="C7C6C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07" name="object 407"/>
          <p:cNvSpPr/>
          <p:nvPr/>
        </p:nvSpPr>
        <p:spPr>
          <a:xfrm>
            <a:off x="7134226" y="2317027"/>
            <a:ext cx="9525" cy="9525"/>
          </a:xfrm>
          <a:custGeom>
            <a:avLst/>
            <a:gdLst/>
            <a:ahLst/>
            <a:cxnLst/>
            <a:rect l="l" t="t" r="r" b="b"/>
            <a:pathLst>
              <a:path w="9525" h="9525">
                <a:moveTo>
                  <a:pt x="9525" y="9525"/>
                </a:moveTo>
                <a:lnTo>
                  <a:pt x="0" y="9525"/>
                </a:lnTo>
                <a:lnTo>
                  <a:pt x="0" y="0"/>
                </a:lnTo>
                <a:lnTo>
                  <a:pt x="9525" y="0"/>
                </a:lnTo>
                <a:lnTo>
                  <a:pt x="9525" y="9525"/>
                </a:lnTo>
                <a:close/>
              </a:path>
            </a:pathLst>
          </a:custGeom>
          <a:solidFill>
            <a:srgbClr val="C7C6C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08" name="object 408"/>
          <p:cNvSpPr/>
          <p:nvPr/>
        </p:nvSpPr>
        <p:spPr>
          <a:xfrm>
            <a:off x="7191376" y="2317027"/>
            <a:ext cx="9525" cy="9525"/>
          </a:xfrm>
          <a:custGeom>
            <a:avLst/>
            <a:gdLst/>
            <a:ahLst/>
            <a:cxnLst/>
            <a:rect l="l" t="t" r="r" b="b"/>
            <a:pathLst>
              <a:path w="9525" h="9525">
                <a:moveTo>
                  <a:pt x="9525" y="9525"/>
                </a:moveTo>
                <a:lnTo>
                  <a:pt x="0" y="9525"/>
                </a:lnTo>
                <a:lnTo>
                  <a:pt x="0" y="0"/>
                </a:lnTo>
                <a:lnTo>
                  <a:pt x="9525" y="0"/>
                </a:lnTo>
                <a:lnTo>
                  <a:pt x="9525" y="9525"/>
                </a:lnTo>
                <a:close/>
              </a:path>
            </a:pathLst>
          </a:custGeom>
          <a:solidFill>
            <a:srgbClr val="C7C6C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09" name="object 409"/>
          <p:cNvSpPr/>
          <p:nvPr/>
        </p:nvSpPr>
        <p:spPr>
          <a:xfrm>
            <a:off x="7248526" y="2317027"/>
            <a:ext cx="9525" cy="9525"/>
          </a:xfrm>
          <a:custGeom>
            <a:avLst/>
            <a:gdLst/>
            <a:ahLst/>
            <a:cxnLst/>
            <a:rect l="l" t="t" r="r" b="b"/>
            <a:pathLst>
              <a:path w="9525" h="9525">
                <a:moveTo>
                  <a:pt x="9525" y="9525"/>
                </a:moveTo>
                <a:lnTo>
                  <a:pt x="0" y="9525"/>
                </a:lnTo>
                <a:lnTo>
                  <a:pt x="0" y="0"/>
                </a:lnTo>
                <a:lnTo>
                  <a:pt x="9525" y="0"/>
                </a:lnTo>
                <a:lnTo>
                  <a:pt x="9525" y="9525"/>
                </a:lnTo>
                <a:close/>
              </a:path>
            </a:pathLst>
          </a:custGeom>
          <a:solidFill>
            <a:srgbClr val="C7C6C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10" name="object 410"/>
          <p:cNvSpPr/>
          <p:nvPr/>
        </p:nvSpPr>
        <p:spPr>
          <a:xfrm>
            <a:off x="7305676" y="2317027"/>
            <a:ext cx="9525" cy="9525"/>
          </a:xfrm>
          <a:custGeom>
            <a:avLst/>
            <a:gdLst/>
            <a:ahLst/>
            <a:cxnLst/>
            <a:rect l="l" t="t" r="r" b="b"/>
            <a:pathLst>
              <a:path w="9525" h="9525">
                <a:moveTo>
                  <a:pt x="9525" y="9525"/>
                </a:moveTo>
                <a:lnTo>
                  <a:pt x="0" y="9525"/>
                </a:lnTo>
                <a:lnTo>
                  <a:pt x="0" y="0"/>
                </a:lnTo>
                <a:lnTo>
                  <a:pt x="9525" y="0"/>
                </a:lnTo>
                <a:lnTo>
                  <a:pt x="9525" y="9525"/>
                </a:lnTo>
                <a:close/>
              </a:path>
            </a:pathLst>
          </a:custGeom>
          <a:solidFill>
            <a:srgbClr val="C7C6C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11" name="object 411"/>
          <p:cNvSpPr/>
          <p:nvPr/>
        </p:nvSpPr>
        <p:spPr>
          <a:xfrm>
            <a:off x="7362826" y="2317027"/>
            <a:ext cx="9525" cy="9525"/>
          </a:xfrm>
          <a:custGeom>
            <a:avLst/>
            <a:gdLst/>
            <a:ahLst/>
            <a:cxnLst/>
            <a:rect l="l" t="t" r="r" b="b"/>
            <a:pathLst>
              <a:path w="9525" h="9525">
                <a:moveTo>
                  <a:pt x="9525" y="9525"/>
                </a:moveTo>
                <a:lnTo>
                  <a:pt x="0" y="9525"/>
                </a:lnTo>
                <a:lnTo>
                  <a:pt x="0" y="0"/>
                </a:lnTo>
                <a:lnTo>
                  <a:pt x="9525" y="0"/>
                </a:lnTo>
                <a:lnTo>
                  <a:pt x="9525" y="9525"/>
                </a:lnTo>
                <a:close/>
              </a:path>
            </a:pathLst>
          </a:custGeom>
          <a:solidFill>
            <a:srgbClr val="C7C6C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12" name="object 412"/>
          <p:cNvSpPr/>
          <p:nvPr/>
        </p:nvSpPr>
        <p:spPr>
          <a:xfrm>
            <a:off x="7419976" y="2317027"/>
            <a:ext cx="9525" cy="9525"/>
          </a:xfrm>
          <a:custGeom>
            <a:avLst/>
            <a:gdLst/>
            <a:ahLst/>
            <a:cxnLst/>
            <a:rect l="l" t="t" r="r" b="b"/>
            <a:pathLst>
              <a:path w="9525" h="9525">
                <a:moveTo>
                  <a:pt x="9525" y="9525"/>
                </a:moveTo>
                <a:lnTo>
                  <a:pt x="0" y="9525"/>
                </a:lnTo>
                <a:lnTo>
                  <a:pt x="0" y="0"/>
                </a:lnTo>
                <a:lnTo>
                  <a:pt x="9525" y="0"/>
                </a:lnTo>
                <a:lnTo>
                  <a:pt x="9525" y="9525"/>
                </a:lnTo>
                <a:close/>
              </a:path>
            </a:pathLst>
          </a:custGeom>
          <a:solidFill>
            <a:srgbClr val="C7C6C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13" name="object 413"/>
          <p:cNvSpPr/>
          <p:nvPr/>
        </p:nvSpPr>
        <p:spPr>
          <a:xfrm>
            <a:off x="7477126" y="2317027"/>
            <a:ext cx="9525" cy="9525"/>
          </a:xfrm>
          <a:custGeom>
            <a:avLst/>
            <a:gdLst/>
            <a:ahLst/>
            <a:cxnLst/>
            <a:rect l="l" t="t" r="r" b="b"/>
            <a:pathLst>
              <a:path w="9525" h="9525">
                <a:moveTo>
                  <a:pt x="9525" y="9525"/>
                </a:moveTo>
                <a:lnTo>
                  <a:pt x="0" y="9525"/>
                </a:lnTo>
                <a:lnTo>
                  <a:pt x="0" y="0"/>
                </a:lnTo>
                <a:lnTo>
                  <a:pt x="9525" y="0"/>
                </a:lnTo>
                <a:lnTo>
                  <a:pt x="9525" y="9525"/>
                </a:lnTo>
                <a:close/>
              </a:path>
            </a:pathLst>
          </a:custGeom>
          <a:solidFill>
            <a:srgbClr val="C7C6C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14" name="object 414"/>
          <p:cNvSpPr/>
          <p:nvPr/>
        </p:nvSpPr>
        <p:spPr>
          <a:xfrm>
            <a:off x="7534276" y="2317027"/>
            <a:ext cx="9525" cy="9525"/>
          </a:xfrm>
          <a:custGeom>
            <a:avLst/>
            <a:gdLst/>
            <a:ahLst/>
            <a:cxnLst/>
            <a:rect l="l" t="t" r="r" b="b"/>
            <a:pathLst>
              <a:path w="9525" h="9525">
                <a:moveTo>
                  <a:pt x="9525" y="9525"/>
                </a:moveTo>
                <a:lnTo>
                  <a:pt x="0" y="9525"/>
                </a:lnTo>
                <a:lnTo>
                  <a:pt x="0" y="0"/>
                </a:lnTo>
                <a:lnTo>
                  <a:pt x="9525" y="0"/>
                </a:lnTo>
                <a:lnTo>
                  <a:pt x="9525" y="9525"/>
                </a:lnTo>
                <a:close/>
              </a:path>
            </a:pathLst>
          </a:custGeom>
          <a:solidFill>
            <a:srgbClr val="C7C6C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15" name="object 415"/>
          <p:cNvSpPr/>
          <p:nvPr/>
        </p:nvSpPr>
        <p:spPr>
          <a:xfrm>
            <a:off x="7591426" y="2317027"/>
            <a:ext cx="9525" cy="9525"/>
          </a:xfrm>
          <a:custGeom>
            <a:avLst/>
            <a:gdLst/>
            <a:ahLst/>
            <a:cxnLst/>
            <a:rect l="l" t="t" r="r" b="b"/>
            <a:pathLst>
              <a:path w="9525" h="9525">
                <a:moveTo>
                  <a:pt x="9525" y="9525"/>
                </a:moveTo>
                <a:lnTo>
                  <a:pt x="0" y="9525"/>
                </a:lnTo>
                <a:lnTo>
                  <a:pt x="0" y="0"/>
                </a:lnTo>
                <a:lnTo>
                  <a:pt x="9525" y="0"/>
                </a:lnTo>
                <a:lnTo>
                  <a:pt x="9525" y="9525"/>
                </a:lnTo>
                <a:close/>
              </a:path>
            </a:pathLst>
          </a:custGeom>
          <a:solidFill>
            <a:srgbClr val="C7C6C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16" name="object 416"/>
          <p:cNvSpPr/>
          <p:nvPr/>
        </p:nvSpPr>
        <p:spPr>
          <a:xfrm>
            <a:off x="7648576" y="2317027"/>
            <a:ext cx="9525" cy="9525"/>
          </a:xfrm>
          <a:custGeom>
            <a:avLst/>
            <a:gdLst/>
            <a:ahLst/>
            <a:cxnLst/>
            <a:rect l="l" t="t" r="r" b="b"/>
            <a:pathLst>
              <a:path w="9525" h="9525">
                <a:moveTo>
                  <a:pt x="9525" y="9525"/>
                </a:moveTo>
                <a:lnTo>
                  <a:pt x="0" y="9525"/>
                </a:lnTo>
                <a:lnTo>
                  <a:pt x="0" y="0"/>
                </a:lnTo>
                <a:lnTo>
                  <a:pt x="9525" y="0"/>
                </a:lnTo>
                <a:lnTo>
                  <a:pt x="9525" y="9525"/>
                </a:lnTo>
                <a:close/>
              </a:path>
            </a:pathLst>
          </a:custGeom>
          <a:solidFill>
            <a:srgbClr val="C7C6C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17" name="object 417"/>
          <p:cNvSpPr/>
          <p:nvPr/>
        </p:nvSpPr>
        <p:spPr>
          <a:xfrm>
            <a:off x="7705726" y="2317027"/>
            <a:ext cx="9525" cy="9525"/>
          </a:xfrm>
          <a:custGeom>
            <a:avLst/>
            <a:gdLst/>
            <a:ahLst/>
            <a:cxnLst/>
            <a:rect l="l" t="t" r="r" b="b"/>
            <a:pathLst>
              <a:path w="9525" h="9525">
                <a:moveTo>
                  <a:pt x="9525" y="9525"/>
                </a:moveTo>
                <a:lnTo>
                  <a:pt x="0" y="9525"/>
                </a:lnTo>
                <a:lnTo>
                  <a:pt x="0" y="0"/>
                </a:lnTo>
                <a:lnTo>
                  <a:pt x="9525" y="0"/>
                </a:lnTo>
                <a:lnTo>
                  <a:pt x="9525" y="9525"/>
                </a:lnTo>
                <a:close/>
              </a:path>
            </a:pathLst>
          </a:custGeom>
          <a:solidFill>
            <a:srgbClr val="C7C6C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18" name="object 418"/>
          <p:cNvSpPr/>
          <p:nvPr/>
        </p:nvSpPr>
        <p:spPr>
          <a:xfrm>
            <a:off x="7762876" y="2317027"/>
            <a:ext cx="9525" cy="9525"/>
          </a:xfrm>
          <a:custGeom>
            <a:avLst/>
            <a:gdLst/>
            <a:ahLst/>
            <a:cxnLst/>
            <a:rect l="l" t="t" r="r" b="b"/>
            <a:pathLst>
              <a:path w="9525" h="9525">
                <a:moveTo>
                  <a:pt x="9525" y="9525"/>
                </a:moveTo>
                <a:lnTo>
                  <a:pt x="0" y="9525"/>
                </a:lnTo>
                <a:lnTo>
                  <a:pt x="0" y="0"/>
                </a:lnTo>
                <a:lnTo>
                  <a:pt x="9525" y="0"/>
                </a:lnTo>
                <a:lnTo>
                  <a:pt x="9525" y="9525"/>
                </a:lnTo>
                <a:close/>
              </a:path>
            </a:pathLst>
          </a:custGeom>
          <a:solidFill>
            <a:srgbClr val="C7C6C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19" name="object 419"/>
          <p:cNvSpPr/>
          <p:nvPr/>
        </p:nvSpPr>
        <p:spPr>
          <a:xfrm>
            <a:off x="7820026" y="2317027"/>
            <a:ext cx="9525" cy="9525"/>
          </a:xfrm>
          <a:custGeom>
            <a:avLst/>
            <a:gdLst/>
            <a:ahLst/>
            <a:cxnLst/>
            <a:rect l="l" t="t" r="r" b="b"/>
            <a:pathLst>
              <a:path w="9525" h="9525">
                <a:moveTo>
                  <a:pt x="9525" y="9525"/>
                </a:moveTo>
                <a:lnTo>
                  <a:pt x="0" y="9525"/>
                </a:lnTo>
                <a:lnTo>
                  <a:pt x="0" y="0"/>
                </a:lnTo>
                <a:lnTo>
                  <a:pt x="9525" y="0"/>
                </a:lnTo>
                <a:lnTo>
                  <a:pt x="9525" y="9525"/>
                </a:lnTo>
                <a:close/>
              </a:path>
            </a:pathLst>
          </a:custGeom>
          <a:solidFill>
            <a:srgbClr val="C7C6C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20" name="object 420"/>
          <p:cNvSpPr/>
          <p:nvPr/>
        </p:nvSpPr>
        <p:spPr>
          <a:xfrm>
            <a:off x="7877176" y="2317027"/>
            <a:ext cx="9525" cy="9525"/>
          </a:xfrm>
          <a:custGeom>
            <a:avLst/>
            <a:gdLst/>
            <a:ahLst/>
            <a:cxnLst/>
            <a:rect l="l" t="t" r="r" b="b"/>
            <a:pathLst>
              <a:path w="9525" h="9525">
                <a:moveTo>
                  <a:pt x="9525" y="9525"/>
                </a:moveTo>
                <a:lnTo>
                  <a:pt x="0" y="9525"/>
                </a:lnTo>
                <a:lnTo>
                  <a:pt x="0" y="0"/>
                </a:lnTo>
                <a:lnTo>
                  <a:pt x="9525" y="0"/>
                </a:lnTo>
                <a:lnTo>
                  <a:pt x="9525" y="9525"/>
                </a:lnTo>
                <a:close/>
              </a:path>
            </a:pathLst>
          </a:custGeom>
          <a:solidFill>
            <a:srgbClr val="C7C6C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21" name="object 421"/>
          <p:cNvSpPr/>
          <p:nvPr/>
        </p:nvSpPr>
        <p:spPr>
          <a:xfrm>
            <a:off x="7934326" y="2317027"/>
            <a:ext cx="9525" cy="9525"/>
          </a:xfrm>
          <a:custGeom>
            <a:avLst/>
            <a:gdLst/>
            <a:ahLst/>
            <a:cxnLst/>
            <a:rect l="l" t="t" r="r" b="b"/>
            <a:pathLst>
              <a:path w="9525" h="9525">
                <a:moveTo>
                  <a:pt x="9525" y="9525"/>
                </a:moveTo>
                <a:lnTo>
                  <a:pt x="0" y="9525"/>
                </a:lnTo>
                <a:lnTo>
                  <a:pt x="0" y="0"/>
                </a:lnTo>
                <a:lnTo>
                  <a:pt x="9525" y="0"/>
                </a:lnTo>
                <a:lnTo>
                  <a:pt x="9525" y="9525"/>
                </a:lnTo>
                <a:close/>
              </a:path>
            </a:pathLst>
          </a:custGeom>
          <a:solidFill>
            <a:srgbClr val="C7C6C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22" name="object 422"/>
          <p:cNvSpPr/>
          <p:nvPr/>
        </p:nvSpPr>
        <p:spPr>
          <a:xfrm>
            <a:off x="7991476" y="2317027"/>
            <a:ext cx="9525" cy="9525"/>
          </a:xfrm>
          <a:custGeom>
            <a:avLst/>
            <a:gdLst/>
            <a:ahLst/>
            <a:cxnLst/>
            <a:rect l="l" t="t" r="r" b="b"/>
            <a:pathLst>
              <a:path w="9525" h="9525">
                <a:moveTo>
                  <a:pt x="9525" y="9525"/>
                </a:moveTo>
                <a:lnTo>
                  <a:pt x="0" y="9525"/>
                </a:lnTo>
                <a:lnTo>
                  <a:pt x="0" y="0"/>
                </a:lnTo>
                <a:lnTo>
                  <a:pt x="9525" y="0"/>
                </a:lnTo>
                <a:lnTo>
                  <a:pt x="9525" y="9525"/>
                </a:lnTo>
                <a:close/>
              </a:path>
            </a:pathLst>
          </a:custGeom>
          <a:solidFill>
            <a:srgbClr val="C7C6C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23" name="object 423"/>
          <p:cNvSpPr/>
          <p:nvPr/>
        </p:nvSpPr>
        <p:spPr>
          <a:xfrm>
            <a:off x="8048626" y="2317027"/>
            <a:ext cx="9525" cy="9525"/>
          </a:xfrm>
          <a:custGeom>
            <a:avLst/>
            <a:gdLst/>
            <a:ahLst/>
            <a:cxnLst/>
            <a:rect l="l" t="t" r="r" b="b"/>
            <a:pathLst>
              <a:path w="9525" h="9525">
                <a:moveTo>
                  <a:pt x="9525" y="9525"/>
                </a:moveTo>
                <a:lnTo>
                  <a:pt x="0" y="9525"/>
                </a:lnTo>
                <a:lnTo>
                  <a:pt x="0" y="0"/>
                </a:lnTo>
                <a:lnTo>
                  <a:pt x="9525" y="0"/>
                </a:lnTo>
                <a:lnTo>
                  <a:pt x="9525" y="9525"/>
                </a:lnTo>
                <a:close/>
              </a:path>
            </a:pathLst>
          </a:custGeom>
          <a:solidFill>
            <a:srgbClr val="C7C6C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24" name="object 424"/>
          <p:cNvSpPr/>
          <p:nvPr/>
        </p:nvSpPr>
        <p:spPr>
          <a:xfrm>
            <a:off x="8105776" y="2317027"/>
            <a:ext cx="9525" cy="9525"/>
          </a:xfrm>
          <a:custGeom>
            <a:avLst/>
            <a:gdLst/>
            <a:ahLst/>
            <a:cxnLst/>
            <a:rect l="l" t="t" r="r" b="b"/>
            <a:pathLst>
              <a:path w="9525" h="9525">
                <a:moveTo>
                  <a:pt x="9525" y="9525"/>
                </a:moveTo>
                <a:lnTo>
                  <a:pt x="0" y="9525"/>
                </a:lnTo>
                <a:lnTo>
                  <a:pt x="0" y="0"/>
                </a:lnTo>
                <a:lnTo>
                  <a:pt x="9525" y="0"/>
                </a:lnTo>
                <a:lnTo>
                  <a:pt x="9525" y="9525"/>
                </a:lnTo>
                <a:close/>
              </a:path>
            </a:pathLst>
          </a:custGeom>
          <a:solidFill>
            <a:srgbClr val="C7C6C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25" name="object 425"/>
          <p:cNvSpPr/>
          <p:nvPr/>
        </p:nvSpPr>
        <p:spPr>
          <a:xfrm>
            <a:off x="8162926" y="2317027"/>
            <a:ext cx="9525" cy="9525"/>
          </a:xfrm>
          <a:custGeom>
            <a:avLst/>
            <a:gdLst/>
            <a:ahLst/>
            <a:cxnLst/>
            <a:rect l="l" t="t" r="r" b="b"/>
            <a:pathLst>
              <a:path w="9525" h="9525">
                <a:moveTo>
                  <a:pt x="9525" y="9525"/>
                </a:moveTo>
                <a:lnTo>
                  <a:pt x="0" y="9525"/>
                </a:lnTo>
                <a:lnTo>
                  <a:pt x="0" y="0"/>
                </a:lnTo>
                <a:lnTo>
                  <a:pt x="9525" y="0"/>
                </a:lnTo>
                <a:lnTo>
                  <a:pt x="9525" y="9525"/>
                </a:lnTo>
                <a:close/>
              </a:path>
            </a:pathLst>
          </a:custGeom>
          <a:solidFill>
            <a:srgbClr val="C7C6C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26" name="object 426"/>
          <p:cNvSpPr/>
          <p:nvPr/>
        </p:nvSpPr>
        <p:spPr>
          <a:xfrm>
            <a:off x="8220076" y="2317027"/>
            <a:ext cx="9525" cy="9525"/>
          </a:xfrm>
          <a:custGeom>
            <a:avLst/>
            <a:gdLst/>
            <a:ahLst/>
            <a:cxnLst/>
            <a:rect l="l" t="t" r="r" b="b"/>
            <a:pathLst>
              <a:path w="9525" h="9525">
                <a:moveTo>
                  <a:pt x="9525" y="9525"/>
                </a:moveTo>
                <a:lnTo>
                  <a:pt x="0" y="9525"/>
                </a:lnTo>
                <a:lnTo>
                  <a:pt x="0" y="0"/>
                </a:lnTo>
                <a:lnTo>
                  <a:pt x="9525" y="0"/>
                </a:lnTo>
                <a:lnTo>
                  <a:pt x="9525" y="9525"/>
                </a:lnTo>
                <a:close/>
              </a:path>
            </a:pathLst>
          </a:custGeom>
          <a:solidFill>
            <a:srgbClr val="C7C6C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27" name="object 427"/>
          <p:cNvSpPr/>
          <p:nvPr/>
        </p:nvSpPr>
        <p:spPr>
          <a:xfrm>
            <a:off x="8277226" y="2317027"/>
            <a:ext cx="9525" cy="9525"/>
          </a:xfrm>
          <a:custGeom>
            <a:avLst/>
            <a:gdLst/>
            <a:ahLst/>
            <a:cxnLst/>
            <a:rect l="l" t="t" r="r" b="b"/>
            <a:pathLst>
              <a:path w="9525" h="9525">
                <a:moveTo>
                  <a:pt x="9525" y="9525"/>
                </a:moveTo>
                <a:lnTo>
                  <a:pt x="0" y="9525"/>
                </a:lnTo>
                <a:lnTo>
                  <a:pt x="0" y="0"/>
                </a:lnTo>
                <a:lnTo>
                  <a:pt x="9525" y="0"/>
                </a:lnTo>
                <a:lnTo>
                  <a:pt x="9525" y="9525"/>
                </a:lnTo>
                <a:close/>
              </a:path>
            </a:pathLst>
          </a:custGeom>
          <a:solidFill>
            <a:srgbClr val="C7C6C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28" name="object 428"/>
          <p:cNvSpPr/>
          <p:nvPr/>
        </p:nvSpPr>
        <p:spPr>
          <a:xfrm>
            <a:off x="8334376" y="2317027"/>
            <a:ext cx="9525" cy="9525"/>
          </a:xfrm>
          <a:custGeom>
            <a:avLst/>
            <a:gdLst/>
            <a:ahLst/>
            <a:cxnLst/>
            <a:rect l="l" t="t" r="r" b="b"/>
            <a:pathLst>
              <a:path w="9525" h="9525">
                <a:moveTo>
                  <a:pt x="9525" y="9525"/>
                </a:moveTo>
                <a:lnTo>
                  <a:pt x="0" y="9525"/>
                </a:lnTo>
                <a:lnTo>
                  <a:pt x="0" y="0"/>
                </a:lnTo>
                <a:lnTo>
                  <a:pt x="9525" y="0"/>
                </a:lnTo>
                <a:lnTo>
                  <a:pt x="9525" y="9525"/>
                </a:lnTo>
                <a:close/>
              </a:path>
            </a:pathLst>
          </a:custGeom>
          <a:solidFill>
            <a:srgbClr val="C7C6C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29" name="object 429"/>
          <p:cNvSpPr/>
          <p:nvPr/>
        </p:nvSpPr>
        <p:spPr>
          <a:xfrm>
            <a:off x="8391526" y="2317027"/>
            <a:ext cx="9525" cy="9525"/>
          </a:xfrm>
          <a:custGeom>
            <a:avLst/>
            <a:gdLst/>
            <a:ahLst/>
            <a:cxnLst/>
            <a:rect l="l" t="t" r="r" b="b"/>
            <a:pathLst>
              <a:path w="9525" h="9525">
                <a:moveTo>
                  <a:pt x="9525" y="9525"/>
                </a:moveTo>
                <a:lnTo>
                  <a:pt x="0" y="9525"/>
                </a:lnTo>
                <a:lnTo>
                  <a:pt x="0" y="0"/>
                </a:lnTo>
                <a:lnTo>
                  <a:pt x="9525" y="0"/>
                </a:lnTo>
                <a:lnTo>
                  <a:pt x="9525" y="9525"/>
                </a:lnTo>
                <a:close/>
              </a:path>
            </a:pathLst>
          </a:custGeom>
          <a:solidFill>
            <a:srgbClr val="C7C6C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30" name="object 430"/>
          <p:cNvSpPr/>
          <p:nvPr/>
        </p:nvSpPr>
        <p:spPr>
          <a:xfrm>
            <a:off x="8448676" y="2317027"/>
            <a:ext cx="9525" cy="9525"/>
          </a:xfrm>
          <a:custGeom>
            <a:avLst/>
            <a:gdLst/>
            <a:ahLst/>
            <a:cxnLst/>
            <a:rect l="l" t="t" r="r" b="b"/>
            <a:pathLst>
              <a:path w="9525" h="9525">
                <a:moveTo>
                  <a:pt x="9525" y="9525"/>
                </a:moveTo>
                <a:lnTo>
                  <a:pt x="0" y="9525"/>
                </a:lnTo>
                <a:lnTo>
                  <a:pt x="0" y="0"/>
                </a:lnTo>
                <a:lnTo>
                  <a:pt x="9525" y="0"/>
                </a:lnTo>
                <a:lnTo>
                  <a:pt x="9525" y="9525"/>
                </a:lnTo>
                <a:close/>
              </a:path>
            </a:pathLst>
          </a:custGeom>
          <a:solidFill>
            <a:srgbClr val="C7C6C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31" name="object 431"/>
          <p:cNvSpPr/>
          <p:nvPr/>
        </p:nvSpPr>
        <p:spPr>
          <a:xfrm>
            <a:off x="8505826" y="2317027"/>
            <a:ext cx="9525" cy="9525"/>
          </a:xfrm>
          <a:custGeom>
            <a:avLst/>
            <a:gdLst/>
            <a:ahLst/>
            <a:cxnLst/>
            <a:rect l="l" t="t" r="r" b="b"/>
            <a:pathLst>
              <a:path w="9525" h="9525">
                <a:moveTo>
                  <a:pt x="9525" y="9525"/>
                </a:moveTo>
                <a:lnTo>
                  <a:pt x="0" y="9525"/>
                </a:lnTo>
                <a:lnTo>
                  <a:pt x="0" y="0"/>
                </a:lnTo>
                <a:lnTo>
                  <a:pt x="9525" y="0"/>
                </a:lnTo>
                <a:lnTo>
                  <a:pt x="9525" y="9525"/>
                </a:lnTo>
                <a:close/>
              </a:path>
            </a:pathLst>
          </a:custGeom>
          <a:solidFill>
            <a:srgbClr val="C7C6C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32" name="object 432"/>
          <p:cNvSpPr/>
          <p:nvPr/>
        </p:nvSpPr>
        <p:spPr>
          <a:xfrm>
            <a:off x="8562976" y="2317027"/>
            <a:ext cx="9525" cy="9525"/>
          </a:xfrm>
          <a:custGeom>
            <a:avLst/>
            <a:gdLst/>
            <a:ahLst/>
            <a:cxnLst/>
            <a:rect l="l" t="t" r="r" b="b"/>
            <a:pathLst>
              <a:path w="9525" h="9525">
                <a:moveTo>
                  <a:pt x="9525" y="9525"/>
                </a:moveTo>
                <a:lnTo>
                  <a:pt x="0" y="9525"/>
                </a:lnTo>
                <a:lnTo>
                  <a:pt x="0" y="0"/>
                </a:lnTo>
                <a:lnTo>
                  <a:pt x="9525" y="0"/>
                </a:lnTo>
                <a:lnTo>
                  <a:pt x="9525" y="9525"/>
                </a:lnTo>
                <a:close/>
              </a:path>
            </a:pathLst>
          </a:custGeom>
          <a:solidFill>
            <a:srgbClr val="C7C6C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33" name="object 433"/>
          <p:cNvSpPr/>
          <p:nvPr/>
        </p:nvSpPr>
        <p:spPr>
          <a:xfrm>
            <a:off x="8620126" y="2317027"/>
            <a:ext cx="9525" cy="9525"/>
          </a:xfrm>
          <a:custGeom>
            <a:avLst/>
            <a:gdLst/>
            <a:ahLst/>
            <a:cxnLst/>
            <a:rect l="l" t="t" r="r" b="b"/>
            <a:pathLst>
              <a:path w="9525" h="9525">
                <a:moveTo>
                  <a:pt x="9525" y="9525"/>
                </a:moveTo>
                <a:lnTo>
                  <a:pt x="0" y="9525"/>
                </a:lnTo>
                <a:lnTo>
                  <a:pt x="0" y="0"/>
                </a:lnTo>
                <a:lnTo>
                  <a:pt x="9525" y="0"/>
                </a:lnTo>
                <a:lnTo>
                  <a:pt x="9525" y="9525"/>
                </a:lnTo>
                <a:close/>
              </a:path>
            </a:pathLst>
          </a:custGeom>
          <a:solidFill>
            <a:srgbClr val="C7C6C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34" name="object 434"/>
          <p:cNvSpPr/>
          <p:nvPr/>
        </p:nvSpPr>
        <p:spPr>
          <a:xfrm>
            <a:off x="8677276" y="2317027"/>
            <a:ext cx="9525" cy="9525"/>
          </a:xfrm>
          <a:custGeom>
            <a:avLst/>
            <a:gdLst/>
            <a:ahLst/>
            <a:cxnLst/>
            <a:rect l="l" t="t" r="r" b="b"/>
            <a:pathLst>
              <a:path w="9525" h="9525">
                <a:moveTo>
                  <a:pt x="9525" y="9525"/>
                </a:moveTo>
                <a:lnTo>
                  <a:pt x="0" y="9525"/>
                </a:lnTo>
                <a:lnTo>
                  <a:pt x="0" y="0"/>
                </a:lnTo>
                <a:lnTo>
                  <a:pt x="9525" y="0"/>
                </a:lnTo>
                <a:lnTo>
                  <a:pt x="9525" y="9525"/>
                </a:lnTo>
                <a:close/>
              </a:path>
            </a:pathLst>
          </a:custGeom>
          <a:solidFill>
            <a:srgbClr val="C7C6C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35" name="object 435"/>
          <p:cNvSpPr/>
          <p:nvPr/>
        </p:nvSpPr>
        <p:spPr>
          <a:xfrm>
            <a:off x="8734426" y="2317027"/>
            <a:ext cx="9525" cy="9525"/>
          </a:xfrm>
          <a:custGeom>
            <a:avLst/>
            <a:gdLst/>
            <a:ahLst/>
            <a:cxnLst/>
            <a:rect l="l" t="t" r="r" b="b"/>
            <a:pathLst>
              <a:path w="9525" h="9525">
                <a:moveTo>
                  <a:pt x="9525" y="9525"/>
                </a:moveTo>
                <a:lnTo>
                  <a:pt x="0" y="9525"/>
                </a:lnTo>
                <a:lnTo>
                  <a:pt x="0" y="0"/>
                </a:lnTo>
                <a:lnTo>
                  <a:pt x="9525" y="0"/>
                </a:lnTo>
                <a:lnTo>
                  <a:pt x="9525" y="9525"/>
                </a:lnTo>
                <a:close/>
              </a:path>
            </a:pathLst>
          </a:custGeom>
          <a:solidFill>
            <a:srgbClr val="C7C6C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36" name="object 436"/>
          <p:cNvSpPr/>
          <p:nvPr/>
        </p:nvSpPr>
        <p:spPr>
          <a:xfrm>
            <a:off x="8791576" y="2317027"/>
            <a:ext cx="9525" cy="9525"/>
          </a:xfrm>
          <a:custGeom>
            <a:avLst/>
            <a:gdLst/>
            <a:ahLst/>
            <a:cxnLst/>
            <a:rect l="l" t="t" r="r" b="b"/>
            <a:pathLst>
              <a:path w="9525" h="9525">
                <a:moveTo>
                  <a:pt x="9525" y="9525"/>
                </a:moveTo>
                <a:lnTo>
                  <a:pt x="0" y="9525"/>
                </a:lnTo>
                <a:lnTo>
                  <a:pt x="0" y="0"/>
                </a:lnTo>
                <a:lnTo>
                  <a:pt x="9525" y="0"/>
                </a:lnTo>
                <a:lnTo>
                  <a:pt x="9525" y="9525"/>
                </a:lnTo>
                <a:close/>
              </a:path>
            </a:pathLst>
          </a:custGeom>
          <a:solidFill>
            <a:srgbClr val="C7C6C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37" name="object 437"/>
          <p:cNvSpPr/>
          <p:nvPr/>
        </p:nvSpPr>
        <p:spPr>
          <a:xfrm>
            <a:off x="8848726" y="2317027"/>
            <a:ext cx="9525" cy="9525"/>
          </a:xfrm>
          <a:custGeom>
            <a:avLst/>
            <a:gdLst/>
            <a:ahLst/>
            <a:cxnLst/>
            <a:rect l="l" t="t" r="r" b="b"/>
            <a:pathLst>
              <a:path w="9525" h="9525">
                <a:moveTo>
                  <a:pt x="9525" y="9525"/>
                </a:moveTo>
                <a:lnTo>
                  <a:pt x="0" y="9525"/>
                </a:lnTo>
                <a:lnTo>
                  <a:pt x="0" y="0"/>
                </a:lnTo>
                <a:lnTo>
                  <a:pt x="9525" y="0"/>
                </a:lnTo>
                <a:lnTo>
                  <a:pt x="9525" y="9525"/>
                </a:lnTo>
                <a:close/>
              </a:path>
            </a:pathLst>
          </a:custGeom>
          <a:solidFill>
            <a:srgbClr val="C7C6C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38" name="object 438"/>
          <p:cNvSpPr/>
          <p:nvPr/>
        </p:nvSpPr>
        <p:spPr>
          <a:xfrm>
            <a:off x="8905876" y="2317027"/>
            <a:ext cx="9525" cy="9525"/>
          </a:xfrm>
          <a:custGeom>
            <a:avLst/>
            <a:gdLst/>
            <a:ahLst/>
            <a:cxnLst/>
            <a:rect l="l" t="t" r="r" b="b"/>
            <a:pathLst>
              <a:path w="9525" h="9525">
                <a:moveTo>
                  <a:pt x="9525" y="9525"/>
                </a:moveTo>
                <a:lnTo>
                  <a:pt x="0" y="9525"/>
                </a:lnTo>
                <a:lnTo>
                  <a:pt x="0" y="0"/>
                </a:lnTo>
                <a:lnTo>
                  <a:pt x="9525" y="0"/>
                </a:lnTo>
                <a:lnTo>
                  <a:pt x="9525" y="9525"/>
                </a:lnTo>
                <a:close/>
              </a:path>
            </a:pathLst>
          </a:custGeom>
          <a:solidFill>
            <a:srgbClr val="C7C6C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39" name="object 439"/>
          <p:cNvSpPr/>
          <p:nvPr/>
        </p:nvSpPr>
        <p:spPr>
          <a:xfrm>
            <a:off x="8963026" y="2317027"/>
            <a:ext cx="9525" cy="9525"/>
          </a:xfrm>
          <a:custGeom>
            <a:avLst/>
            <a:gdLst/>
            <a:ahLst/>
            <a:cxnLst/>
            <a:rect l="l" t="t" r="r" b="b"/>
            <a:pathLst>
              <a:path w="9525" h="9525">
                <a:moveTo>
                  <a:pt x="9525" y="9525"/>
                </a:moveTo>
                <a:lnTo>
                  <a:pt x="0" y="9525"/>
                </a:lnTo>
                <a:lnTo>
                  <a:pt x="0" y="0"/>
                </a:lnTo>
                <a:lnTo>
                  <a:pt x="9525" y="0"/>
                </a:lnTo>
                <a:lnTo>
                  <a:pt x="9525" y="9525"/>
                </a:lnTo>
                <a:close/>
              </a:path>
            </a:pathLst>
          </a:custGeom>
          <a:solidFill>
            <a:srgbClr val="C7C6C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40" name="object 440"/>
          <p:cNvSpPr/>
          <p:nvPr/>
        </p:nvSpPr>
        <p:spPr>
          <a:xfrm>
            <a:off x="9020176" y="2317027"/>
            <a:ext cx="9525" cy="9525"/>
          </a:xfrm>
          <a:custGeom>
            <a:avLst/>
            <a:gdLst/>
            <a:ahLst/>
            <a:cxnLst/>
            <a:rect l="l" t="t" r="r" b="b"/>
            <a:pathLst>
              <a:path w="9525" h="9525">
                <a:moveTo>
                  <a:pt x="9525" y="9525"/>
                </a:moveTo>
                <a:lnTo>
                  <a:pt x="0" y="9525"/>
                </a:lnTo>
                <a:lnTo>
                  <a:pt x="0" y="0"/>
                </a:lnTo>
                <a:lnTo>
                  <a:pt x="9525" y="0"/>
                </a:lnTo>
                <a:lnTo>
                  <a:pt x="9525" y="9525"/>
                </a:lnTo>
                <a:close/>
              </a:path>
            </a:pathLst>
          </a:custGeom>
          <a:solidFill>
            <a:srgbClr val="C7C6C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41" name="object 441"/>
          <p:cNvSpPr/>
          <p:nvPr/>
        </p:nvSpPr>
        <p:spPr>
          <a:xfrm>
            <a:off x="9077326" y="2317027"/>
            <a:ext cx="9525" cy="9525"/>
          </a:xfrm>
          <a:custGeom>
            <a:avLst/>
            <a:gdLst/>
            <a:ahLst/>
            <a:cxnLst/>
            <a:rect l="l" t="t" r="r" b="b"/>
            <a:pathLst>
              <a:path w="9525" h="9525">
                <a:moveTo>
                  <a:pt x="9525" y="9525"/>
                </a:moveTo>
                <a:lnTo>
                  <a:pt x="0" y="9525"/>
                </a:lnTo>
                <a:lnTo>
                  <a:pt x="0" y="0"/>
                </a:lnTo>
                <a:lnTo>
                  <a:pt x="9525" y="0"/>
                </a:lnTo>
                <a:lnTo>
                  <a:pt x="9525" y="9525"/>
                </a:lnTo>
                <a:close/>
              </a:path>
            </a:pathLst>
          </a:custGeom>
          <a:solidFill>
            <a:srgbClr val="C7C6C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42" name="object 442"/>
          <p:cNvSpPr/>
          <p:nvPr/>
        </p:nvSpPr>
        <p:spPr>
          <a:xfrm>
            <a:off x="9134476" y="2317027"/>
            <a:ext cx="9525" cy="9525"/>
          </a:xfrm>
          <a:custGeom>
            <a:avLst/>
            <a:gdLst/>
            <a:ahLst/>
            <a:cxnLst/>
            <a:rect l="l" t="t" r="r" b="b"/>
            <a:pathLst>
              <a:path w="9525" h="9525">
                <a:moveTo>
                  <a:pt x="9525" y="9525"/>
                </a:moveTo>
                <a:lnTo>
                  <a:pt x="0" y="9525"/>
                </a:lnTo>
                <a:lnTo>
                  <a:pt x="0" y="0"/>
                </a:lnTo>
                <a:lnTo>
                  <a:pt x="9525" y="0"/>
                </a:lnTo>
                <a:lnTo>
                  <a:pt x="9525" y="9525"/>
                </a:lnTo>
                <a:close/>
              </a:path>
            </a:pathLst>
          </a:custGeom>
          <a:solidFill>
            <a:srgbClr val="C7C6C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43" name="object 443"/>
          <p:cNvSpPr/>
          <p:nvPr/>
        </p:nvSpPr>
        <p:spPr>
          <a:xfrm>
            <a:off x="9191626" y="2317027"/>
            <a:ext cx="9525" cy="9525"/>
          </a:xfrm>
          <a:custGeom>
            <a:avLst/>
            <a:gdLst/>
            <a:ahLst/>
            <a:cxnLst/>
            <a:rect l="l" t="t" r="r" b="b"/>
            <a:pathLst>
              <a:path w="9525" h="9525">
                <a:moveTo>
                  <a:pt x="9525" y="9525"/>
                </a:moveTo>
                <a:lnTo>
                  <a:pt x="0" y="9525"/>
                </a:lnTo>
                <a:lnTo>
                  <a:pt x="0" y="0"/>
                </a:lnTo>
                <a:lnTo>
                  <a:pt x="9525" y="0"/>
                </a:lnTo>
                <a:lnTo>
                  <a:pt x="9525" y="9525"/>
                </a:lnTo>
                <a:close/>
              </a:path>
            </a:pathLst>
          </a:custGeom>
          <a:solidFill>
            <a:srgbClr val="C7C6C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44" name="object 444"/>
          <p:cNvSpPr/>
          <p:nvPr/>
        </p:nvSpPr>
        <p:spPr>
          <a:xfrm>
            <a:off x="9248776" y="2317027"/>
            <a:ext cx="9525" cy="9525"/>
          </a:xfrm>
          <a:custGeom>
            <a:avLst/>
            <a:gdLst/>
            <a:ahLst/>
            <a:cxnLst/>
            <a:rect l="l" t="t" r="r" b="b"/>
            <a:pathLst>
              <a:path w="9525" h="9525">
                <a:moveTo>
                  <a:pt x="9525" y="9525"/>
                </a:moveTo>
                <a:lnTo>
                  <a:pt x="0" y="9525"/>
                </a:lnTo>
                <a:lnTo>
                  <a:pt x="0" y="0"/>
                </a:lnTo>
                <a:lnTo>
                  <a:pt x="9525" y="0"/>
                </a:lnTo>
                <a:lnTo>
                  <a:pt x="9525" y="9525"/>
                </a:lnTo>
                <a:close/>
              </a:path>
            </a:pathLst>
          </a:custGeom>
          <a:solidFill>
            <a:srgbClr val="C7C6C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45" name="object 445"/>
          <p:cNvSpPr/>
          <p:nvPr/>
        </p:nvSpPr>
        <p:spPr>
          <a:xfrm>
            <a:off x="9305926" y="2317027"/>
            <a:ext cx="9525" cy="9525"/>
          </a:xfrm>
          <a:custGeom>
            <a:avLst/>
            <a:gdLst/>
            <a:ahLst/>
            <a:cxnLst/>
            <a:rect l="l" t="t" r="r" b="b"/>
            <a:pathLst>
              <a:path w="9525" h="9525">
                <a:moveTo>
                  <a:pt x="9525" y="9525"/>
                </a:moveTo>
                <a:lnTo>
                  <a:pt x="0" y="9525"/>
                </a:lnTo>
                <a:lnTo>
                  <a:pt x="0" y="0"/>
                </a:lnTo>
                <a:lnTo>
                  <a:pt x="9525" y="0"/>
                </a:lnTo>
                <a:lnTo>
                  <a:pt x="9525" y="9525"/>
                </a:lnTo>
                <a:close/>
              </a:path>
            </a:pathLst>
          </a:custGeom>
          <a:solidFill>
            <a:srgbClr val="C7C6C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46" name="object 446"/>
          <p:cNvSpPr/>
          <p:nvPr/>
        </p:nvSpPr>
        <p:spPr>
          <a:xfrm>
            <a:off x="9363076" y="2317027"/>
            <a:ext cx="9525" cy="9525"/>
          </a:xfrm>
          <a:custGeom>
            <a:avLst/>
            <a:gdLst/>
            <a:ahLst/>
            <a:cxnLst/>
            <a:rect l="l" t="t" r="r" b="b"/>
            <a:pathLst>
              <a:path w="9525" h="9525">
                <a:moveTo>
                  <a:pt x="9525" y="9525"/>
                </a:moveTo>
                <a:lnTo>
                  <a:pt x="0" y="9525"/>
                </a:lnTo>
                <a:lnTo>
                  <a:pt x="0" y="0"/>
                </a:lnTo>
                <a:lnTo>
                  <a:pt x="9525" y="0"/>
                </a:lnTo>
                <a:lnTo>
                  <a:pt x="9525" y="9525"/>
                </a:lnTo>
                <a:close/>
              </a:path>
            </a:pathLst>
          </a:custGeom>
          <a:solidFill>
            <a:srgbClr val="C7C6C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47" name="object 447"/>
          <p:cNvSpPr/>
          <p:nvPr/>
        </p:nvSpPr>
        <p:spPr>
          <a:xfrm>
            <a:off x="9420226" y="2317027"/>
            <a:ext cx="9525" cy="9525"/>
          </a:xfrm>
          <a:custGeom>
            <a:avLst/>
            <a:gdLst/>
            <a:ahLst/>
            <a:cxnLst/>
            <a:rect l="l" t="t" r="r" b="b"/>
            <a:pathLst>
              <a:path w="9525" h="9525">
                <a:moveTo>
                  <a:pt x="9525" y="9525"/>
                </a:moveTo>
                <a:lnTo>
                  <a:pt x="0" y="9525"/>
                </a:lnTo>
                <a:lnTo>
                  <a:pt x="0" y="0"/>
                </a:lnTo>
                <a:lnTo>
                  <a:pt x="9525" y="0"/>
                </a:lnTo>
                <a:lnTo>
                  <a:pt x="9525" y="9525"/>
                </a:lnTo>
                <a:close/>
              </a:path>
            </a:pathLst>
          </a:custGeom>
          <a:solidFill>
            <a:srgbClr val="C7C6C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48" name="object 448"/>
          <p:cNvSpPr/>
          <p:nvPr/>
        </p:nvSpPr>
        <p:spPr>
          <a:xfrm>
            <a:off x="9477376" y="2317027"/>
            <a:ext cx="9525" cy="9525"/>
          </a:xfrm>
          <a:custGeom>
            <a:avLst/>
            <a:gdLst/>
            <a:ahLst/>
            <a:cxnLst/>
            <a:rect l="l" t="t" r="r" b="b"/>
            <a:pathLst>
              <a:path w="9525" h="9525">
                <a:moveTo>
                  <a:pt x="9525" y="9525"/>
                </a:moveTo>
                <a:lnTo>
                  <a:pt x="0" y="9525"/>
                </a:lnTo>
                <a:lnTo>
                  <a:pt x="0" y="0"/>
                </a:lnTo>
                <a:lnTo>
                  <a:pt x="9525" y="0"/>
                </a:lnTo>
                <a:lnTo>
                  <a:pt x="9525" y="9525"/>
                </a:lnTo>
                <a:close/>
              </a:path>
            </a:pathLst>
          </a:custGeom>
          <a:solidFill>
            <a:srgbClr val="C7C6C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49" name="object 449"/>
          <p:cNvSpPr/>
          <p:nvPr/>
        </p:nvSpPr>
        <p:spPr>
          <a:xfrm>
            <a:off x="9534526" y="2317027"/>
            <a:ext cx="9525" cy="9525"/>
          </a:xfrm>
          <a:custGeom>
            <a:avLst/>
            <a:gdLst/>
            <a:ahLst/>
            <a:cxnLst/>
            <a:rect l="l" t="t" r="r" b="b"/>
            <a:pathLst>
              <a:path w="9525" h="9525">
                <a:moveTo>
                  <a:pt x="9525" y="9525"/>
                </a:moveTo>
                <a:lnTo>
                  <a:pt x="0" y="9525"/>
                </a:lnTo>
                <a:lnTo>
                  <a:pt x="0" y="0"/>
                </a:lnTo>
                <a:lnTo>
                  <a:pt x="9525" y="0"/>
                </a:lnTo>
                <a:lnTo>
                  <a:pt x="9525" y="9525"/>
                </a:lnTo>
                <a:close/>
              </a:path>
            </a:pathLst>
          </a:custGeom>
          <a:solidFill>
            <a:srgbClr val="C7C6C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50" name="object 450"/>
          <p:cNvSpPr/>
          <p:nvPr/>
        </p:nvSpPr>
        <p:spPr>
          <a:xfrm>
            <a:off x="9591676" y="2317027"/>
            <a:ext cx="9525" cy="9525"/>
          </a:xfrm>
          <a:custGeom>
            <a:avLst/>
            <a:gdLst/>
            <a:ahLst/>
            <a:cxnLst/>
            <a:rect l="l" t="t" r="r" b="b"/>
            <a:pathLst>
              <a:path w="9525" h="9525">
                <a:moveTo>
                  <a:pt x="9525" y="9525"/>
                </a:moveTo>
                <a:lnTo>
                  <a:pt x="0" y="9525"/>
                </a:lnTo>
                <a:lnTo>
                  <a:pt x="0" y="0"/>
                </a:lnTo>
                <a:lnTo>
                  <a:pt x="9525" y="0"/>
                </a:lnTo>
                <a:lnTo>
                  <a:pt x="9525" y="9525"/>
                </a:lnTo>
                <a:close/>
              </a:path>
            </a:pathLst>
          </a:custGeom>
          <a:solidFill>
            <a:srgbClr val="C7C6C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51" name="object 451"/>
          <p:cNvSpPr/>
          <p:nvPr/>
        </p:nvSpPr>
        <p:spPr>
          <a:xfrm>
            <a:off x="9648826" y="2317027"/>
            <a:ext cx="9525" cy="9525"/>
          </a:xfrm>
          <a:custGeom>
            <a:avLst/>
            <a:gdLst/>
            <a:ahLst/>
            <a:cxnLst/>
            <a:rect l="l" t="t" r="r" b="b"/>
            <a:pathLst>
              <a:path w="9525" h="9525">
                <a:moveTo>
                  <a:pt x="9525" y="9525"/>
                </a:moveTo>
                <a:lnTo>
                  <a:pt x="0" y="9525"/>
                </a:lnTo>
                <a:lnTo>
                  <a:pt x="0" y="0"/>
                </a:lnTo>
                <a:lnTo>
                  <a:pt x="9525" y="0"/>
                </a:lnTo>
                <a:lnTo>
                  <a:pt x="9525" y="9525"/>
                </a:lnTo>
                <a:close/>
              </a:path>
            </a:pathLst>
          </a:custGeom>
          <a:solidFill>
            <a:srgbClr val="C7C6C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52" name="object 452"/>
          <p:cNvSpPr/>
          <p:nvPr/>
        </p:nvSpPr>
        <p:spPr>
          <a:xfrm>
            <a:off x="9705976" y="2317027"/>
            <a:ext cx="9525" cy="9525"/>
          </a:xfrm>
          <a:custGeom>
            <a:avLst/>
            <a:gdLst/>
            <a:ahLst/>
            <a:cxnLst/>
            <a:rect l="l" t="t" r="r" b="b"/>
            <a:pathLst>
              <a:path w="9525" h="9525">
                <a:moveTo>
                  <a:pt x="9525" y="9525"/>
                </a:moveTo>
                <a:lnTo>
                  <a:pt x="0" y="9525"/>
                </a:lnTo>
                <a:lnTo>
                  <a:pt x="0" y="0"/>
                </a:lnTo>
                <a:lnTo>
                  <a:pt x="9525" y="0"/>
                </a:lnTo>
                <a:lnTo>
                  <a:pt x="9525" y="9525"/>
                </a:lnTo>
                <a:close/>
              </a:path>
            </a:pathLst>
          </a:custGeom>
          <a:solidFill>
            <a:srgbClr val="C7C6C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53" name="object 453"/>
          <p:cNvSpPr/>
          <p:nvPr/>
        </p:nvSpPr>
        <p:spPr>
          <a:xfrm>
            <a:off x="9763126" y="2317027"/>
            <a:ext cx="9525" cy="9525"/>
          </a:xfrm>
          <a:custGeom>
            <a:avLst/>
            <a:gdLst/>
            <a:ahLst/>
            <a:cxnLst/>
            <a:rect l="l" t="t" r="r" b="b"/>
            <a:pathLst>
              <a:path w="9525" h="9525">
                <a:moveTo>
                  <a:pt x="9525" y="9525"/>
                </a:moveTo>
                <a:lnTo>
                  <a:pt x="0" y="9525"/>
                </a:lnTo>
                <a:lnTo>
                  <a:pt x="0" y="0"/>
                </a:lnTo>
                <a:lnTo>
                  <a:pt x="9525" y="0"/>
                </a:lnTo>
                <a:lnTo>
                  <a:pt x="9525" y="9525"/>
                </a:lnTo>
                <a:close/>
              </a:path>
            </a:pathLst>
          </a:custGeom>
          <a:solidFill>
            <a:srgbClr val="C7C6C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54" name="object 454"/>
          <p:cNvSpPr/>
          <p:nvPr/>
        </p:nvSpPr>
        <p:spPr>
          <a:xfrm>
            <a:off x="9820276" y="2317027"/>
            <a:ext cx="9525" cy="9525"/>
          </a:xfrm>
          <a:custGeom>
            <a:avLst/>
            <a:gdLst/>
            <a:ahLst/>
            <a:cxnLst/>
            <a:rect l="l" t="t" r="r" b="b"/>
            <a:pathLst>
              <a:path w="9525" h="9525">
                <a:moveTo>
                  <a:pt x="9525" y="9525"/>
                </a:moveTo>
                <a:lnTo>
                  <a:pt x="0" y="9525"/>
                </a:lnTo>
                <a:lnTo>
                  <a:pt x="0" y="0"/>
                </a:lnTo>
                <a:lnTo>
                  <a:pt x="9525" y="0"/>
                </a:lnTo>
                <a:lnTo>
                  <a:pt x="9525" y="9525"/>
                </a:lnTo>
                <a:close/>
              </a:path>
            </a:pathLst>
          </a:custGeom>
          <a:solidFill>
            <a:srgbClr val="C7C6C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55" name="object 455"/>
          <p:cNvSpPr/>
          <p:nvPr/>
        </p:nvSpPr>
        <p:spPr>
          <a:xfrm>
            <a:off x="9877426" y="2317027"/>
            <a:ext cx="9525" cy="9525"/>
          </a:xfrm>
          <a:custGeom>
            <a:avLst/>
            <a:gdLst/>
            <a:ahLst/>
            <a:cxnLst/>
            <a:rect l="l" t="t" r="r" b="b"/>
            <a:pathLst>
              <a:path w="9525" h="9525">
                <a:moveTo>
                  <a:pt x="9525" y="9525"/>
                </a:moveTo>
                <a:lnTo>
                  <a:pt x="0" y="9525"/>
                </a:lnTo>
                <a:lnTo>
                  <a:pt x="0" y="0"/>
                </a:lnTo>
                <a:lnTo>
                  <a:pt x="9525" y="0"/>
                </a:lnTo>
                <a:lnTo>
                  <a:pt x="9525" y="9525"/>
                </a:lnTo>
                <a:close/>
              </a:path>
            </a:pathLst>
          </a:custGeom>
          <a:solidFill>
            <a:srgbClr val="C7C6C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56" name="object 456"/>
          <p:cNvSpPr/>
          <p:nvPr/>
        </p:nvSpPr>
        <p:spPr>
          <a:xfrm>
            <a:off x="9934576" y="2317027"/>
            <a:ext cx="9525" cy="9525"/>
          </a:xfrm>
          <a:custGeom>
            <a:avLst/>
            <a:gdLst/>
            <a:ahLst/>
            <a:cxnLst/>
            <a:rect l="l" t="t" r="r" b="b"/>
            <a:pathLst>
              <a:path w="9525" h="9525">
                <a:moveTo>
                  <a:pt x="9525" y="9525"/>
                </a:moveTo>
                <a:lnTo>
                  <a:pt x="0" y="9525"/>
                </a:lnTo>
                <a:lnTo>
                  <a:pt x="0" y="0"/>
                </a:lnTo>
                <a:lnTo>
                  <a:pt x="9525" y="0"/>
                </a:lnTo>
                <a:lnTo>
                  <a:pt x="9525" y="9525"/>
                </a:lnTo>
                <a:close/>
              </a:path>
            </a:pathLst>
          </a:custGeom>
          <a:solidFill>
            <a:srgbClr val="C7C6C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57" name="object 457"/>
          <p:cNvSpPr/>
          <p:nvPr/>
        </p:nvSpPr>
        <p:spPr>
          <a:xfrm>
            <a:off x="9991726" y="2317027"/>
            <a:ext cx="9525" cy="9525"/>
          </a:xfrm>
          <a:custGeom>
            <a:avLst/>
            <a:gdLst/>
            <a:ahLst/>
            <a:cxnLst/>
            <a:rect l="l" t="t" r="r" b="b"/>
            <a:pathLst>
              <a:path w="9525" h="9525">
                <a:moveTo>
                  <a:pt x="9525" y="9525"/>
                </a:moveTo>
                <a:lnTo>
                  <a:pt x="0" y="9525"/>
                </a:lnTo>
                <a:lnTo>
                  <a:pt x="0" y="0"/>
                </a:lnTo>
                <a:lnTo>
                  <a:pt x="9525" y="0"/>
                </a:lnTo>
                <a:lnTo>
                  <a:pt x="9525" y="9525"/>
                </a:lnTo>
                <a:close/>
              </a:path>
            </a:pathLst>
          </a:custGeom>
          <a:solidFill>
            <a:srgbClr val="C7C6C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58" name="object 458"/>
          <p:cNvSpPr/>
          <p:nvPr/>
        </p:nvSpPr>
        <p:spPr>
          <a:xfrm>
            <a:off x="10048876" y="2317027"/>
            <a:ext cx="9525" cy="9525"/>
          </a:xfrm>
          <a:custGeom>
            <a:avLst/>
            <a:gdLst/>
            <a:ahLst/>
            <a:cxnLst/>
            <a:rect l="l" t="t" r="r" b="b"/>
            <a:pathLst>
              <a:path w="9525" h="9525">
                <a:moveTo>
                  <a:pt x="9525" y="9525"/>
                </a:moveTo>
                <a:lnTo>
                  <a:pt x="0" y="9525"/>
                </a:lnTo>
                <a:lnTo>
                  <a:pt x="0" y="0"/>
                </a:lnTo>
                <a:lnTo>
                  <a:pt x="9525" y="0"/>
                </a:lnTo>
                <a:lnTo>
                  <a:pt x="9525" y="9525"/>
                </a:lnTo>
                <a:close/>
              </a:path>
            </a:pathLst>
          </a:custGeom>
          <a:solidFill>
            <a:srgbClr val="C7C6C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59" name="object 459"/>
          <p:cNvSpPr/>
          <p:nvPr/>
        </p:nvSpPr>
        <p:spPr>
          <a:xfrm>
            <a:off x="10106026" y="2317027"/>
            <a:ext cx="9525" cy="9525"/>
          </a:xfrm>
          <a:custGeom>
            <a:avLst/>
            <a:gdLst/>
            <a:ahLst/>
            <a:cxnLst/>
            <a:rect l="l" t="t" r="r" b="b"/>
            <a:pathLst>
              <a:path w="9525" h="9525">
                <a:moveTo>
                  <a:pt x="9525" y="9525"/>
                </a:moveTo>
                <a:lnTo>
                  <a:pt x="0" y="9525"/>
                </a:lnTo>
                <a:lnTo>
                  <a:pt x="0" y="0"/>
                </a:lnTo>
                <a:lnTo>
                  <a:pt x="9525" y="0"/>
                </a:lnTo>
                <a:lnTo>
                  <a:pt x="9525" y="9525"/>
                </a:lnTo>
                <a:close/>
              </a:path>
            </a:pathLst>
          </a:custGeom>
          <a:solidFill>
            <a:srgbClr val="C7C6C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60" name="object 460"/>
          <p:cNvSpPr txBox="1"/>
          <p:nvPr/>
        </p:nvSpPr>
        <p:spPr>
          <a:xfrm>
            <a:off x="2917280" y="2231402"/>
            <a:ext cx="305435" cy="151323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spcBef>
                <a:spcPts val="100"/>
              </a:spcBef>
            </a:pPr>
            <a:r>
              <a:rPr sz="900" spc="-10" dirty="0">
                <a:solidFill>
                  <a:srgbClr val="605D5C"/>
                </a:solidFill>
                <a:latin typeface="Segoe UI"/>
                <a:cs typeface="Segoe UI"/>
              </a:rPr>
              <a:t>0.4bn</a:t>
            </a:r>
            <a:endParaRPr sz="900">
              <a:latin typeface="Segoe UI"/>
              <a:cs typeface="Segoe UI"/>
            </a:endParaRPr>
          </a:p>
        </p:txBody>
      </p:sp>
      <p:sp>
        <p:nvSpPr>
          <p:cNvPr id="461" name="object 461"/>
          <p:cNvSpPr/>
          <p:nvPr/>
        </p:nvSpPr>
        <p:spPr>
          <a:xfrm>
            <a:off x="3305176" y="1587139"/>
            <a:ext cx="9525" cy="9525"/>
          </a:xfrm>
          <a:custGeom>
            <a:avLst/>
            <a:gdLst/>
            <a:ahLst/>
            <a:cxnLst/>
            <a:rect l="l" t="t" r="r" b="b"/>
            <a:pathLst>
              <a:path w="9525" h="9525">
                <a:moveTo>
                  <a:pt x="9525" y="9525"/>
                </a:moveTo>
                <a:lnTo>
                  <a:pt x="0" y="9525"/>
                </a:lnTo>
                <a:lnTo>
                  <a:pt x="0" y="0"/>
                </a:lnTo>
                <a:lnTo>
                  <a:pt x="9525" y="0"/>
                </a:lnTo>
                <a:lnTo>
                  <a:pt x="9525" y="9525"/>
                </a:lnTo>
                <a:close/>
              </a:path>
            </a:pathLst>
          </a:custGeom>
          <a:solidFill>
            <a:srgbClr val="C7C6C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62" name="object 462"/>
          <p:cNvSpPr/>
          <p:nvPr/>
        </p:nvSpPr>
        <p:spPr>
          <a:xfrm>
            <a:off x="3590926" y="1587139"/>
            <a:ext cx="9525" cy="9525"/>
          </a:xfrm>
          <a:custGeom>
            <a:avLst/>
            <a:gdLst/>
            <a:ahLst/>
            <a:cxnLst/>
            <a:rect l="l" t="t" r="r" b="b"/>
            <a:pathLst>
              <a:path w="9525" h="9525">
                <a:moveTo>
                  <a:pt x="9525" y="9525"/>
                </a:moveTo>
                <a:lnTo>
                  <a:pt x="0" y="9525"/>
                </a:lnTo>
                <a:lnTo>
                  <a:pt x="0" y="0"/>
                </a:lnTo>
                <a:lnTo>
                  <a:pt x="9525" y="0"/>
                </a:lnTo>
                <a:lnTo>
                  <a:pt x="9525" y="9525"/>
                </a:lnTo>
                <a:close/>
              </a:path>
            </a:pathLst>
          </a:custGeom>
          <a:solidFill>
            <a:srgbClr val="C7C6C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63" name="object 463"/>
          <p:cNvSpPr/>
          <p:nvPr/>
        </p:nvSpPr>
        <p:spPr>
          <a:xfrm>
            <a:off x="3648076" y="1587139"/>
            <a:ext cx="9525" cy="9525"/>
          </a:xfrm>
          <a:custGeom>
            <a:avLst/>
            <a:gdLst/>
            <a:ahLst/>
            <a:cxnLst/>
            <a:rect l="l" t="t" r="r" b="b"/>
            <a:pathLst>
              <a:path w="9525" h="9525">
                <a:moveTo>
                  <a:pt x="9525" y="9525"/>
                </a:moveTo>
                <a:lnTo>
                  <a:pt x="0" y="9525"/>
                </a:lnTo>
                <a:lnTo>
                  <a:pt x="0" y="0"/>
                </a:lnTo>
                <a:lnTo>
                  <a:pt x="9525" y="0"/>
                </a:lnTo>
                <a:lnTo>
                  <a:pt x="9525" y="9525"/>
                </a:lnTo>
                <a:close/>
              </a:path>
            </a:pathLst>
          </a:custGeom>
          <a:solidFill>
            <a:srgbClr val="C7C6C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64" name="object 464"/>
          <p:cNvSpPr/>
          <p:nvPr/>
        </p:nvSpPr>
        <p:spPr>
          <a:xfrm>
            <a:off x="3705226" y="1587139"/>
            <a:ext cx="9525" cy="9525"/>
          </a:xfrm>
          <a:custGeom>
            <a:avLst/>
            <a:gdLst/>
            <a:ahLst/>
            <a:cxnLst/>
            <a:rect l="l" t="t" r="r" b="b"/>
            <a:pathLst>
              <a:path w="9525" h="9525">
                <a:moveTo>
                  <a:pt x="9525" y="9525"/>
                </a:moveTo>
                <a:lnTo>
                  <a:pt x="0" y="9525"/>
                </a:lnTo>
                <a:lnTo>
                  <a:pt x="0" y="0"/>
                </a:lnTo>
                <a:lnTo>
                  <a:pt x="9525" y="0"/>
                </a:lnTo>
                <a:lnTo>
                  <a:pt x="9525" y="9525"/>
                </a:lnTo>
                <a:close/>
              </a:path>
            </a:pathLst>
          </a:custGeom>
          <a:solidFill>
            <a:srgbClr val="C7C6C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65" name="object 465"/>
          <p:cNvSpPr/>
          <p:nvPr/>
        </p:nvSpPr>
        <p:spPr>
          <a:xfrm>
            <a:off x="3762376" y="1587139"/>
            <a:ext cx="9525" cy="9525"/>
          </a:xfrm>
          <a:custGeom>
            <a:avLst/>
            <a:gdLst/>
            <a:ahLst/>
            <a:cxnLst/>
            <a:rect l="l" t="t" r="r" b="b"/>
            <a:pathLst>
              <a:path w="9525" h="9525">
                <a:moveTo>
                  <a:pt x="9525" y="9525"/>
                </a:moveTo>
                <a:lnTo>
                  <a:pt x="0" y="9525"/>
                </a:lnTo>
                <a:lnTo>
                  <a:pt x="0" y="0"/>
                </a:lnTo>
                <a:lnTo>
                  <a:pt x="9525" y="0"/>
                </a:lnTo>
                <a:lnTo>
                  <a:pt x="9525" y="9525"/>
                </a:lnTo>
                <a:close/>
              </a:path>
            </a:pathLst>
          </a:custGeom>
          <a:solidFill>
            <a:srgbClr val="C7C6C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66" name="object 466"/>
          <p:cNvSpPr/>
          <p:nvPr/>
        </p:nvSpPr>
        <p:spPr>
          <a:xfrm>
            <a:off x="3819526" y="1587139"/>
            <a:ext cx="9525" cy="9525"/>
          </a:xfrm>
          <a:custGeom>
            <a:avLst/>
            <a:gdLst/>
            <a:ahLst/>
            <a:cxnLst/>
            <a:rect l="l" t="t" r="r" b="b"/>
            <a:pathLst>
              <a:path w="9525" h="9525">
                <a:moveTo>
                  <a:pt x="9525" y="9525"/>
                </a:moveTo>
                <a:lnTo>
                  <a:pt x="0" y="9525"/>
                </a:lnTo>
                <a:lnTo>
                  <a:pt x="0" y="0"/>
                </a:lnTo>
                <a:lnTo>
                  <a:pt x="9525" y="0"/>
                </a:lnTo>
                <a:lnTo>
                  <a:pt x="9525" y="9525"/>
                </a:lnTo>
                <a:close/>
              </a:path>
            </a:pathLst>
          </a:custGeom>
          <a:solidFill>
            <a:srgbClr val="C7C6C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67" name="object 467"/>
          <p:cNvSpPr/>
          <p:nvPr/>
        </p:nvSpPr>
        <p:spPr>
          <a:xfrm>
            <a:off x="3876676" y="1587139"/>
            <a:ext cx="9525" cy="9525"/>
          </a:xfrm>
          <a:custGeom>
            <a:avLst/>
            <a:gdLst/>
            <a:ahLst/>
            <a:cxnLst/>
            <a:rect l="l" t="t" r="r" b="b"/>
            <a:pathLst>
              <a:path w="9525" h="9525">
                <a:moveTo>
                  <a:pt x="9525" y="9525"/>
                </a:moveTo>
                <a:lnTo>
                  <a:pt x="0" y="9525"/>
                </a:lnTo>
                <a:lnTo>
                  <a:pt x="0" y="0"/>
                </a:lnTo>
                <a:lnTo>
                  <a:pt x="9525" y="0"/>
                </a:lnTo>
                <a:lnTo>
                  <a:pt x="9525" y="9525"/>
                </a:lnTo>
                <a:close/>
              </a:path>
            </a:pathLst>
          </a:custGeom>
          <a:solidFill>
            <a:srgbClr val="C7C6C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68" name="object 468"/>
          <p:cNvSpPr/>
          <p:nvPr/>
        </p:nvSpPr>
        <p:spPr>
          <a:xfrm>
            <a:off x="3933826" y="1587139"/>
            <a:ext cx="9525" cy="9525"/>
          </a:xfrm>
          <a:custGeom>
            <a:avLst/>
            <a:gdLst/>
            <a:ahLst/>
            <a:cxnLst/>
            <a:rect l="l" t="t" r="r" b="b"/>
            <a:pathLst>
              <a:path w="9525" h="9525">
                <a:moveTo>
                  <a:pt x="9525" y="9525"/>
                </a:moveTo>
                <a:lnTo>
                  <a:pt x="0" y="9525"/>
                </a:lnTo>
                <a:lnTo>
                  <a:pt x="0" y="0"/>
                </a:lnTo>
                <a:lnTo>
                  <a:pt x="9525" y="0"/>
                </a:lnTo>
                <a:lnTo>
                  <a:pt x="9525" y="9525"/>
                </a:lnTo>
                <a:close/>
              </a:path>
            </a:pathLst>
          </a:custGeom>
          <a:solidFill>
            <a:srgbClr val="C7C6C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69" name="object 469"/>
          <p:cNvSpPr/>
          <p:nvPr/>
        </p:nvSpPr>
        <p:spPr>
          <a:xfrm>
            <a:off x="3990976" y="1587139"/>
            <a:ext cx="9525" cy="9525"/>
          </a:xfrm>
          <a:custGeom>
            <a:avLst/>
            <a:gdLst/>
            <a:ahLst/>
            <a:cxnLst/>
            <a:rect l="l" t="t" r="r" b="b"/>
            <a:pathLst>
              <a:path w="9525" h="9525">
                <a:moveTo>
                  <a:pt x="9525" y="9525"/>
                </a:moveTo>
                <a:lnTo>
                  <a:pt x="0" y="9525"/>
                </a:lnTo>
                <a:lnTo>
                  <a:pt x="0" y="0"/>
                </a:lnTo>
                <a:lnTo>
                  <a:pt x="9525" y="0"/>
                </a:lnTo>
                <a:lnTo>
                  <a:pt x="9525" y="9525"/>
                </a:lnTo>
                <a:close/>
              </a:path>
            </a:pathLst>
          </a:custGeom>
          <a:solidFill>
            <a:srgbClr val="C7C6C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70" name="object 470"/>
          <p:cNvSpPr/>
          <p:nvPr/>
        </p:nvSpPr>
        <p:spPr>
          <a:xfrm>
            <a:off x="4048126" y="1587139"/>
            <a:ext cx="9525" cy="9525"/>
          </a:xfrm>
          <a:custGeom>
            <a:avLst/>
            <a:gdLst/>
            <a:ahLst/>
            <a:cxnLst/>
            <a:rect l="l" t="t" r="r" b="b"/>
            <a:pathLst>
              <a:path w="9525" h="9525">
                <a:moveTo>
                  <a:pt x="9525" y="9525"/>
                </a:moveTo>
                <a:lnTo>
                  <a:pt x="0" y="9525"/>
                </a:lnTo>
                <a:lnTo>
                  <a:pt x="0" y="0"/>
                </a:lnTo>
                <a:lnTo>
                  <a:pt x="9525" y="0"/>
                </a:lnTo>
                <a:lnTo>
                  <a:pt x="9525" y="9525"/>
                </a:lnTo>
                <a:close/>
              </a:path>
            </a:pathLst>
          </a:custGeom>
          <a:solidFill>
            <a:srgbClr val="C7C6C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71" name="object 471"/>
          <p:cNvSpPr/>
          <p:nvPr/>
        </p:nvSpPr>
        <p:spPr>
          <a:xfrm>
            <a:off x="4105276" y="1587139"/>
            <a:ext cx="9525" cy="9525"/>
          </a:xfrm>
          <a:custGeom>
            <a:avLst/>
            <a:gdLst/>
            <a:ahLst/>
            <a:cxnLst/>
            <a:rect l="l" t="t" r="r" b="b"/>
            <a:pathLst>
              <a:path w="9525" h="9525">
                <a:moveTo>
                  <a:pt x="9525" y="9525"/>
                </a:moveTo>
                <a:lnTo>
                  <a:pt x="0" y="9525"/>
                </a:lnTo>
                <a:lnTo>
                  <a:pt x="0" y="0"/>
                </a:lnTo>
                <a:lnTo>
                  <a:pt x="9525" y="0"/>
                </a:lnTo>
                <a:lnTo>
                  <a:pt x="9525" y="9525"/>
                </a:lnTo>
                <a:close/>
              </a:path>
            </a:pathLst>
          </a:custGeom>
          <a:solidFill>
            <a:srgbClr val="C7C6C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72" name="object 472"/>
          <p:cNvSpPr/>
          <p:nvPr/>
        </p:nvSpPr>
        <p:spPr>
          <a:xfrm>
            <a:off x="4162426" y="1587139"/>
            <a:ext cx="9525" cy="9525"/>
          </a:xfrm>
          <a:custGeom>
            <a:avLst/>
            <a:gdLst/>
            <a:ahLst/>
            <a:cxnLst/>
            <a:rect l="l" t="t" r="r" b="b"/>
            <a:pathLst>
              <a:path w="9525" h="9525">
                <a:moveTo>
                  <a:pt x="9525" y="9525"/>
                </a:moveTo>
                <a:lnTo>
                  <a:pt x="0" y="9525"/>
                </a:lnTo>
                <a:lnTo>
                  <a:pt x="0" y="0"/>
                </a:lnTo>
                <a:lnTo>
                  <a:pt x="9525" y="0"/>
                </a:lnTo>
                <a:lnTo>
                  <a:pt x="9525" y="9525"/>
                </a:lnTo>
                <a:close/>
              </a:path>
            </a:pathLst>
          </a:custGeom>
          <a:solidFill>
            <a:srgbClr val="C7C6C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73" name="object 473"/>
          <p:cNvSpPr/>
          <p:nvPr/>
        </p:nvSpPr>
        <p:spPr>
          <a:xfrm>
            <a:off x="4219576" y="1587139"/>
            <a:ext cx="9525" cy="9525"/>
          </a:xfrm>
          <a:custGeom>
            <a:avLst/>
            <a:gdLst/>
            <a:ahLst/>
            <a:cxnLst/>
            <a:rect l="l" t="t" r="r" b="b"/>
            <a:pathLst>
              <a:path w="9525" h="9525">
                <a:moveTo>
                  <a:pt x="9525" y="9525"/>
                </a:moveTo>
                <a:lnTo>
                  <a:pt x="0" y="9525"/>
                </a:lnTo>
                <a:lnTo>
                  <a:pt x="0" y="0"/>
                </a:lnTo>
                <a:lnTo>
                  <a:pt x="9525" y="0"/>
                </a:lnTo>
                <a:lnTo>
                  <a:pt x="9525" y="9525"/>
                </a:lnTo>
                <a:close/>
              </a:path>
            </a:pathLst>
          </a:custGeom>
          <a:solidFill>
            <a:srgbClr val="C7C6C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74" name="object 474"/>
          <p:cNvSpPr/>
          <p:nvPr/>
        </p:nvSpPr>
        <p:spPr>
          <a:xfrm>
            <a:off x="4276726" y="1587139"/>
            <a:ext cx="9525" cy="9525"/>
          </a:xfrm>
          <a:custGeom>
            <a:avLst/>
            <a:gdLst/>
            <a:ahLst/>
            <a:cxnLst/>
            <a:rect l="l" t="t" r="r" b="b"/>
            <a:pathLst>
              <a:path w="9525" h="9525">
                <a:moveTo>
                  <a:pt x="9525" y="9525"/>
                </a:moveTo>
                <a:lnTo>
                  <a:pt x="0" y="9525"/>
                </a:lnTo>
                <a:lnTo>
                  <a:pt x="0" y="0"/>
                </a:lnTo>
                <a:lnTo>
                  <a:pt x="9525" y="0"/>
                </a:lnTo>
                <a:lnTo>
                  <a:pt x="9525" y="9525"/>
                </a:lnTo>
                <a:close/>
              </a:path>
            </a:pathLst>
          </a:custGeom>
          <a:solidFill>
            <a:srgbClr val="C7C6C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75" name="object 475"/>
          <p:cNvSpPr/>
          <p:nvPr/>
        </p:nvSpPr>
        <p:spPr>
          <a:xfrm>
            <a:off x="4333876" y="1587139"/>
            <a:ext cx="9525" cy="9525"/>
          </a:xfrm>
          <a:custGeom>
            <a:avLst/>
            <a:gdLst/>
            <a:ahLst/>
            <a:cxnLst/>
            <a:rect l="l" t="t" r="r" b="b"/>
            <a:pathLst>
              <a:path w="9525" h="9525">
                <a:moveTo>
                  <a:pt x="9525" y="9525"/>
                </a:moveTo>
                <a:lnTo>
                  <a:pt x="0" y="9525"/>
                </a:lnTo>
                <a:lnTo>
                  <a:pt x="0" y="0"/>
                </a:lnTo>
                <a:lnTo>
                  <a:pt x="9525" y="0"/>
                </a:lnTo>
                <a:lnTo>
                  <a:pt x="9525" y="9525"/>
                </a:lnTo>
                <a:close/>
              </a:path>
            </a:pathLst>
          </a:custGeom>
          <a:solidFill>
            <a:srgbClr val="C7C6C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76" name="object 476"/>
          <p:cNvSpPr/>
          <p:nvPr/>
        </p:nvSpPr>
        <p:spPr>
          <a:xfrm>
            <a:off x="4391026" y="1587139"/>
            <a:ext cx="9525" cy="9525"/>
          </a:xfrm>
          <a:custGeom>
            <a:avLst/>
            <a:gdLst/>
            <a:ahLst/>
            <a:cxnLst/>
            <a:rect l="l" t="t" r="r" b="b"/>
            <a:pathLst>
              <a:path w="9525" h="9525">
                <a:moveTo>
                  <a:pt x="9525" y="9525"/>
                </a:moveTo>
                <a:lnTo>
                  <a:pt x="0" y="9525"/>
                </a:lnTo>
                <a:lnTo>
                  <a:pt x="0" y="0"/>
                </a:lnTo>
                <a:lnTo>
                  <a:pt x="9525" y="0"/>
                </a:lnTo>
                <a:lnTo>
                  <a:pt x="9525" y="9525"/>
                </a:lnTo>
                <a:close/>
              </a:path>
            </a:pathLst>
          </a:custGeom>
          <a:solidFill>
            <a:srgbClr val="C7C6C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77" name="object 477"/>
          <p:cNvSpPr/>
          <p:nvPr/>
        </p:nvSpPr>
        <p:spPr>
          <a:xfrm>
            <a:off x="4448176" y="1587139"/>
            <a:ext cx="9525" cy="9525"/>
          </a:xfrm>
          <a:custGeom>
            <a:avLst/>
            <a:gdLst/>
            <a:ahLst/>
            <a:cxnLst/>
            <a:rect l="l" t="t" r="r" b="b"/>
            <a:pathLst>
              <a:path w="9525" h="9525">
                <a:moveTo>
                  <a:pt x="9525" y="9525"/>
                </a:moveTo>
                <a:lnTo>
                  <a:pt x="0" y="9525"/>
                </a:lnTo>
                <a:lnTo>
                  <a:pt x="0" y="0"/>
                </a:lnTo>
                <a:lnTo>
                  <a:pt x="9525" y="0"/>
                </a:lnTo>
                <a:lnTo>
                  <a:pt x="9525" y="9525"/>
                </a:lnTo>
                <a:close/>
              </a:path>
            </a:pathLst>
          </a:custGeom>
          <a:solidFill>
            <a:srgbClr val="C7C6C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78" name="object 478"/>
          <p:cNvSpPr/>
          <p:nvPr/>
        </p:nvSpPr>
        <p:spPr>
          <a:xfrm>
            <a:off x="4505326" y="1587139"/>
            <a:ext cx="9525" cy="9525"/>
          </a:xfrm>
          <a:custGeom>
            <a:avLst/>
            <a:gdLst/>
            <a:ahLst/>
            <a:cxnLst/>
            <a:rect l="l" t="t" r="r" b="b"/>
            <a:pathLst>
              <a:path w="9525" h="9525">
                <a:moveTo>
                  <a:pt x="9525" y="9525"/>
                </a:moveTo>
                <a:lnTo>
                  <a:pt x="0" y="9525"/>
                </a:lnTo>
                <a:lnTo>
                  <a:pt x="0" y="0"/>
                </a:lnTo>
                <a:lnTo>
                  <a:pt x="9525" y="0"/>
                </a:lnTo>
                <a:lnTo>
                  <a:pt x="9525" y="9525"/>
                </a:lnTo>
                <a:close/>
              </a:path>
            </a:pathLst>
          </a:custGeom>
          <a:solidFill>
            <a:srgbClr val="C7C6C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79" name="object 479"/>
          <p:cNvSpPr/>
          <p:nvPr/>
        </p:nvSpPr>
        <p:spPr>
          <a:xfrm>
            <a:off x="4562476" y="1587139"/>
            <a:ext cx="9525" cy="9525"/>
          </a:xfrm>
          <a:custGeom>
            <a:avLst/>
            <a:gdLst/>
            <a:ahLst/>
            <a:cxnLst/>
            <a:rect l="l" t="t" r="r" b="b"/>
            <a:pathLst>
              <a:path w="9525" h="9525">
                <a:moveTo>
                  <a:pt x="9525" y="9525"/>
                </a:moveTo>
                <a:lnTo>
                  <a:pt x="0" y="9525"/>
                </a:lnTo>
                <a:lnTo>
                  <a:pt x="0" y="0"/>
                </a:lnTo>
                <a:lnTo>
                  <a:pt x="9525" y="0"/>
                </a:lnTo>
                <a:lnTo>
                  <a:pt x="9525" y="9525"/>
                </a:lnTo>
                <a:close/>
              </a:path>
            </a:pathLst>
          </a:custGeom>
          <a:solidFill>
            <a:srgbClr val="C7C6C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80" name="object 480"/>
          <p:cNvSpPr/>
          <p:nvPr/>
        </p:nvSpPr>
        <p:spPr>
          <a:xfrm>
            <a:off x="4619626" y="1587139"/>
            <a:ext cx="9525" cy="9525"/>
          </a:xfrm>
          <a:custGeom>
            <a:avLst/>
            <a:gdLst/>
            <a:ahLst/>
            <a:cxnLst/>
            <a:rect l="l" t="t" r="r" b="b"/>
            <a:pathLst>
              <a:path w="9525" h="9525">
                <a:moveTo>
                  <a:pt x="9525" y="9525"/>
                </a:moveTo>
                <a:lnTo>
                  <a:pt x="0" y="9525"/>
                </a:lnTo>
                <a:lnTo>
                  <a:pt x="0" y="0"/>
                </a:lnTo>
                <a:lnTo>
                  <a:pt x="9525" y="0"/>
                </a:lnTo>
                <a:lnTo>
                  <a:pt x="9525" y="9525"/>
                </a:lnTo>
                <a:close/>
              </a:path>
            </a:pathLst>
          </a:custGeom>
          <a:solidFill>
            <a:srgbClr val="C7C6C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81" name="object 481"/>
          <p:cNvSpPr/>
          <p:nvPr/>
        </p:nvSpPr>
        <p:spPr>
          <a:xfrm>
            <a:off x="4676776" y="1587139"/>
            <a:ext cx="9525" cy="9525"/>
          </a:xfrm>
          <a:custGeom>
            <a:avLst/>
            <a:gdLst/>
            <a:ahLst/>
            <a:cxnLst/>
            <a:rect l="l" t="t" r="r" b="b"/>
            <a:pathLst>
              <a:path w="9525" h="9525">
                <a:moveTo>
                  <a:pt x="9525" y="9525"/>
                </a:moveTo>
                <a:lnTo>
                  <a:pt x="0" y="9525"/>
                </a:lnTo>
                <a:lnTo>
                  <a:pt x="0" y="0"/>
                </a:lnTo>
                <a:lnTo>
                  <a:pt x="9525" y="0"/>
                </a:lnTo>
                <a:lnTo>
                  <a:pt x="9525" y="9525"/>
                </a:lnTo>
                <a:close/>
              </a:path>
            </a:pathLst>
          </a:custGeom>
          <a:solidFill>
            <a:srgbClr val="C7C6C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82" name="object 482"/>
          <p:cNvSpPr/>
          <p:nvPr/>
        </p:nvSpPr>
        <p:spPr>
          <a:xfrm>
            <a:off x="4733926" y="1587139"/>
            <a:ext cx="9525" cy="9525"/>
          </a:xfrm>
          <a:custGeom>
            <a:avLst/>
            <a:gdLst/>
            <a:ahLst/>
            <a:cxnLst/>
            <a:rect l="l" t="t" r="r" b="b"/>
            <a:pathLst>
              <a:path w="9525" h="9525">
                <a:moveTo>
                  <a:pt x="9525" y="9525"/>
                </a:moveTo>
                <a:lnTo>
                  <a:pt x="0" y="9525"/>
                </a:lnTo>
                <a:lnTo>
                  <a:pt x="0" y="0"/>
                </a:lnTo>
                <a:lnTo>
                  <a:pt x="9525" y="0"/>
                </a:lnTo>
                <a:lnTo>
                  <a:pt x="9525" y="9525"/>
                </a:lnTo>
                <a:close/>
              </a:path>
            </a:pathLst>
          </a:custGeom>
          <a:solidFill>
            <a:srgbClr val="C7C6C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83" name="object 483"/>
          <p:cNvSpPr/>
          <p:nvPr/>
        </p:nvSpPr>
        <p:spPr>
          <a:xfrm>
            <a:off x="4791076" y="1587139"/>
            <a:ext cx="9525" cy="9525"/>
          </a:xfrm>
          <a:custGeom>
            <a:avLst/>
            <a:gdLst/>
            <a:ahLst/>
            <a:cxnLst/>
            <a:rect l="l" t="t" r="r" b="b"/>
            <a:pathLst>
              <a:path w="9525" h="9525">
                <a:moveTo>
                  <a:pt x="9525" y="9525"/>
                </a:moveTo>
                <a:lnTo>
                  <a:pt x="0" y="9525"/>
                </a:lnTo>
                <a:lnTo>
                  <a:pt x="0" y="0"/>
                </a:lnTo>
                <a:lnTo>
                  <a:pt x="9525" y="0"/>
                </a:lnTo>
                <a:lnTo>
                  <a:pt x="9525" y="9525"/>
                </a:lnTo>
                <a:close/>
              </a:path>
            </a:pathLst>
          </a:custGeom>
          <a:solidFill>
            <a:srgbClr val="C7C6C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84" name="object 484"/>
          <p:cNvSpPr/>
          <p:nvPr/>
        </p:nvSpPr>
        <p:spPr>
          <a:xfrm>
            <a:off x="4848226" y="1587139"/>
            <a:ext cx="9525" cy="9525"/>
          </a:xfrm>
          <a:custGeom>
            <a:avLst/>
            <a:gdLst/>
            <a:ahLst/>
            <a:cxnLst/>
            <a:rect l="l" t="t" r="r" b="b"/>
            <a:pathLst>
              <a:path w="9525" h="9525">
                <a:moveTo>
                  <a:pt x="9525" y="9525"/>
                </a:moveTo>
                <a:lnTo>
                  <a:pt x="0" y="9525"/>
                </a:lnTo>
                <a:lnTo>
                  <a:pt x="0" y="0"/>
                </a:lnTo>
                <a:lnTo>
                  <a:pt x="9525" y="0"/>
                </a:lnTo>
                <a:lnTo>
                  <a:pt x="9525" y="9525"/>
                </a:lnTo>
                <a:close/>
              </a:path>
            </a:pathLst>
          </a:custGeom>
          <a:solidFill>
            <a:srgbClr val="C7C6C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85" name="object 485"/>
          <p:cNvSpPr/>
          <p:nvPr/>
        </p:nvSpPr>
        <p:spPr>
          <a:xfrm>
            <a:off x="4905376" y="1587139"/>
            <a:ext cx="9525" cy="9525"/>
          </a:xfrm>
          <a:custGeom>
            <a:avLst/>
            <a:gdLst/>
            <a:ahLst/>
            <a:cxnLst/>
            <a:rect l="l" t="t" r="r" b="b"/>
            <a:pathLst>
              <a:path w="9525" h="9525">
                <a:moveTo>
                  <a:pt x="9525" y="9525"/>
                </a:moveTo>
                <a:lnTo>
                  <a:pt x="0" y="9525"/>
                </a:lnTo>
                <a:lnTo>
                  <a:pt x="0" y="0"/>
                </a:lnTo>
                <a:lnTo>
                  <a:pt x="9525" y="0"/>
                </a:lnTo>
                <a:lnTo>
                  <a:pt x="9525" y="9525"/>
                </a:lnTo>
                <a:close/>
              </a:path>
            </a:pathLst>
          </a:custGeom>
          <a:solidFill>
            <a:srgbClr val="C7C6C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86" name="object 486"/>
          <p:cNvSpPr/>
          <p:nvPr/>
        </p:nvSpPr>
        <p:spPr>
          <a:xfrm>
            <a:off x="4962526" y="1587139"/>
            <a:ext cx="9525" cy="9525"/>
          </a:xfrm>
          <a:custGeom>
            <a:avLst/>
            <a:gdLst/>
            <a:ahLst/>
            <a:cxnLst/>
            <a:rect l="l" t="t" r="r" b="b"/>
            <a:pathLst>
              <a:path w="9525" h="9525">
                <a:moveTo>
                  <a:pt x="9525" y="9525"/>
                </a:moveTo>
                <a:lnTo>
                  <a:pt x="0" y="9525"/>
                </a:lnTo>
                <a:lnTo>
                  <a:pt x="0" y="0"/>
                </a:lnTo>
                <a:lnTo>
                  <a:pt x="9525" y="0"/>
                </a:lnTo>
                <a:lnTo>
                  <a:pt x="9525" y="9525"/>
                </a:lnTo>
                <a:close/>
              </a:path>
            </a:pathLst>
          </a:custGeom>
          <a:solidFill>
            <a:srgbClr val="C7C6C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87" name="object 487"/>
          <p:cNvSpPr/>
          <p:nvPr/>
        </p:nvSpPr>
        <p:spPr>
          <a:xfrm>
            <a:off x="5019676" y="1587139"/>
            <a:ext cx="9525" cy="9525"/>
          </a:xfrm>
          <a:custGeom>
            <a:avLst/>
            <a:gdLst/>
            <a:ahLst/>
            <a:cxnLst/>
            <a:rect l="l" t="t" r="r" b="b"/>
            <a:pathLst>
              <a:path w="9525" h="9525">
                <a:moveTo>
                  <a:pt x="9525" y="9525"/>
                </a:moveTo>
                <a:lnTo>
                  <a:pt x="0" y="9525"/>
                </a:lnTo>
                <a:lnTo>
                  <a:pt x="0" y="0"/>
                </a:lnTo>
                <a:lnTo>
                  <a:pt x="9525" y="0"/>
                </a:lnTo>
                <a:lnTo>
                  <a:pt x="9525" y="9525"/>
                </a:lnTo>
                <a:close/>
              </a:path>
            </a:pathLst>
          </a:custGeom>
          <a:solidFill>
            <a:srgbClr val="C7C6C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88" name="object 488"/>
          <p:cNvSpPr/>
          <p:nvPr/>
        </p:nvSpPr>
        <p:spPr>
          <a:xfrm>
            <a:off x="5076826" y="1587139"/>
            <a:ext cx="9525" cy="9525"/>
          </a:xfrm>
          <a:custGeom>
            <a:avLst/>
            <a:gdLst/>
            <a:ahLst/>
            <a:cxnLst/>
            <a:rect l="l" t="t" r="r" b="b"/>
            <a:pathLst>
              <a:path w="9525" h="9525">
                <a:moveTo>
                  <a:pt x="9525" y="9525"/>
                </a:moveTo>
                <a:lnTo>
                  <a:pt x="0" y="9525"/>
                </a:lnTo>
                <a:lnTo>
                  <a:pt x="0" y="0"/>
                </a:lnTo>
                <a:lnTo>
                  <a:pt x="9525" y="0"/>
                </a:lnTo>
                <a:lnTo>
                  <a:pt x="9525" y="9525"/>
                </a:lnTo>
                <a:close/>
              </a:path>
            </a:pathLst>
          </a:custGeom>
          <a:solidFill>
            <a:srgbClr val="C7C6C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89" name="object 489"/>
          <p:cNvSpPr/>
          <p:nvPr/>
        </p:nvSpPr>
        <p:spPr>
          <a:xfrm>
            <a:off x="5133976" y="1587139"/>
            <a:ext cx="9525" cy="9525"/>
          </a:xfrm>
          <a:custGeom>
            <a:avLst/>
            <a:gdLst/>
            <a:ahLst/>
            <a:cxnLst/>
            <a:rect l="l" t="t" r="r" b="b"/>
            <a:pathLst>
              <a:path w="9525" h="9525">
                <a:moveTo>
                  <a:pt x="9525" y="9525"/>
                </a:moveTo>
                <a:lnTo>
                  <a:pt x="0" y="9525"/>
                </a:lnTo>
                <a:lnTo>
                  <a:pt x="0" y="0"/>
                </a:lnTo>
                <a:lnTo>
                  <a:pt x="9525" y="0"/>
                </a:lnTo>
                <a:lnTo>
                  <a:pt x="9525" y="9525"/>
                </a:lnTo>
                <a:close/>
              </a:path>
            </a:pathLst>
          </a:custGeom>
          <a:solidFill>
            <a:srgbClr val="C7C6C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90" name="object 490"/>
          <p:cNvSpPr/>
          <p:nvPr/>
        </p:nvSpPr>
        <p:spPr>
          <a:xfrm>
            <a:off x="5191126" y="1587139"/>
            <a:ext cx="9525" cy="9525"/>
          </a:xfrm>
          <a:custGeom>
            <a:avLst/>
            <a:gdLst/>
            <a:ahLst/>
            <a:cxnLst/>
            <a:rect l="l" t="t" r="r" b="b"/>
            <a:pathLst>
              <a:path w="9525" h="9525">
                <a:moveTo>
                  <a:pt x="9525" y="9525"/>
                </a:moveTo>
                <a:lnTo>
                  <a:pt x="0" y="9525"/>
                </a:lnTo>
                <a:lnTo>
                  <a:pt x="0" y="0"/>
                </a:lnTo>
                <a:lnTo>
                  <a:pt x="9525" y="0"/>
                </a:lnTo>
                <a:lnTo>
                  <a:pt x="9525" y="9525"/>
                </a:lnTo>
                <a:close/>
              </a:path>
            </a:pathLst>
          </a:custGeom>
          <a:solidFill>
            <a:srgbClr val="C7C6C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91" name="object 491"/>
          <p:cNvSpPr/>
          <p:nvPr/>
        </p:nvSpPr>
        <p:spPr>
          <a:xfrm>
            <a:off x="5248276" y="1587139"/>
            <a:ext cx="9525" cy="9525"/>
          </a:xfrm>
          <a:custGeom>
            <a:avLst/>
            <a:gdLst/>
            <a:ahLst/>
            <a:cxnLst/>
            <a:rect l="l" t="t" r="r" b="b"/>
            <a:pathLst>
              <a:path w="9525" h="9525">
                <a:moveTo>
                  <a:pt x="9525" y="9525"/>
                </a:moveTo>
                <a:lnTo>
                  <a:pt x="0" y="9525"/>
                </a:lnTo>
                <a:lnTo>
                  <a:pt x="0" y="0"/>
                </a:lnTo>
                <a:lnTo>
                  <a:pt x="9525" y="0"/>
                </a:lnTo>
                <a:lnTo>
                  <a:pt x="9525" y="9525"/>
                </a:lnTo>
                <a:close/>
              </a:path>
            </a:pathLst>
          </a:custGeom>
          <a:solidFill>
            <a:srgbClr val="C7C6C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92" name="object 492"/>
          <p:cNvSpPr/>
          <p:nvPr/>
        </p:nvSpPr>
        <p:spPr>
          <a:xfrm>
            <a:off x="5305426" y="1587139"/>
            <a:ext cx="9525" cy="9525"/>
          </a:xfrm>
          <a:custGeom>
            <a:avLst/>
            <a:gdLst/>
            <a:ahLst/>
            <a:cxnLst/>
            <a:rect l="l" t="t" r="r" b="b"/>
            <a:pathLst>
              <a:path w="9525" h="9525">
                <a:moveTo>
                  <a:pt x="9525" y="9525"/>
                </a:moveTo>
                <a:lnTo>
                  <a:pt x="0" y="9525"/>
                </a:lnTo>
                <a:lnTo>
                  <a:pt x="0" y="0"/>
                </a:lnTo>
                <a:lnTo>
                  <a:pt x="9525" y="0"/>
                </a:lnTo>
                <a:lnTo>
                  <a:pt x="9525" y="9525"/>
                </a:lnTo>
                <a:close/>
              </a:path>
            </a:pathLst>
          </a:custGeom>
          <a:solidFill>
            <a:srgbClr val="C7C6C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93" name="object 493"/>
          <p:cNvSpPr/>
          <p:nvPr/>
        </p:nvSpPr>
        <p:spPr>
          <a:xfrm>
            <a:off x="5362576" y="1587139"/>
            <a:ext cx="9525" cy="9525"/>
          </a:xfrm>
          <a:custGeom>
            <a:avLst/>
            <a:gdLst/>
            <a:ahLst/>
            <a:cxnLst/>
            <a:rect l="l" t="t" r="r" b="b"/>
            <a:pathLst>
              <a:path w="9525" h="9525">
                <a:moveTo>
                  <a:pt x="9525" y="9525"/>
                </a:moveTo>
                <a:lnTo>
                  <a:pt x="0" y="9525"/>
                </a:lnTo>
                <a:lnTo>
                  <a:pt x="0" y="0"/>
                </a:lnTo>
                <a:lnTo>
                  <a:pt x="9525" y="0"/>
                </a:lnTo>
                <a:lnTo>
                  <a:pt x="9525" y="9525"/>
                </a:lnTo>
                <a:close/>
              </a:path>
            </a:pathLst>
          </a:custGeom>
          <a:solidFill>
            <a:srgbClr val="C7C6C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94" name="object 494"/>
          <p:cNvSpPr/>
          <p:nvPr/>
        </p:nvSpPr>
        <p:spPr>
          <a:xfrm>
            <a:off x="5419726" y="1587139"/>
            <a:ext cx="9525" cy="9525"/>
          </a:xfrm>
          <a:custGeom>
            <a:avLst/>
            <a:gdLst/>
            <a:ahLst/>
            <a:cxnLst/>
            <a:rect l="l" t="t" r="r" b="b"/>
            <a:pathLst>
              <a:path w="9525" h="9525">
                <a:moveTo>
                  <a:pt x="9525" y="9525"/>
                </a:moveTo>
                <a:lnTo>
                  <a:pt x="0" y="9525"/>
                </a:lnTo>
                <a:lnTo>
                  <a:pt x="0" y="0"/>
                </a:lnTo>
                <a:lnTo>
                  <a:pt x="9525" y="0"/>
                </a:lnTo>
                <a:lnTo>
                  <a:pt x="9525" y="9525"/>
                </a:lnTo>
                <a:close/>
              </a:path>
            </a:pathLst>
          </a:custGeom>
          <a:solidFill>
            <a:srgbClr val="C7C6C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95" name="object 495"/>
          <p:cNvSpPr/>
          <p:nvPr/>
        </p:nvSpPr>
        <p:spPr>
          <a:xfrm>
            <a:off x="5476876" y="1587139"/>
            <a:ext cx="9525" cy="9525"/>
          </a:xfrm>
          <a:custGeom>
            <a:avLst/>
            <a:gdLst/>
            <a:ahLst/>
            <a:cxnLst/>
            <a:rect l="l" t="t" r="r" b="b"/>
            <a:pathLst>
              <a:path w="9525" h="9525">
                <a:moveTo>
                  <a:pt x="9525" y="9525"/>
                </a:moveTo>
                <a:lnTo>
                  <a:pt x="0" y="9525"/>
                </a:lnTo>
                <a:lnTo>
                  <a:pt x="0" y="0"/>
                </a:lnTo>
                <a:lnTo>
                  <a:pt x="9525" y="0"/>
                </a:lnTo>
                <a:lnTo>
                  <a:pt x="9525" y="9525"/>
                </a:lnTo>
                <a:close/>
              </a:path>
            </a:pathLst>
          </a:custGeom>
          <a:solidFill>
            <a:srgbClr val="C7C6C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96" name="object 496"/>
          <p:cNvSpPr/>
          <p:nvPr/>
        </p:nvSpPr>
        <p:spPr>
          <a:xfrm>
            <a:off x="5534026" y="1587139"/>
            <a:ext cx="9525" cy="9525"/>
          </a:xfrm>
          <a:custGeom>
            <a:avLst/>
            <a:gdLst/>
            <a:ahLst/>
            <a:cxnLst/>
            <a:rect l="l" t="t" r="r" b="b"/>
            <a:pathLst>
              <a:path w="9525" h="9525">
                <a:moveTo>
                  <a:pt x="9525" y="9525"/>
                </a:moveTo>
                <a:lnTo>
                  <a:pt x="0" y="9525"/>
                </a:lnTo>
                <a:lnTo>
                  <a:pt x="0" y="0"/>
                </a:lnTo>
                <a:lnTo>
                  <a:pt x="9525" y="0"/>
                </a:lnTo>
                <a:lnTo>
                  <a:pt x="9525" y="9525"/>
                </a:lnTo>
                <a:close/>
              </a:path>
            </a:pathLst>
          </a:custGeom>
          <a:solidFill>
            <a:srgbClr val="C7C6C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97" name="object 497"/>
          <p:cNvSpPr/>
          <p:nvPr/>
        </p:nvSpPr>
        <p:spPr>
          <a:xfrm>
            <a:off x="5591176" y="1587139"/>
            <a:ext cx="9525" cy="9525"/>
          </a:xfrm>
          <a:custGeom>
            <a:avLst/>
            <a:gdLst/>
            <a:ahLst/>
            <a:cxnLst/>
            <a:rect l="l" t="t" r="r" b="b"/>
            <a:pathLst>
              <a:path w="9525" h="9525">
                <a:moveTo>
                  <a:pt x="9525" y="9525"/>
                </a:moveTo>
                <a:lnTo>
                  <a:pt x="0" y="9525"/>
                </a:lnTo>
                <a:lnTo>
                  <a:pt x="0" y="0"/>
                </a:lnTo>
                <a:lnTo>
                  <a:pt x="9525" y="0"/>
                </a:lnTo>
                <a:lnTo>
                  <a:pt x="9525" y="9525"/>
                </a:lnTo>
                <a:close/>
              </a:path>
            </a:pathLst>
          </a:custGeom>
          <a:solidFill>
            <a:srgbClr val="C7C6C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98" name="object 498"/>
          <p:cNvSpPr/>
          <p:nvPr/>
        </p:nvSpPr>
        <p:spPr>
          <a:xfrm>
            <a:off x="5648326" y="1587139"/>
            <a:ext cx="9525" cy="9525"/>
          </a:xfrm>
          <a:custGeom>
            <a:avLst/>
            <a:gdLst/>
            <a:ahLst/>
            <a:cxnLst/>
            <a:rect l="l" t="t" r="r" b="b"/>
            <a:pathLst>
              <a:path w="9525" h="9525">
                <a:moveTo>
                  <a:pt x="9525" y="9525"/>
                </a:moveTo>
                <a:lnTo>
                  <a:pt x="0" y="9525"/>
                </a:lnTo>
                <a:lnTo>
                  <a:pt x="0" y="0"/>
                </a:lnTo>
                <a:lnTo>
                  <a:pt x="9525" y="0"/>
                </a:lnTo>
                <a:lnTo>
                  <a:pt x="9525" y="9525"/>
                </a:lnTo>
                <a:close/>
              </a:path>
            </a:pathLst>
          </a:custGeom>
          <a:solidFill>
            <a:srgbClr val="C7C6C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99" name="object 499"/>
          <p:cNvSpPr/>
          <p:nvPr/>
        </p:nvSpPr>
        <p:spPr>
          <a:xfrm>
            <a:off x="5705476" y="1587139"/>
            <a:ext cx="9525" cy="9525"/>
          </a:xfrm>
          <a:custGeom>
            <a:avLst/>
            <a:gdLst/>
            <a:ahLst/>
            <a:cxnLst/>
            <a:rect l="l" t="t" r="r" b="b"/>
            <a:pathLst>
              <a:path w="9525" h="9525">
                <a:moveTo>
                  <a:pt x="9525" y="9525"/>
                </a:moveTo>
                <a:lnTo>
                  <a:pt x="0" y="9525"/>
                </a:lnTo>
                <a:lnTo>
                  <a:pt x="0" y="0"/>
                </a:lnTo>
                <a:lnTo>
                  <a:pt x="9525" y="0"/>
                </a:lnTo>
                <a:lnTo>
                  <a:pt x="9525" y="9525"/>
                </a:lnTo>
                <a:close/>
              </a:path>
            </a:pathLst>
          </a:custGeom>
          <a:solidFill>
            <a:srgbClr val="C7C6C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00" name="object 500"/>
          <p:cNvSpPr/>
          <p:nvPr/>
        </p:nvSpPr>
        <p:spPr>
          <a:xfrm>
            <a:off x="5762626" y="1587139"/>
            <a:ext cx="9525" cy="9525"/>
          </a:xfrm>
          <a:custGeom>
            <a:avLst/>
            <a:gdLst/>
            <a:ahLst/>
            <a:cxnLst/>
            <a:rect l="l" t="t" r="r" b="b"/>
            <a:pathLst>
              <a:path w="9525" h="9525">
                <a:moveTo>
                  <a:pt x="9525" y="9525"/>
                </a:moveTo>
                <a:lnTo>
                  <a:pt x="0" y="9525"/>
                </a:lnTo>
                <a:lnTo>
                  <a:pt x="0" y="0"/>
                </a:lnTo>
                <a:lnTo>
                  <a:pt x="9525" y="0"/>
                </a:lnTo>
                <a:lnTo>
                  <a:pt x="9525" y="9525"/>
                </a:lnTo>
                <a:close/>
              </a:path>
            </a:pathLst>
          </a:custGeom>
          <a:solidFill>
            <a:srgbClr val="C7C6C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01" name="object 501"/>
          <p:cNvSpPr/>
          <p:nvPr/>
        </p:nvSpPr>
        <p:spPr>
          <a:xfrm>
            <a:off x="5819776" y="1587139"/>
            <a:ext cx="9525" cy="9525"/>
          </a:xfrm>
          <a:custGeom>
            <a:avLst/>
            <a:gdLst/>
            <a:ahLst/>
            <a:cxnLst/>
            <a:rect l="l" t="t" r="r" b="b"/>
            <a:pathLst>
              <a:path w="9525" h="9525">
                <a:moveTo>
                  <a:pt x="9525" y="9525"/>
                </a:moveTo>
                <a:lnTo>
                  <a:pt x="0" y="9525"/>
                </a:lnTo>
                <a:lnTo>
                  <a:pt x="0" y="0"/>
                </a:lnTo>
                <a:lnTo>
                  <a:pt x="9525" y="0"/>
                </a:lnTo>
                <a:lnTo>
                  <a:pt x="9525" y="9525"/>
                </a:lnTo>
                <a:close/>
              </a:path>
            </a:pathLst>
          </a:custGeom>
          <a:solidFill>
            <a:srgbClr val="C7C6C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02" name="object 502"/>
          <p:cNvSpPr/>
          <p:nvPr/>
        </p:nvSpPr>
        <p:spPr>
          <a:xfrm>
            <a:off x="5876926" y="1587139"/>
            <a:ext cx="9525" cy="9525"/>
          </a:xfrm>
          <a:custGeom>
            <a:avLst/>
            <a:gdLst/>
            <a:ahLst/>
            <a:cxnLst/>
            <a:rect l="l" t="t" r="r" b="b"/>
            <a:pathLst>
              <a:path w="9525" h="9525">
                <a:moveTo>
                  <a:pt x="9525" y="9525"/>
                </a:moveTo>
                <a:lnTo>
                  <a:pt x="0" y="9525"/>
                </a:lnTo>
                <a:lnTo>
                  <a:pt x="0" y="0"/>
                </a:lnTo>
                <a:lnTo>
                  <a:pt x="9525" y="0"/>
                </a:lnTo>
                <a:lnTo>
                  <a:pt x="9525" y="9525"/>
                </a:lnTo>
                <a:close/>
              </a:path>
            </a:pathLst>
          </a:custGeom>
          <a:solidFill>
            <a:srgbClr val="C7C6C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03" name="object 503"/>
          <p:cNvSpPr/>
          <p:nvPr/>
        </p:nvSpPr>
        <p:spPr>
          <a:xfrm>
            <a:off x="5934076" y="1587139"/>
            <a:ext cx="9525" cy="9525"/>
          </a:xfrm>
          <a:custGeom>
            <a:avLst/>
            <a:gdLst/>
            <a:ahLst/>
            <a:cxnLst/>
            <a:rect l="l" t="t" r="r" b="b"/>
            <a:pathLst>
              <a:path w="9525" h="9525">
                <a:moveTo>
                  <a:pt x="9525" y="9525"/>
                </a:moveTo>
                <a:lnTo>
                  <a:pt x="0" y="9525"/>
                </a:lnTo>
                <a:lnTo>
                  <a:pt x="0" y="0"/>
                </a:lnTo>
                <a:lnTo>
                  <a:pt x="9525" y="0"/>
                </a:lnTo>
                <a:lnTo>
                  <a:pt x="9525" y="9525"/>
                </a:lnTo>
                <a:close/>
              </a:path>
            </a:pathLst>
          </a:custGeom>
          <a:solidFill>
            <a:srgbClr val="C7C6C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04" name="object 504"/>
          <p:cNvSpPr/>
          <p:nvPr/>
        </p:nvSpPr>
        <p:spPr>
          <a:xfrm>
            <a:off x="5991226" y="1587139"/>
            <a:ext cx="9525" cy="9525"/>
          </a:xfrm>
          <a:custGeom>
            <a:avLst/>
            <a:gdLst/>
            <a:ahLst/>
            <a:cxnLst/>
            <a:rect l="l" t="t" r="r" b="b"/>
            <a:pathLst>
              <a:path w="9525" h="9525">
                <a:moveTo>
                  <a:pt x="9525" y="9525"/>
                </a:moveTo>
                <a:lnTo>
                  <a:pt x="0" y="9525"/>
                </a:lnTo>
                <a:lnTo>
                  <a:pt x="0" y="0"/>
                </a:lnTo>
                <a:lnTo>
                  <a:pt x="9525" y="0"/>
                </a:lnTo>
                <a:lnTo>
                  <a:pt x="9525" y="9525"/>
                </a:lnTo>
                <a:close/>
              </a:path>
            </a:pathLst>
          </a:custGeom>
          <a:solidFill>
            <a:srgbClr val="C7C6C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05" name="object 505"/>
          <p:cNvSpPr/>
          <p:nvPr/>
        </p:nvSpPr>
        <p:spPr>
          <a:xfrm>
            <a:off x="6048376" y="1587139"/>
            <a:ext cx="9525" cy="9525"/>
          </a:xfrm>
          <a:custGeom>
            <a:avLst/>
            <a:gdLst/>
            <a:ahLst/>
            <a:cxnLst/>
            <a:rect l="l" t="t" r="r" b="b"/>
            <a:pathLst>
              <a:path w="9525" h="9525">
                <a:moveTo>
                  <a:pt x="9525" y="9525"/>
                </a:moveTo>
                <a:lnTo>
                  <a:pt x="0" y="9525"/>
                </a:lnTo>
                <a:lnTo>
                  <a:pt x="0" y="0"/>
                </a:lnTo>
                <a:lnTo>
                  <a:pt x="9525" y="0"/>
                </a:lnTo>
                <a:lnTo>
                  <a:pt x="9525" y="9525"/>
                </a:lnTo>
                <a:close/>
              </a:path>
            </a:pathLst>
          </a:custGeom>
          <a:solidFill>
            <a:srgbClr val="C7C6C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06" name="object 506"/>
          <p:cNvSpPr/>
          <p:nvPr/>
        </p:nvSpPr>
        <p:spPr>
          <a:xfrm>
            <a:off x="6105526" y="1587139"/>
            <a:ext cx="9525" cy="9525"/>
          </a:xfrm>
          <a:custGeom>
            <a:avLst/>
            <a:gdLst/>
            <a:ahLst/>
            <a:cxnLst/>
            <a:rect l="l" t="t" r="r" b="b"/>
            <a:pathLst>
              <a:path w="9525" h="9525">
                <a:moveTo>
                  <a:pt x="9525" y="9525"/>
                </a:moveTo>
                <a:lnTo>
                  <a:pt x="0" y="9525"/>
                </a:lnTo>
                <a:lnTo>
                  <a:pt x="0" y="0"/>
                </a:lnTo>
                <a:lnTo>
                  <a:pt x="9525" y="0"/>
                </a:lnTo>
                <a:lnTo>
                  <a:pt x="9525" y="9525"/>
                </a:lnTo>
                <a:close/>
              </a:path>
            </a:pathLst>
          </a:custGeom>
          <a:solidFill>
            <a:srgbClr val="C7C6C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07" name="object 507"/>
          <p:cNvSpPr/>
          <p:nvPr/>
        </p:nvSpPr>
        <p:spPr>
          <a:xfrm>
            <a:off x="6162676" y="1587139"/>
            <a:ext cx="9525" cy="9525"/>
          </a:xfrm>
          <a:custGeom>
            <a:avLst/>
            <a:gdLst/>
            <a:ahLst/>
            <a:cxnLst/>
            <a:rect l="l" t="t" r="r" b="b"/>
            <a:pathLst>
              <a:path w="9525" h="9525">
                <a:moveTo>
                  <a:pt x="9525" y="9525"/>
                </a:moveTo>
                <a:lnTo>
                  <a:pt x="0" y="9525"/>
                </a:lnTo>
                <a:lnTo>
                  <a:pt x="0" y="0"/>
                </a:lnTo>
                <a:lnTo>
                  <a:pt x="9525" y="0"/>
                </a:lnTo>
                <a:lnTo>
                  <a:pt x="9525" y="9525"/>
                </a:lnTo>
                <a:close/>
              </a:path>
            </a:pathLst>
          </a:custGeom>
          <a:solidFill>
            <a:srgbClr val="C7C6C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08" name="object 508"/>
          <p:cNvSpPr/>
          <p:nvPr/>
        </p:nvSpPr>
        <p:spPr>
          <a:xfrm>
            <a:off x="6219826" y="1587139"/>
            <a:ext cx="9525" cy="9525"/>
          </a:xfrm>
          <a:custGeom>
            <a:avLst/>
            <a:gdLst/>
            <a:ahLst/>
            <a:cxnLst/>
            <a:rect l="l" t="t" r="r" b="b"/>
            <a:pathLst>
              <a:path w="9525" h="9525">
                <a:moveTo>
                  <a:pt x="9525" y="9525"/>
                </a:moveTo>
                <a:lnTo>
                  <a:pt x="0" y="9525"/>
                </a:lnTo>
                <a:lnTo>
                  <a:pt x="0" y="0"/>
                </a:lnTo>
                <a:lnTo>
                  <a:pt x="9525" y="0"/>
                </a:lnTo>
                <a:lnTo>
                  <a:pt x="9525" y="9525"/>
                </a:lnTo>
                <a:close/>
              </a:path>
            </a:pathLst>
          </a:custGeom>
          <a:solidFill>
            <a:srgbClr val="C7C6C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09" name="object 509"/>
          <p:cNvSpPr/>
          <p:nvPr/>
        </p:nvSpPr>
        <p:spPr>
          <a:xfrm>
            <a:off x="6276976" y="1587139"/>
            <a:ext cx="9525" cy="9525"/>
          </a:xfrm>
          <a:custGeom>
            <a:avLst/>
            <a:gdLst/>
            <a:ahLst/>
            <a:cxnLst/>
            <a:rect l="l" t="t" r="r" b="b"/>
            <a:pathLst>
              <a:path w="9525" h="9525">
                <a:moveTo>
                  <a:pt x="9525" y="9525"/>
                </a:moveTo>
                <a:lnTo>
                  <a:pt x="0" y="9525"/>
                </a:lnTo>
                <a:lnTo>
                  <a:pt x="0" y="0"/>
                </a:lnTo>
                <a:lnTo>
                  <a:pt x="9525" y="0"/>
                </a:lnTo>
                <a:lnTo>
                  <a:pt x="9525" y="9525"/>
                </a:lnTo>
                <a:close/>
              </a:path>
            </a:pathLst>
          </a:custGeom>
          <a:solidFill>
            <a:srgbClr val="C7C6C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10" name="object 510"/>
          <p:cNvSpPr/>
          <p:nvPr/>
        </p:nvSpPr>
        <p:spPr>
          <a:xfrm>
            <a:off x="6334126" y="1587139"/>
            <a:ext cx="9525" cy="9525"/>
          </a:xfrm>
          <a:custGeom>
            <a:avLst/>
            <a:gdLst/>
            <a:ahLst/>
            <a:cxnLst/>
            <a:rect l="l" t="t" r="r" b="b"/>
            <a:pathLst>
              <a:path w="9525" h="9525">
                <a:moveTo>
                  <a:pt x="9525" y="9525"/>
                </a:moveTo>
                <a:lnTo>
                  <a:pt x="0" y="9525"/>
                </a:lnTo>
                <a:lnTo>
                  <a:pt x="0" y="0"/>
                </a:lnTo>
                <a:lnTo>
                  <a:pt x="9525" y="0"/>
                </a:lnTo>
                <a:lnTo>
                  <a:pt x="9525" y="9525"/>
                </a:lnTo>
                <a:close/>
              </a:path>
            </a:pathLst>
          </a:custGeom>
          <a:solidFill>
            <a:srgbClr val="C7C6C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11" name="object 511"/>
          <p:cNvSpPr/>
          <p:nvPr/>
        </p:nvSpPr>
        <p:spPr>
          <a:xfrm>
            <a:off x="6391276" y="1587139"/>
            <a:ext cx="9525" cy="9525"/>
          </a:xfrm>
          <a:custGeom>
            <a:avLst/>
            <a:gdLst/>
            <a:ahLst/>
            <a:cxnLst/>
            <a:rect l="l" t="t" r="r" b="b"/>
            <a:pathLst>
              <a:path w="9525" h="9525">
                <a:moveTo>
                  <a:pt x="9525" y="9525"/>
                </a:moveTo>
                <a:lnTo>
                  <a:pt x="0" y="9525"/>
                </a:lnTo>
                <a:lnTo>
                  <a:pt x="0" y="0"/>
                </a:lnTo>
                <a:lnTo>
                  <a:pt x="9525" y="0"/>
                </a:lnTo>
                <a:lnTo>
                  <a:pt x="9525" y="9525"/>
                </a:lnTo>
                <a:close/>
              </a:path>
            </a:pathLst>
          </a:custGeom>
          <a:solidFill>
            <a:srgbClr val="C7C6C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12" name="object 512"/>
          <p:cNvSpPr/>
          <p:nvPr/>
        </p:nvSpPr>
        <p:spPr>
          <a:xfrm>
            <a:off x="6448426" y="1587139"/>
            <a:ext cx="9525" cy="9525"/>
          </a:xfrm>
          <a:custGeom>
            <a:avLst/>
            <a:gdLst/>
            <a:ahLst/>
            <a:cxnLst/>
            <a:rect l="l" t="t" r="r" b="b"/>
            <a:pathLst>
              <a:path w="9525" h="9525">
                <a:moveTo>
                  <a:pt x="9525" y="9525"/>
                </a:moveTo>
                <a:lnTo>
                  <a:pt x="0" y="9525"/>
                </a:lnTo>
                <a:lnTo>
                  <a:pt x="0" y="0"/>
                </a:lnTo>
                <a:lnTo>
                  <a:pt x="9525" y="0"/>
                </a:lnTo>
                <a:lnTo>
                  <a:pt x="9525" y="9525"/>
                </a:lnTo>
                <a:close/>
              </a:path>
            </a:pathLst>
          </a:custGeom>
          <a:solidFill>
            <a:srgbClr val="C7C6C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13" name="object 513"/>
          <p:cNvSpPr/>
          <p:nvPr/>
        </p:nvSpPr>
        <p:spPr>
          <a:xfrm>
            <a:off x="6505576" y="1587139"/>
            <a:ext cx="9525" cy="9525"/>
          </a:xfrm>
          <a:custGeom>
            <a:avLst/>
            <a:gdLst/>
            <a:ahLst/>
            <a:cxnLst/>
            <a:rect l="l" t="t" r="r" b="b"/>
            <a:pathLst>
              <a:path w="9525" h="9525">
                <a:moveTo>
                  <a:pt x="9525" y="9525"/>
                </a:moveTo>
                <a:lnTo>
                  <a:pt x="0" y="9525"/>
                </a:lnTo>
                <a:lnTo>
                  <a:pt x="0" y="0"/>
                </a:lnTo>
                <a:lnTo>
                  <a:pt x="9525" y="0"/>
                </a:lnTo>
                <a:lnTo>
                  <a:pt x="9525" y="9525"/>
                </a:lnTo>
                <a:close/>
              </a:path>
            </a:pathLst>
          </a:custGeom>
          <a:solidFill>
            <a:srgbClr val="C7C6C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14" name="object 514"/>
          <p:cNvSpPr/>
          <p:nvPr/>
        </p:nvSpPr>
        <p:spPr>
          <a:xfrm>
            <a:off x="6562726" y="1587139"/>
            <a:ext cx="9525" cy="9525"/>
          </a:xfrm>
          <a:custGeom>
            <a:avLst/>
            <a:gdLst/>
            <a:ahLst/>
            <a:cxnLst/>
            <a:rect l="l" t="t" r="r" b="b"/>
            <a:pathLst>
              <a:path w="9525" h="9525">
                <a:moveTo>
                  <a:pt x="9525" y="9525"/>
                </a:moveTo>
                <a:lnTo>
                  <a:pt x="0" y="9525"/>
                </a:lnTo>
                <a:lnTo>
                  <a:pt x="0" y="0"/>
                </a:lnTo>
                <a:lnTo>
                  <a:pt x="9525" y="0"/>
                </a:lnTo>
                <a:lnTo>
                  <a:pt x="9525" y="9525"/>
                </a:lnTo>
                <a:close/>
              </a:path>
            </a:pathLst>
          </a:custGeom>
          <a:solidFill>
            <a:srgbClr val="C7C6C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15" name="object 515"/>
          <p:cNvSpPr/>
          <p:nvPr/>
        </p:nvSpPr>
        <p:spPr>
          <a:xfrm>
            <a:off x="6619876" y="1587139"/>
            <a:ext cx="9525" cy="9525"/>
          </a:xfrm>
          <a:custGeom>
            <a:avLst/>
            <a:gdLst/>
            <a:ahLst/>
            <a:cxnLst/>
            <a:rect l="l" t="t" r="r" b="b"/>
            <a:pathLst>
              <a:path w="9525" h="9525">
                <a:moveTo>
                  <a:pt x="9525" y="9525"/>
                </a:moveTo>
                <a:lnTo>
                  <a:pt x="0" y="9525"/>
                </a:lnTo>
                <a:lnTo>
                  <a:pt x="0" y="0"/>
                </a:lnTo>
                <a:lnTo>
                  <a:pt x="9525" y="0"/>
                </a:lnTo>
                <a:lnTo>
                  <a:pt x="9525" y="9525"/>
                </a:lnTo>
                <a:close/>
              </a:path>
            </a:pathLst>
          </a:custGeom>
          <a:solidFill>
            <a:srgbClr val="C7C6C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16" name="object 516"/>
          <p:cNvSpPr/>
          <p:nvPr/>
        </p:nvSpPr>
        <p:spPr>
          <a:xfrm>
            <a:off x="6677026" y="1587139"/>
            <a:ext cx="9525" cy="9525"/>
          </a:xfrm>
          <a:custGeom>
            <a:avLst/>
            <a:gdLst/>
            <a:ahLst/>
            <a:cxnLst/>
            <a:rect l="l" t="t" r="r" b="b"/>
            <a:pathLst>
              <a:path w="9525" h="9525">
                <a:moveTo>
                  <a:pt x="9525" y="9525"/>
                </a:moveTo>
                <a:lnTo>
                  <a:pt x="0" y="9525"/>
                </a:lnTo>
                <a:lnTo>
                  <a:pt x="0" y="0"/>
                </a:lnTo>
                <a:lnTo>
                  <a:pt x="9525" y="0"/>
                </a:lnTo>
                <a:lnTo>
                  <a:pt x="9525" y="9525"/>
                </a:lnTo>
                <a:close/>
              </a:path>
            </a:pathLst>
          </a:custGeom>
          <a:solidFill>
            <a:srgbClr val="C7C6C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17" name="object 517"/>
          <p:cNvSpPr/>
          <p:nvPr/>
        </p:nvSpPr>
        <p:spPr>
          <a:xfrm>
            <a:off x="6734176" y="1587139"/>
            <a:ext cx="9525" cy="9525"/>
          </a:xfrm>
          <a:custGeom>
            <a:avLst/>
            <a:gdLst/>
            <a:ahLst/>
            <a:cxnLst/>
            <a:rect l="l" t="t" r="r" b="b"/>
            <a:pathLst>
              <a:path w="9525" h="9525">
                <a:moveTo>
                  <a:pt x="9525" y="9525"/>
                </a:moveTo>
                <a:lnTo>
                  <a:pt x="0" y="9525"/>
                </a:lnTo>
                <a:lnTo>
                  <a:pt x="0" y="0"/>
                </a:lnTo>
                <a:lnTo>
                  <a:pt x="9525" y="0"/>
                </a:lnTo>
                <a:lnTo>
                  <a:pt x="9525" y="9525"/>
                </a:lnTo>
                <a:close/>
              </a:path>
            </a:pathLst>
          </a:custGeom>
          <a:solidFill>
            <a:srgbClr val="C7C6C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18" name="object 518"/>
          <p:cNvSpPr/>
          <p:nvPr/>
        </p:nvSpPr>
        <p:spPr>
          <a:xfrm>
            <a:off x="6791326" y="1587139"/>
            <a:ext cx="9525" cy="9525"/>
          </a:xfrm>
          <a:custGeom>
            <a:avLst/>
            <a:gdLst/>
            <a:ahLst/>
            <a:cxnLst/>
            <a:rect l="l" t="t" r="r" b="b"/>
            <a:pathLst>
              <a:path w="9525" h="9525">
                <a:moveTo>
                  <a:pt x="9525" y="9525"/>
                </a:moveTo>
                <a:lnTo>
                  <a:pt x="0" y="9525"/>
                </a:lnTo>
                <a:lnTo>
                  <a:pt x="0" y="0"/>
                </a:lnTo>
                <a:lnTo>
                  <a:pt x="9525" y="0"/>
                </a:lnTo>
                <a:lnTo>
                  <a:pt x="9525" y="9525"/>
                </a:lnTo>
                <a:close/>
              </a:path>
            </a:pathLst>
          </a:custGeom>
          <a:solidFill>
            <a:srgbClr val="C7C6C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19" name="object 519"/>
          <p:cNvSpPr/>
          <p:nvPr/>
        </p:nvSpPr>
        <p:spPr>
          <a:xfrm>
            <a:off x="6848476" y="1587139"/>
            <a:ext cx="9525" cy="9525"/>
          </a:xfrm>
          <a:custGeom>
            <a:avLst/>
            <a:gdLst/>
            <a:ahLst/>
            <a:cxnLst/>
            <a:rect l="l" t="t" r="r" b="b"/>
            <a:pathLst>
              <a:path w="9525" h="9525">
                <a:moveTo>
                  <a:pt x="9525" y="9525"/>
                </a:moveTo>
                <a:lnTo>
                  <a:pt x="0" y="9525"/>
                </a:lnTo>
                <a:lnTo>
                  <a:pt x="0" y="0"/>
                </a:lnTo>
                <a:lnTo>
                  <a:pt x="9525" y="0"/>
                </a:lnTo>
                <a:lnTo>
                  <a:pt x="9525" y="9525"/>
                </a:lnTo>
                <a:close/>
              </a:path>
            </a:pathLst>
          </a:custGeom>
          <a:solidFill>
            <a:srgbClr val="C7C6C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20" name="object 520"/>
          <p:cNvSpPr/>
          <p:nvPr/>
        </p:nvSpPr>
        <p:spPr>
          <a:xfrm>
            <a:off x="6905626" y="1587139"/>
            <a:ext cx="9525" cy="9525"/>
          </a:xfrm>
          <a:custGeom>
            <a:avLst/>
            <a:gdLst/>
            <a:ahLst/>
            <a:cxnLst/>
            <a:rect l="l" t="t" r="r" b="b"/>
            <a:pathLst>
              <a:path w="9525" h="9525">
                <a:moveTo>
                  <a:pt x="9525" y="9525"/>
                </a:moveTo>
                <a:lnTo>
                  <a:pt x="0" y="9525"/>
                </a:lnTo>
                <a:lnTo>
                  <a:pt x="0" y="0"/>
                </a:lnTo>
                <a:lnTo>
                  <a:pt x="9525" y="0"/>
                </a:lnTo>
                <a:lnTo>
                  <a:pt x="9525" y="9525"/>
                </a:lnTo>
                <a:close/>
              </a:path>
            </a:pathLst>
          </a:custGeom>
          <a:solidFill>
            <a:srgbClr val="C7C6C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21" name="object 521"/>
          <p:cNvSpPr/>
          <p:nvPr/>
        </p:nvSpPr>
        <p:spPr>
          <a:xfrm>
            <a:off x="6962776" y="1587139"/>
            <a:ext cx="9525" cy="9525"/>
          </a:xfrm>
          <a:custGeom>
            <a:avLst/>
            <a:gdLst/>
            <a:ahLst/>
            <a:cxnLst/>
            <a:rect l="l" t="t" r="r" b="b"/>
            <a:pathLst>
              <a:path w="9525" h="9525">
                <a:moveTo>
                  <a:pt x="9525" y="9525"/>
                </a:moveTo>
                <a:lnTo>
                  <a:pt x="0" y="9525"/>
                </a:lnTo>
                <a:lnTo>
                  <a:pt x="0" y="0"/>
                </a:lnTo>
                <a:lnTo>
                  <a:pt x="9525" y="0"/>
                </a:lnTo>
                <a:lnTo>
                  <a:pt x="9525" y="9525"/>
                </a:lnTo>
                <a:close/>
              </a:path>
            </a:pathLst>
          </a:custGeom>
          <a:solidFill>
            <a:srgbClr val="C7C6C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22" name="object 522"/>
          <p:cNvSpPr/>
          <p:nvPr/>
        </p:nvSpPr>
        <p:spPr>
          <a:xfrm>
            <a:off x="7019926" y="1587139"/>
            <a:ext cx="9525" cy="9525"/>
          </a:xfrm>
          <a:custGeom>
            <a:avLst/>
            <a:gdLst/>
            <a:ahLst/>
            <a:cxnLst/>
            <a:rect l="l" t="t" r="r" b="b"/>
            <a:pathLst>
              <a:path w="9525" h="9525">
                <a:moveTo>
                  <a:pt x="9525" y="9525"/>
                </a:moveTo>
                <a:lnTo>
                  <a:pt x="0" y="9525"/>
                </a:lnTo>
                <a:lnTo>
                  <a:pt x="0" y="0"/>
                </a:lnTo>
                <a:lnTo>
                  <a:pt x="9525" y="0"/>
                </a:lnTo>
                <a:lnTo>
                  <a:pt x="9525" y="9525"/>
                </a:lnTo>
                <a:close/>
              </a:path>
            </a:pathLst>
          </a:custGeom>
          <a:solidFill>
            <a:srgbClr val="C7C6C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23" name="object 523"/>
          <p:cNvSpPr/>
          <p:nvPr/>
        </p:nvSpPr>
        <p:spPr>
          <a:xfrm>
            <a:off x="7077076" y="1587139"/>
            <a:ext cx="9525" cy="9525"/>
          </a:xfrm>
          <a:custGeom>
            <a:avLst/>
            <a:gdLst/>
            <a:ahLst/>
            <a:cxnLst/>
            <a:rect l="l" t="t" r="r" b="b"/>
            <a:pathLst>
              <a:path w="9525" h="9525">
                <a:moveTo>
                  <a:pt x="9525" y="9525"/>
                </a:moveTo>
                <a:lnTo>
                  <a:pt x="0" y="9525"/>
                </a:lnTo>
                <a:lnTo>
                  <a:pt x="0" y="0"/>
                </a:lnTo>
                <a:lnTo>
                  <a:pt x="9525" y="0"/>
                </a:lnTo>
                <a:lnTo>
                  <a:pt x="9525" y="9525"/>
                </a:lnTo>
                <a:close/>
              </a:path>
            </a:pathLst>
          </a:custGeom>
          <a:solidFill>
            <a:srgbClr val="C7C6C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24" name="object 524"/>
          <p:cNvSpPr/>
          <p:nvPr/>
        </p:nvSpPr>
        <p:spPr>
          <a:xfrm>
            <a:off x="7134226" y="1587139"/>
            <a:ext cx="9525" cy="9525"/>
          </a:xfrm>
          <a:custGeom>
            <a:avLst/>
            <a:gdLst/>
            <a:ahLst/>
            <a:cxnLst/>
            <a:rect l="l" t="t" r="r" b="b"/>
            <a:pathLst>
              <a:path w="9525" h="9525">
                <a:moveTo>
                  <a:pt x="9525" y="9525"/>
                </a:moveTo>
                <a:lnTo>
                  <a:pt x="0" y="9525"/>
                </a:lnTo>
                <a:lnTo>
                  <a:pt x="0" y="0"/>
                </a:lnTo>
                <a:lnTo>
                  <a:pt x="9525" y="0"/>
                </a:lnTo>
                <a:lnTo>
                  <a:pt x="9525" y="9525"/>
                </a:lnTo>
                <a:close/>
              </a:path>
            </a:pathLst>
          </a:custGeom>
          <a:solidFill>
            <a:srgbClr val="C7C6C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25" name="object 525"/>
          <p:cNvSpPr/>
          <p:nvPr/>
        </p:nvSpPr>
        <p:spPr>
          <a:xfrm>
            <a:off x="7191376" y="1587139"/>
            <a:ext cx="9525" cy="9525"/>
          </a:xfrm>
          <a:custGeom>
            <a:avLst/>
            <a:gdLst/>
            <a:ahLst/>
            <a:cxnLst/>
            <a:rect l="l" t="t" r="r" b="b"/>
            <a:pathLst>
              <a:path w="9525" h="9525">
                <a:moveTo>
                  <a:pt x="9525" y="9525"/>
                </a:moveTo>
                <a:lnTo>
                  <a:pt x="0" y="9525"/>
                </a:lnTo>
                <a:lnTo>
                  <a:pt x="0" y="0"/>
                </a:lnTo>
                <a:lnTo>
                  <a:pt x="9525" y="0"/>
                </a:lnTo>
                <a:lnTo>
                  <a:pt x="9525" y="9525"/>
                </a:lnTo>
                <a:close/>
              </a:path>
            </a:pathLst>
          </a:custGeom>
          <a:solidFill>
            <a:srgbClr val="C7C6C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26" name="object 526"/>
          <p:cNvSpPr/>
          <p:nvPr/>
        </p:nvSpPr>
        <p:spPr>
          <a:xfrm>
            <a:off x="7248526" y="1587139"/>
            <a:ext cx="9525" cy="9525"/>
          </a:xfrm>
          <a:custGeom>
            <a:avLst/>
            <a:gdLst/>
            <a:ahLst/>
            <a:cxnLst/>
            <a:rect l="l" t="t" r="r" b="b"/>
            <a:pathLst>
              <a:path w="9525" h="9525">
                <a:moveTo>
                  <a:pt x="9525" y="9525"/>
                </a:moveTo>
                <a:lnTo>
                  <a:pt x="0" y="9525"/>
                </a:lnTo>
                <a:lnTo>
                  <a:pt x="0" y="0"/>
                </a:lnTo>
                <a:lnTo>
                  <a:pt x="9525" y="0"/>
                </a:lnTo>
                <a:lnTo>
                  <a:pt x="9525" y="9525"/>
                </a:lnTo>
                <a:close/>
              </a:path>
            </a:pathLst>
          </a:custGeom>
          <a:solidFill>
            <a:srgbClr val="C7C6C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27" name="object 527"/>
          <p:cNvSpPr/>
          <p:nvPr/>
        </p:nvSpPr>
        <p:spPr>
          <a:xfrm>
            <a:off x="7305676" y="1587139"/>
            <a:ext cx="9525" cy="9525"/>
          </a:xfrm>
          <a:custGeom>
            <a:avLst/>
            <a:gdLst/>
            <a:ahLst/>
            <a:cxnLst/>
            <a:rect l="l" t="t" r="r" b="b"/>
            <a:pathLst>
              <a:path w="9525" h="9525">
                <a:moveTo>
                  <a:pt x="9525" y="9525"/>
                </a:moveTo>
                <a:lnTo>
                  <a:pt x="0" y="9525"/>
                </a:lnTo>
                <a:lnTo>
                  <a:pt x="0" y="0"/>
                </a:lnTo>
                <a:lnTo>
                  <a:pt x="9525" y="0"/>
                </a:lnTo>
                <a:lnTo>
                  <a:pt x="9525" y="9525"/>
                </a:lnTo>
                <a:close/>
              </a:path>
            </a:pathLst>
          </a:custGeom>
          <a:solidFill>
            <a:srgbClr val="C7C6C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28" name="object 528"/>
          <p:cNvSpPr/>
          <p:nvPr/>
        </p:nvSpPr>
        <p:spPr>
          <a:xfrm>
            <a:off x="7362826" y="1587139"/>
            <a:ext cx="9525" cy="9525"/>
          </a:xfrm>
          <a:custGeom>
            <a:avLst/>
            <a:gdLst/>
            <a:ahLst/>
            <a:cxnLst/>
            <a:rect l="l" t="t" r="r" b="b"/>
            <a:pathLst>
              <a:path w="9525" h="9525">
                <a:moveTo>
                  <a:pt x="9525" y="9525"/>
                </a:moveTo>
                <a:lnTo>
                  <a:pt x="0" y="9525"/>
                </a:lnTo>
                <a:lnTo>
                  <a:pt x="0" y="0"/>
                </a:lnTo>
                <a:lnTo>
                  <a:pt x="9525" y="0"/>
                </a:lnTo>
                <a:lnTo>
                  <a:pt x="9525" y="9525"/>
                </a:lnTo>
                <a:close/>
              </a:path>
            </a:pathLst>
          </a:custGeom>
          <a:solidFill>
            <a:srgbClr val="C7C6C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29" name="object 529"/>
          <p:cNvSpPr/>
          <p:nvPr/>
        </p:nvSpPr>
        <p:spPr>
          <a:xfrm>
            <a:off x="7419976" y="1587139"/>
            <a:ext cx="9525" cy="9525"/>
          </a:xfrm>
          <a:custGeom>
            <a:avLst/>
            <a:gdLst/>
            <a:ahLst/>
            <a:cxnLst/>
            <a:rect l="l" t="t" r="r" b="b"/>
            <a:pathLst>
              <a:path w="9525" h="9525">
                <a:moveTo>
                  <a:pt x="9525" y="9525"/>
                </a:moveTo>
                <a:lnTo>
                  <a:pt x="0" y="9525"/>
                </a:lnTo>
                <a:lnTo>
                  <a:pt x="0" y="0"/>
                </a:lnTo>
                <a:lnTo>
                  <a:pt x="9525" y="0"/>
                </a:lnTo>
                <a:lnTo>
                  <a:pt x="9525" y="9525"/>
                </a:lnTo>
                <a:close/>
              </a:path>
            </a:pathLst>
          </a:custGeom>
          <a:solidFill>
            <a:srgbClr val="C7C6C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30" name="object 530"/>
          <p:cNvSpPr/>
          <p:nvPr/>
        </p:nvSpPr>
        <p:spPr>
          <a:xfrm>
            <a:off x="7477126" y="1587139"/>
            <a:ext cx="9525" cy="9525"/>
          </a:xfrm>
          <a:custGeom>
            <a:avLst/>
            <a:gdLst/>
            <a:ahLst/>
            <a:cxnLst/>
            <a:rect l="l" t="t" r="r" b="b"/>
            <a:pathLst>
              <a:path w="9525" h="9525">
                <a:moveTo>
                  <a:pt x="9525" y="9525"/>
                </a:moveTo>
                <a:lnTo>
                  <a:pt x="0" y="9525"/>
                </a:lnTo>
                <a:lnTo>
                  <a:pt x="0" y="0"/>
                </a:lnTo>
                <a:lnTo>
                  <a:pt x="9525" y="0"/>
                </a:lnTo>
                <a:lnTo>
                  <a:pt x="9525" y="9525"/>
                </a:lnTo>
                <a:close/>
              </a:path>
            </a:pathLst>
          </a:custGeom>
          <a:solidFill>
            <a:srgbClr val="C7C6C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31" name="object 531"/>
          <p:cNvSpPr/>
          <p:nvPr/>
        </p:nvSpPr>
        <p:spPr>
          <a:xfrm>
            <a:off x="7534276" y="1587139"/>
            <a:ext cx="9525" cy="9525"/>
          </a:xfrm>
          <a:custGeom>
            <a:avLst/>
            <a:gdLst/>
            <a:ahLst/>
            <a:cxnLst/>
            <a:rect l="l" t="t" r="r" b="b"/>
            <a:pathLst>
              <a:path w="9525" h="9525">
                <a:moveTo>
                  <a:pt x="9525" y="9525"/>
                </a:moveTo>
                <a:lnTo>
                  <a:pt x="0" y="9525"/>
                </a:lnTo>
                <a:lnTo>
                  <a:pt x="0" y="0"/>
                </a:lnTo>
                <a:lnTo>
                  <a:pt x="9525" y="0"/>
                </a:lnTo>
                <a:lnTo>
                  <a:pt x="9525" y="9525"/>
                </a:lnTo>
                <a:close/>
              </a:path>
            </a:pathLst>
          </a:custGeom>
          <a:solidFill>
            <a:srgbClr val="C7C6C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32" name="object 532"/>
          <p:cNvSpPr/>
          <p:nvPr/>
        </p:nvSpPr>
        <p:spPr>
          <a:xfrm>
            <a:off x="7591426" y="1587139"/>
            <a:ext cx="9525" cy="9525"/>
          </a:xfrm>
          <a:custGeom>
            <a:avLst/>
            <a:gdLst/>
            <a:ahLst/>
            <a:cxnLst/>
            <a:rect l="l" t="t" r="r" b="b"/>
            <a:pathLst>
              <a:path w="9525" h="9525">
                <a:moveTo>
                  <a:pt x="9525" y="9525"/>
                </a:moveTo>
                <a:lnTo>
                  <a:pt x="0" y="9525"/>
                </a:lnTo>
                <a:lnTo>
                  <a:pt x="0" y="0"/>
                </a:lnTo>
                <a:lnTo>
                  <a:pt x="9525" y="0"/>
                </a:lnTo>
                <a:lnTo>
                  <a:pt x="9525" y="9525"/>
                </a:lnTo>
                <a:close/>
              </a:path>
            </a:pathLst>
          </a:custGeom>
          <a:solidFill>
            <a:srgbClr val="C7C6C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33" name="object 533"/>
          <p:cNvSpPr/>
          <p:nvPr/>
        </p:nvSpPr>
        <p:spPr>
          <a:xfrm>
            <a:off x="7648576" y="1587139"/>
            <a:ext cx="9525" cy="9525"/>
          </a:xfrm>
          <a:custGeom>
            <a:avLst/>
            <a:gdLst/>
            <a:ahLst/>
            <a:cxnLst/>
            <a:rect l="l" t="t" r="r" b="b"/>
            <a:pathLst>
              <a:path w="9525" h="9525">
                <a:moveTo>
                  <a:pt x="9525" y="9525"/>
                </a:moveTo>
                <a:lnTo>
                  <a:pt x="0" y="9525"/>
                </a:lnTo>
                <a:lnTo>
                  <a:pt x="0" y="0"/>
                </a:lnTo>
                <a:lnTo>
                  <a:pt x="9525" y="0"/>
                </a:lnTo>
                <a:lnTo>
                  <a:pt x="9525" y="9525"/>
                </a:lnTo>
                <a:close/>
              </a:path>
            </a:pathLst>
          </a:custGeom>
          <a:solidFill>
            <a:srgbClr val="C7C6C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34" name="object 534"/>
          <p:cNvSpPr/>
          <p:nvPr/>
        </p:nvSpPr>
        <p:spPr>
          <a:xfrm>
            <a:off x="7705726" y="1587139"/>
            <a:ext cx="9525" cy="9525"/>
          </a:xfrm>
          <a:custGeom>
            <a:avLst/>
            <a:gdLst/>
            <a:ahLst/>
            <a:cxnLst/>
            <a:rect l="l" t="t" r="r" b="b"/>
            <a:pathLst>
              <a:path w="9525" h="9525">
                <a:moveTo>
                  <a:pt x="9525" y="9525"/>
                </a:moveTo>
                <a:lnTo>
                  <a:pt x="0" y="9525"/>
                </a:lnTo>
                <a:lnTo>
                  <a:pt x="0" y="0"/>
                </a:lnTo>
                <a:lnTo>
                  <a:pt x="9525" y="0"/>
                </a:lnTo>
                <a:lnTo>
                  <a:pt x="9525" y="9525"/>
                </a:lnTo>
                <a:close/>
              </a:path>
            </a:pathLst>
          </a:custGeom>
          <a:solidFill>
            <a:srgbClr val="C7C6C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35" name="object 535"/>
          <p:cNvSpPr/>
          <p:nvPr/>
        </p:nvSpPr>
        <p:spPr>
          <a:xfrm>
            <a:off x="7762876" y="1587139"/>
            <a:ext cx="9525" cy="9525"/>
          </a:xfrm>
          <a:custGeom>
            <a:avLst/>
            <a:gdLst/>
            <a:ahLst/>
            <a:cxnLst/>
            <a:rect l="l" t="t" r="r" b="b"/>
            <a:pathLst>
              <a:path w="9525" h="9525">
                <a:moveTo>
                  <a:pt x="9525" y="9525"/>
                </a:moveTo>
                <a:lnTo>
                  <a:pt x="0" y="9525"/>
                </a:lnTo>
                <a:lnTo>
                  <a:pt x="0" y="0"/>
                </a:lnTo>
                <a:lnTo>
                  <a:pt x="9525" y="0"/>
                </a:lnTo>
                <a:lnTo>
                  <a:pt x="9525" y="9525"/>
                </a:lnTo>
                <a:close/>
              </a:path>
            </a:pathLst>
          </a:custGeom>
          <a:solidFill>
            <a:srgbClr val="C7C6C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36" name="object 536"/>
          <p:cNvSpPr/>
          <p:nvPr/>
        </p:nvSpPr>
        <p:spPr>
          <a:xfrm>
            <a:off x="7820026" y="1587139"/>
            <a:ext cx="9525" cy="9525"/>
          </a:xfrm>
          <a:custGeom>
            <a:avLst/>
            <a:gdLst/>
            <a:ahLst/>
            <a:cxnLst/>
            <a:rect l="l" t="t" r="r" b="b"/>
            <a:pathLst>
              <a:path w="9525" h="9525">
                <a:moveTo>
                  <a:pt x="9525" y="9525"/>
                </a:moveTo>
                <a:lnTo>
                  <a:pt x="0" y="9525"/>
                </a:lnTo>
                <a:lnTo>
                  <a:pt x="0" y="0"/>
                </a:lnTo>
                <a:lnTo>
                  <a:pt x="9525" y="0"/>
                </a:lnTo>
                <a:lnTo>
                  <a:pt x="9525" y="9525"/>
                </a:lnTo>
                <a:close/>
              </a:path>
            </a:pathLst>
          </a:custGeom>
          <a:solidFill>
            <a:srgbClr val="C7C6C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37" name="object 537"/>
          <p:cNvSpPr/>
          <p:nvPr/>
        </p:nvSpPr>
        <p:spPr>
          <a:xfrm>
            <a:off x="7877176" y="1587139"/>
            <a:ext cx="9525" cy="9525"/>
          </a:xfrm>
          <a:custGeom>
            <a:avLst/>
            <a:gdLst/>
            <a:ahLst/>
            <a:cxnLst/>
            <a:rect l="l" t="t" r="r" b="b"/>
            <a:pathLst>
              <a:path w="9525" h="9525">
                <a:moveTo>
                  <a:pt x="9525" y="9525"/>
                </a:moveTo>
                <a:lnTo>
                  <a:pt x="0" y="9525"/>
                </a:lnTo>
                <a:lnTo>
                  <a:pt x="0" y="0"/>
                </a:lnTo>
                <a:lnTo>
                  <a:pt x="9525" y="0"/>
                </a:lnTo>
                <a:lnTo>
                  <a:pt x="9525" y="9525"/>
                </a:lnTo>
                <a:close/>
              </a:path>
            </a:pathLst>
          </a:custGeom>
          <a:solidFill>
            <a:srgbClr val="C7C6C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38" name="object 538"/>
          <p:cNvSpPr/>
          <p:nvPr/>
        </p:nvSpPr>
        <p:spPr>
          <a:xfrm>
            <a:off x="7934326" y="1587139"/>
            <a:ext cx="9525" cy="9525"/>
          </a:xfrm>
          <a:custGeom>
            <a:avLst/>
            <a:gdLst/>
            <a:ahLst/>
            <a:cxnLst/>
            <a:rect l="l" t="t" r="r" b="b"/>
            <a:pathLst>
              <a:path w="9525" h="9525">
                <a:moveTo>
                  <a:pt x="9525" y="9525"/>
                </a:moveTo>
                <a:lnTo>
                  <a:pt x="0" y="9525"/>
                </a:lnTo>
                <a:lnTo>
                  <a:pt x="0" y="0"/>
                </a:lnTo>
                <a:lnTo>
                  <a:pt x="9525" y="0"/>
                </a:lnTo>
                <a:lnTo>
                  <a:pt x="9525" y="9525"/>
                </a:lnTo>
                <a:close/>
              </a:path>
            </a:pathLst>
          </a:custGeom>
          <a:solidFill>
            <a:srgbClr val="C7C6C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39" name="object 539"/>
          <p:cNvSpPr/>
          <p:nvPr/>
        </p:nvSpPr>
        <p:spPr>
          <a:xfrm>
            <a:off x="7991476" y="1587139"/>
            <a:ext cx="9525" cy="9525"/>
          </a:xfrm>
          <a:custGeom>
            <a:avLst/>
            <a:gdLst/>
            <a:ahLst/>
            <a:cxnLst/>
            <a:rect l="l" t="t" r="r" b="b"/>
            <a:pathLst>
              <a:path w="9525" h="9525">
                <a:moveTo>
                  <a:pt x="9525" y="9525"/>
                </a:moveTo>
                <a:lnTo>
                  <a:pt x="0" y="9525"/>
                </a:lnTo>
                <a:lnTo>
                  <a:pt x="0" y="0"/>
                </a:lnTo>
                <a:lnTo>
                  <a:pt x="9525" y="0"/>
                </a:lnTo>
                <a:lnTo>
                  <a:pt x="9525" y="9525"/>
                </a:lnTo>
                <a:close/>
              </a:path>
            </a:pathLst>
          </a:custGeom>
          <a:solidFill>
            <a:srgbClr val="C7C6C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40" name="object 540"/>
          <p:cNvSpPr/>
          <p:nvPr/>
        </p:nvSpPr>
        <p:spPr>
          <a:xfrm>
            <a:off x="8048626" y="1587139"/>
            <a:ext cx="9525" cy="9525"/>
          </a:xfrm>
          <a:custGeom>
            <a:avLst/>
            <a:gdLst/>
            <a:ahLst/>
            <a:cxnLst/>
            <a:rect l="l" t="t" r="r" b="b"/>
            <a:pathLst>
              <a:path w="9525" h="9525">
                <a:moveTo>
                  <a:pt x="9525" y="9525"/>
                </a:moveTo>
                <a:lnTo>
                  <a:pt x="0" y="9525"/>
                </a:lnTo>
                <a:lnTo>
                  <a:pt x="0" y="0"/>
                </a:lnTo>
                <a:lnTo>
                  <a:pt x="9525" y="0"/>
                </a:lnTo>
                <a:lnTo>
                  <a:pt x="9525" y="9525"/>
                </a:lnTo>
                <a:close/>
              </a:path>
            </a:pathLst>
          </a:custGeom>
          <a:solidFill>
            <a:srgbClr val="C7C6C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41" name="object 541"/>
          <p:cNvSpPr/>
          <p:nvPr/>
        </p:nvSpPr>
        <p:spPr>
          <a:xfrm>
            <a:off x="8105776" y="1587139"/>
            <a:ext cx="9525" cy="9525"/>
          </a:xfrm>
          <a:custGeom>
            <a:avLst/>
            <a:gdLst/>
            <a:ahLst/>
            <a:cxnLst/>
            <a:rect l="l" t="t" r="r" b="b"/>
            <a:pathLst>
              <a:path w="9525" h="9525">
                <a:moveTo>
                  <a:pt x="9525" y="9525"/>
                </a:moveTo>
                <a:lnTo>
                  <a:pt x="0" y="9525"/>
                </a:lnTo>
                <a:lnTo>
                  <a:pt x="0" y="0"/>
                </a:lnTo>
                <a:lnTo>
                  <a:pt x="9525" y="0"/>
                </a:lnTo>
                <a:lnTo>
                  <a:pt x="9525" y="9525"/>
                </a:lnTo>
                <a:close/>
              </a:path>
            </a:pathLst>
          </a:custGeom>
          <a:solidFill>
            <a:srgbClr val="C7C6C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42" name="object 542"/>
          <p:cNvSpPr/>
          <p:nvPr/>
        </p:nvSpPr>
        <p:spPr>
          <a:xfrm>
            <a:off x="8162926" y="1587139"/>
            <a:ext cx="9525" cy="9525"/>
          </a:xfrm>
          <a:custGeom>
            <a:avLst/>
            <a:gdLst/>
            <a:ahLst/>
            <a:cxnLst/>
            <a:rect l="l" t="t" r="r" b="b"/>
            <a:pathLst>
              <a:path w="9525" h="9525">
                <a:moveTo>
                  <a:pt x="9525" y="9525"/>
                </a:moveTo>
                <a:lnTo>
                  <a:pt x="0" y="9525"/>
                </a:lnTo>
                <a:lnTo>
                  <a:pt x="0" y="0"/>
                </a:lnTo>
                <a:lnTo>
                  <a:pt x="9525" y="0"/>
                </a:lnTo>
                <a:lnTo>
                  <a:pt x="9525" y="9525"/>
                </a:lnTo>
                <a:close/>
              </a:path>
            </a:pathLst>
          </a:custGeom>
          <a:solidFill>
            <a:srgbClr val="C7C6C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43" name="object 543"/>
          <p:cNvSpPr/>
          <p:nvPr/>
        </p:nvSpPr>
        <p:spPr>
          <a:xfrm>
            <a:off x="8220076" y="1587139"/>
            <a:ext cx="9525" cy="9525"/>
          </a:xfrm>
          <a:custGeom>
            <a:avLst/>
            <a:gdLst/>
            <a:ahLst/>
            <a:cxnLst/>
            <a:rect l="l" t="t" r="r" b="b"/>
            <a:pathLst>
              <a:path w="9525" h="9525">
                <a:moveTo>
                  <a:pt x="9525" y="9525"/>
                </a:moveTo>
                <a:lnTo>
                  <a:pt x="0" y="9525"/>
                </a:lnTo>
                <a:lnTo>
                  <a:pt x="0" y="0"/>
                </a:lnTo>
                <a:lnTo>
                  <a:pt x="9525" y="0"/>
                </a:lnTo>
                <a:lnTo>
                  <a:pt x="9525" y="9525"/>
                </a:lnTo>
                <a:close/>
              </a:path>
            </a:pathLst>
          </a:custGeom>
          <a:solidFill>
            <a:srgbClr val="C7C6C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44" name="object 544"/>
          <p:cNvSpPr/>
          <p:nvPr/>
        </p:nvSpPr>
        <p:spPr>
          <a:xfrm>
            <a:off x="8277226" y="1587139"/>
            <a:ext cx="9525" cy="9525"/>
          </a:xfrm>
          <a:custGeom>
            <a:avLst/>
            <a:gdLst/>
            <a:ahLst/>
            <a:cxnLst/>
            <a:rect l="l" t="t" r="r" b="b"/>
            <a:pathLst>
              <a:path w="9525" h="9525">
                <a:moveTo>
                  <a:pt x="9525" y="9525"/>
                </a:moveTo>
                <a:lnTo>
                  <a:pt x="0" y="9525"/>
                </a:lnTo>
                <a:lnTo>
                  <a:pt x="0" y="0"/>
                </a:lnTo>
                <a:lnTo>
                  <a:pt x="9525" y="0"/>
                </a:lnTo>
                <a:lnTo>
                  <a:pt x="9525" y="9525"/>
                </a:lnTo>
                <a:close/>
              </a:path>
            </a:pathLst>
          </a:custGeom>
          <a:solidFill>
            <a:srgbClr val="C7C6C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45" name="object 545"/>
          <p:cNvSpPr/>
          <p:nvPr/>
        </p:nvSpPr>
        <p:spPr>
          <a:xfrm>
            <a:off x="8334376" y="1587139"/>
            <a:ext cx="9525" cy="9525"/>
          </a:xfrm>
          <a:custGeom>
            <a:avLst/>
            <a:gdLst/>
            <a:ahLst/>
            <a:cxnLst/>
            <a:rect l="l" t="t" r="r" b="b"/>
            <a:pathLst>
              <a:path w="9525" h="9525">
                <a:moveTo>
                  <a:pt x="9525" y="9525"/>
                </a:moveTo>
                <a:lnTo>
                  <a:pt x="0" y="9525"/>
                </a:lnTo>
                <a:lnTo>
                  <a:pt x="0" y="0"/>
                </a:lnTo>
                <a:lnTo>
                  <a:pt x="9525" y="0"/>
                </a:lnTo>
                <a:lnTo>
                  <a:pt x="9525" y="9525"/>
                </a:lnTo>
                <a:close/>
              </a:path>
            </a:pathLst>
          </a:custGeom>
          <a:solidFill>
            <a:srgbClr val="C7C6C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46" name="object 546"/>
          <p:cNvSpPr/>
          <p:nvPr/>
        </p:nvSpPr>
        <p:spPr>
          <a:xfrm>
            <a:off x="8391526" y="1587139"/>
            <a:ext cx="9525" cy="9525"/>
          </a:xfrm>
          <a:custGeom>
            <a:avLst/>
            <a:gdLst/>
            <a:ahLst/>
            <a:cxnLst/>
            <a:rect l="l" t="t" r="r" b="b"/>
            <a:pathLst>
              <a:path w="9525" h="9525">
                <a:moveTo>
                  <a:pt x="9525" y="9525"/>
                </a:moveTo>
                <a:lnTo>
                  <a:pt x="0" y="9525"/>
                </a:lnTo>
                <a:lnTo>
                  <a:pt x="0" y="0"/>
                </a:lnTo>
                <a:lnTo>
                  <a:pt x="9525" y="0"/>
                </a:lnTo>
                <a:lnTo>
                  <a:pt x="9525" y="9525"/>
                </a:lnTo>
                <a:close/>
              </a:path>
            </a:pathLst>
          </a:custGeom>
          <a:solidFill>
            <a:srgbClr val="C7C6C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47" name="object 547"/>
          <p:cNvSpPr/>
          <p:nvPr/>
        </p:nvSpPr>
        <p:spPr>
          <a:xfrm>
            <a:off x="8448676" y="1587139"/>
            <a:ext cx="9525" cy="9525"/>
          </a:xfrm>
          <a:custGeom>
            <a:avLst/>
            <a:gdLst/>
            <a:ahLst/>
            <a:cxnLst/>
            <a:rect l="l" t="t" r="r" b="b"/>
            <a:pathLst>
              <a:path w="9525" h="9525">
                <a:moveTo>
                  <a:pt x="9525" y="9525"/>
                </a:moveTo>
                <a:lnTo>
                  <a:pt x="0" y="9525"/>
                </a:lnTo>
                <a:lnTo>
                  <a:pt x="0" y="0"/>
                </a:lnTo>
                <a:lnTo>
                  <a:pt x="9525" y="0"/>
                </a:lnTo>
                <a:lnTo>
                  <a:pt x="9525" y="9525"/>
                </a:lnTo>
                <a:close/>
              </a:path>
            </a:pathLst>
          </a:custGeom>
          <a:solidFill>
            <a:srgbClr val="C7C6C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48" name="object 548"/>
          <p:cNvSpPr/>
          <p:nvPr/>
        </p:nvSpPr>
        <p:spPr>
          <a:xfrm>
            <a:off x="8505826" y="1587139"/>
            <a:ext cx="9525" cy="9525"/>
          </a:xfrm>
          <a:custGeom>
            <a:avLst/>
            <a:gdLst/>
            <a:ahLst/>
            <a:cxnLst/>
            <a:rect l="l" t="t" r="r" b="b"/>
            <a:pathLst>
              <a:path w="9525" h="9525">
                <a:moveTo>
                  <a:pt x="9525" y="9525"/>
                </a:moveTo>
                <a:lnTo>
                  <a:pt x="0" y="9525"/>
                </a:lnTo>
                <a:lnTo>
                  <a:pt x="0" y="0"/>
                </a:lnTo>
                <a:lnTo>
                  <a:pt x="9525" y="0"/>
                </a:lnTo>
                <a:lnTo>
                  <a:pt x="9525" y="9525"/>
                </a:lnTo>
                <a:close/>
              </a:path>
            </a:pathLst>
          </a:custGeom>
          <a:solidFill>
            <a:srgbClr val="C7C6C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49" name="object 549"/>
          <p:cNvSpPr/>
          <p:nvPr/>
        </p:nvSpPr>
        <p:spPr>
          <a:xfrm>
            <a:off x="8562976" y="1587139"/>
            <a:ext cx="9525" cy="9525"/>
          </a:xfrm>
          <a:custGeom>
            <a:avLst/>
            <a:gdLst/>
            <a:ahLst/>
            <a:cxnLst/>
            <a:rect l="l" t="t" r="r" b="b"/>
            <a:pathLst>
              <a:path w="9525" h="9525">
                <a:moveTo>
                  <a:pt x="9525" y="9525"/>
                </a:moveTo>
                <a:lnTo>
                  <a:pt x="0" y="9525"/>
                </a:lnTo>
                <a:lnTo>
                  <a:pt x="0" y="0"/>
                </a:lnTo>
                <a:lnTo>
                  <a:pt x="9525" y="0"/>
                </a:lnTo>
                <a:lnTo>
                  <a:pt x="9525" y="9525"/>
                </a:lnTo>
                <a:close/>
              </a:path>
            </a:pathLst>
          </a:custGeom>
          <a:solidFill>
            <a:srgbClr val="C7C6C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50" name="object 550"/>
          <p:cNvSpPr/>
          <p:nvPr/>
        </p:nvSpPr>
        <p:spPr>
          <a:xfrm>
            <a:off x="8620126" y="1587139"/>
            <a:ext cx="9525" cy="9525"/>
          </a:xfrm>
          <a:custGeom>
            <a:avLst/>
            <a:gdLst/>
            <a:ahLst/>
            <a:cxnLst/>
            <a:rect l="l" t="t" r="r" b="b"/>
            <a:pathLst>
              <a:path w="9525" h="9525">
                <a:moveTo>
                  <a:pt x="9525" y="9525"/>
                </a:moveTo>
                <a:lnTo>
                  <a:pt x="0" y="9525"/>
                </a:lnTo>
                <a:lnTo>
                  <a:pt x="0" y="0"/>
                </a:lnTo>
                <a:lnTo>
                  <a:pt x="9525" y="0"/>
                </a:lnTo>
                <a:lnTo>
                  <a:pt x="9525" y="9525"/>
                </a:lnTo>
                <a:close/>
              </a:path>
            </a:pathLst>
          </a:custGeom>
          <a:solidFill>
            <a:srgbClr val="C7C6C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51" name="object 551"/>
          <p:cNvSpPr/>
          <p:nvPr/>
        </p:nvSpPr>
        <p:spPr>
          <a:xfrm>
            <a:off x="8677276" y="1587139"/>
            <a:ext cx="9525" cy="9525"/>
          </a:xfrm>
          <a:custGeom>
            <a:avLst/>
            <a:gdLst/>
            <a:ahLst/>
            <a:cxnLst/>
            <a:rect l="l" t="t" r="r" b="b"/>
            <a:pathLst>
              <a:path w="9525" h="9525">
                <a:moveTo>
                  <a:pt x="9525" y="9525"/>
                </a:moveTo>
                <a:lnTo>
                  <a:pt x="0" y="9525"/>
                </a:lnTo>
                <a:lnTo>
                  <a:pt x="0" y="0"/>
                </a:lnTo>
                <a:lnTo>
                  <a:pt x="9525" y="0"/>
                </a:lnTo>
                <a:lnTo>
                  <a:pt x="9525" y="9525"/>
                </a:lnTo>
                <a:close/>
              </a:path>
            </a:pathLst>
          </a:custGeom>
          <a:solidFill>
            <a:srgbClr val="C7C6C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52" name="object 552"/>
          <p:cNvSpPr/>
          <p:nvPr/>
        </p:nvSpPr>
        <p:spPr>
          <a:xfrm>
            <a:off x="8734426" y="1587139"/>
            <a:ext cx="9525" cy="9525"/>
          </a:xfrm>
          <a:custGeom>
            <a:avLst/>
            <a:gdLst/>
            <a:ahLst/>
            <a:cxnLst/>
            <a:rect l="l" t="t" r="r" b="b"/>
            <a:pathLst>
              <a:path w="9525" h="9525">
                <a:moveTo>
                  <a:pt x="9525" y="9525"/>
                </a:moveTo>
                <a:lnTo>
                  <a:pt x="0" y="9525"/>
                </a:lnTo>
                <a:lnTo>
                  <a:pt x="0" y="0"/>
                </a:lnTo>
                <a:lnTo>
                  <a:pt x="9525" y="0"/>
                </a:lnTo>
                <a:lnTo>
                  <a:pt x="9525" y="9525"/>
                </a:lnTo>
                <a:close/>
              </a:path>
            </a:pathLst>
          </a:custGeom>
          <a:solidFill>
            <a:srgbClr val="C7C6C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53" name="object 553"/>
          <p:cNvSpPr/>
          <p:nvPr/>
        </p:nvSpPr>
        <p:spPr>
          <a:xfrm>
            <a:off x="8791576" y="1587139"/>
            <a:ext cx="9525" cy="9525"/>
          </a:xfrm>
          <a:custGeom>
            <a:avLst/>
            <a:gdLst/>
            <a:ahLst/>
            <a:cxnLst/>
            <a:rect l="l" t="t" r="r" b="b"/>
            <a:pathLst>
              <a:path w="9525" h="9525">
                <a:moveTo>
                  <a:pt x="9525" y="9525"/>
                </a:moveTo>
                <a:lnTo>
                  <a:pt x="0" y="9525"/>
                </a:lnTo>
                <a:lnTo>
                  <a:pt x="0" y="0"/>
                </a:lnTo>
                <a:lnTo>
                  <a:pt x="9525" y="0"/>
                </a:lnTo>
                <a:lnTo>
                  <a:pt x="9525" y="9525"/>
                </a:lnTo>
                <a:close/>
              </a:path>
            </a:pathLst>
          </a:custGeom>
          <a:solidFill>
            <a:srgbClr val="C7C6C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54" name="object 554"/>
          <p:cNvSpPr/>
          <p:nvPr/>
        </p:nvSpPr>
        <p:spPr>
          <a:xfrm>
            <a:off x="8848726" y="1587139"/>
            <a:ext cx="9525" cy="9525"/>
          </a:xfrm>
          <a:custGeom>
            <a:avLst/>
            <a:gdLst/>
            <a:ahLst/>
            <a:cxnLst/>
            <a:rect l="l" t="t" r="r" b="b"/>
            <a:pathLst>
              <a:path w="9525" h="9525">
                <a:moveTo>
                  <a:pt x="9525" y="9525"/>
                </a:moveTo>
                <a:lnTo>
                  <a:pt x="0" y="9525"/>
                </a:lnTo>
                <a:lnTo>
                  <a:pt x="0" y="0"/>
                </a:lnTo>
                <a:lnTo>
                  <a:pt x="9525" y="0"/>
                </a:lnTo>
                <a:lnTo>
                  <a:pt x="9525" y="9525"/>
                </a:lnTo>
                <a:close/>
              </a:path>
            </a:pathLst>
          </a:custGeom>
          <a:solidFill>
            <a:srgbClr val="C7C6C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55" name="object 555"/>
          <p:cNvSpPr/>
          <p:nvPr/>
        </p:nvSpPr>
        <p:spPr>
          <a:xfrm>
            <a:off x="8905876" y="1587139"/>
            <a:ext cx="9525" cy="9525"/>
          </a:xfrm>
          <a:custGeom>
            <a:avLst/>
            <a:gdLst/>
            <a:ahLst/>
            <a:cxnLst/>
            <a:rect l="l" t="t" r="r" b="b"/>
            <a:pathLst>
              <a:path w="9525" h="9525">
                <a:moveTo>
                  <a:pt x="9525" y="9525"/>
                </a:moveTo>
                <a:lnTo>
                  <a:pt x="0" y="9525"/>
                </a:lnTo>
                <a:lnTo>
                  <a:pt x="0" y="0"/>
                </a:lnTo>
                <a:lnTo>
                  <a:pt x="9525" y="0"/>
                </a:lnTo>
                <a:lnTo>
                  <a:pt x="9525" y="9525"/>
                </a:lnTo>
                <a:close/>
              </a:path>
            </a:pathLst>
          </a:custGeom>
          <a:solidFill>
            <a:srgbClr val="C7C6C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56" name="object 556"/>
          <p:cNvSpPr/>
          <p:nvPr/>
        </p:nvSpPr>
        <p:spPr>
          <a:xfrm>
            <a:off x="8963026" y="1587139"/>
            <a:ext cx="9525" cy="9525"/>
          </a:xfrm>
          <a:custGeom>
            <a:avLst/>
            <a:gdLst/>
            <a:ahLst/>
            <a:cxnLst/>
            <a:rect l="l" t="t" r="r" b="b"/>
            <a:pathLst>
              <a:path w="9525" h="9525">
                <a:moveTo>
                  <a:pt x="9525" y="9525"/>
                </a:moveTo>
                <a:lnTo>
                  <a:pt x="0" y="9525"/>
                </a:lnTo>
                <a:lnTo>
                  <a:pt x="0" y="0"/>
                </a:lnTo>
                <a:lnTo>
                  <a:pt x="9525" y="0"/>
                </a:lnTo>
                <a:lnTo>
                  <a:pt x="9525" y="9525"/>
                </a:lnTo>
                <a:close/>
              </a:path>
            </a:pathLst>
          </a:custGeom>
          <a:solidFill>
            <a:srgbClr val="C7C6C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57" name="object 557"/>
          <p:cNvSpPr/>
          <p:nvPr/>
        </p:nvSpPr>
        <p:spPr>
          <a:xfrm>
            <a:off x="9020176" y="1587139"/>
            <a:ext cx="9525" cy="9525"/>
          </a:xfrm>
          <a:custGeom>
            <a:avLst/>
            <a:gdLst/>
            <a:ahLst/>
            <a:cxnLst/>
            <a:rect l="l" t="t" r="r" b="b"/>
            <a:pathLst>
              <a:path w="9525" h="9525">
                <a:moveTo>
                  <a:pt x="9525" y="9525"/>
                </a:moveTo>
                <a:lnTo>
                  <a:pt x="0" y="9525"/>
                </a:lnTo>
                <a:lnTo>
                  <a:pt x="0" y="0"/>
                </a:lnTo>
                <a:lnTo>
                  <a:pt x="9525" y="0"/>
                </a:lnTo>
                <a:lnTo>
                  <a:pt x="9525" y="9525"/>
                </a:lnTo>
                <a:close/>
              </a:path>
            </a:pathLst>
          </a:custGeom>
          <a:solidFill>
            <a:srgbClr val="C7C6C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58" name="object 558"/>
          <p:cNvSpPr/>
          <p:nvPr/>
        </p:nvSpPr>
        <p:spPr>
          <a:xfrm>
            <a:off x="9077326" y="1587139"/>
            <a:ext cx="9525" cy="9525"/>
          </a:xfrm>
          <a:custGeom>
            <a:avLst/>
            <a:gdLst/>
            <a:ahLst/>
            <a:cxnLst/>
            <a:rect l="l" t="t" r="r" b="b"/>
            <a:pathLst>
              <a:path w="9525" h="9525">
                <a:moveTo>
                  <a:pt x="9525" y="9525"/>
                </a:moveTo>
                <a:lnTo>
                  <a:pt x="0" y="9525"/>
                </a:lnTo>
                <a:lnTo>
                  <a:pt x="0" y="0"/>
                </a:lnTo>
                <a:lnTo>
                  <a:pt x="9525" y="0"/>
                </a:lnTo>
                <a:lnTo>
                  <a:pt x="9525" y="9525"/>
                </a:lnTo>
                <a:close/>
              </a:path>
            </a:pathLst>
          </a:custGeom>
          <a:solidFill>
            <a:srgbClr val="C7C6C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59" name="object 559"/>
          <p:cNvSpPr/>
          <p:nvPr/>
        </p:nvSpPr>
        <p:spPr>
          <a:xfrm>
            <a:off x="9134476" y="1587139"/>
            <a:ext cx="9525" cy="9525"/>
          </a:xfrm>
          <a:custGeom>
            <a:avLst/>
            <a:gdLst/>
            <a:ahLst/>
            <a:cxnLst/>
            <a:rect l="l" t="t" r="r" b="b"/>
            <a:pathLst>
              <a:path w="9525" h="9525">
                <a:moveTo>
                  <a:pt x="9525" y="9525"/>
                </a:moveTo>
                <a:lnTo>
                  <a:pt x="0" y="9525"/>
                </a:lnTo>
                <a:lnTo>
                  <a:pt x="0" y="0"/>
                </a:lnTo>
                <a:lnTo>
                  <a:pt x="9525" y="0"/>
                </a:lnTo>
                <a:lnTo>
                  <a:pt x="9525" y="9525"/>
                </a:lnTo>
                <a:close/>
              </a:path>
            </a:pathLst>
          </a:custGeom>
          <a:solidFill>
            <a:srgbClr val="C7C6C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60" name="object 560"/>
          <p:cNvSpPr/>
          <p:nvPr/>
        </p:nvSpPr>
        <p:spPr>
          <a:xfrm>
            <a:off x="9191626" y="1587139"/>
            <a:ext cx="9525" cy="9525"/>
          </a:xfrm>
          <a:custGeom>
            <a:avLst/>
            <a:gdLst/>
            <a:ahLst/>
            <a:cxnLst/>
            <a:rect l="l" t="t" r="r" b="b"/>
            <a:pathLst>
              <a:path w="9525" h="9525">
                <a:moveTo>
                  <a:pt x="9525" y="9525"/>
                </a:moveTo>
                <a:lnTo>
                  <a:pt x="0" y="9525"/>
                </a:lnTo>
                <a:lnTo>
                  <a:pt x="0" y="0"/>
                </a:lnTo>
                <a:lnTo>
                  <a:pt x="9525" y="0"/>
                </a:lnTo>
                <a:lnTo>
                  <a:pt x="9525" y="9525"/>
                </a:lnTo>
                <a:close/>
              </a:path>
            </a:pathLst>
          </a:custGeom>
          <a:solidFill>
            <a:srgbClr val="C7C6C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61" name="object 561"/>
          <p:cNvSpPr/>
          <p:nvPr/>
        </p:nvSpPr>
        <p:spPr>
          <a:xfrm>
            <a:off x="9248776" y="1587139"/>
            <a:ext cx="9525" cy="9525"/>
          </a:xfrm>
          <a:custGeom>
            <a:avLst/>
            <a:gdLst/>
            <a:ahLst/>
            <a:cxnLst/>
            <a:rect l="l" t="t" r="r" b="b"/>
            <a:pathLst>
              <a:path w="9525" h="9525">
                <a:moveTo>
                  <a:pt x="9525" y="9525"/>
                </a:moveTo>
                <a:lnTo>
                  <a:pt x="0" y="9525"/>
                </a:lnTo>
                <a:lnTo>
                  <a:pt x="0" y="0"/>
                </a:lnTo>
                <a:lnTo>
                  <a:pt x="9525" y="0"/>
                </a:lnTo>
                <a:lnTo>
                  <a:pt x="9525" y="9525"/>
                </a:lnTo>
                <a:close/>
              </a:path>
            </a:pathLst>
          </a:custGeom>
          <a:solidFill>
            <a:srgbClr val="C7C6C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62" name="object 562"/>
          <p:cNvSpPr/>
          <p:nvPr/>
        </p:nvSpPr>
        <p:spPr>
          <a:xfrm>
            <a:off x="9305926" y="1587139"/>
            <a:ext cx="9525" cy="9525"/>
          </a:xfrm>
          <a:custGeom>
            <a:avLst/>
            <a:gdLst/>
            <a:ahLst/>
            <a:cxnLst/>
            <a:rect l="l" t="t" r="r" b="b"/>
            <a:pathLst>
              <a:path w="9525" h="9525">
                <a:moveTo>
                  <a:pt x="9525" y="9525"/>
                </a:moveTo>
                <a:lnTo>
                  <a:pt x="0" y="9525"/>
                </a:lnTo>
                <a:lnTo>
                  <a:pt x="0" y="0"/>
                </a:lnTo>
                <a:lnTo>
                  <a:pt x="9525" y="0"/>
                </a:lnTo>
                <a:lnTo>
                  <a:pt x="9525" y="9525"/>
                </a:lnTo>
                <a:close/>
              </a:path>
            </a:pathLst>
          </a:custGeom>
          <a:solidFill>
            <a:srgbClr val="C7C6C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63" name="object 563"/>
          <p:cNvSpPr/>
          <p:nvPr/>
        </p:nvSpPr>
        <p:spPr>
          <a:xfrm>
            <a:off x="9363076" y="1587139"/>
            <a:ext cx="9525" cy="9525"/>
          </a:xfrm>
          <a:custGeom>
            <a:avLst/>
            <a:gdLst/>
            <a:ahLst/>
            <a:cxnLst/>
            <a:rect l="l" t="t" r="r" b="b"/>
            <a:pathLst>
              <a:path w="9525" h="9525">
                <a:moveTo>
                  <a:pt x="9525" y="9525"/>
                </a:moveTo>
                <a:lnTo>
                  <a:pt x="0" y="9525"/>
                </a:lnTo>
                <a:lnTo>
                  <a:pt x="0" y="0"/>
                </a:lnTo>
                <a:lnTo>
                  <a:pt x="9525" y="0"/>
                </a:lnTo>
                <a:lnTo>
                  <a:pt x="9525" y="9525"/>
                </a:lnTo>
                <a:close/>
              </a:path>
            </a:pathLst>
          </a:custGeom>
          <a:solidFill>
            <a:srgbClr val="C7C6C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64" name="object 564"/>
          <p:cNvSpPr/>
          <p:nvPr/>
        </p:nvSpPr>
        <p:spPr>
          <a:xfrm>
            <a:off x="9420226" y="1587139"/>
            <a:ext cx="9525" cy="9525"/>
          </a:xfrm>
          <a:custGeom>
            <a:avLst/>
            <a:gdLst/>
            <a:ahLst/>
            <a:cxnLst/>
            <a:rect l="l" t="t" r="r" b="b"/>
            <a:pathLst>
              <a:path w="9525" h="9525">
                <a:moveTo>
                  <a:pt x="9525" y="9525"/>
                </a:moveTo>
                <a:lnTo>
                  <a:pt x="0" y="9525"/>
                </a:lnTo>
                <a:lnTo>
                  <a:pt x="0" y="0"/>
                </a:lnTo>
                <a:lnTo>
                  <a:pt x="9525" y="0"/>
                </a:lnTo>
                <a:lnTo>
                  <a:pt x="9525" y="9525"/>
                </a:lnTo>
                <a:close/>
              </a:path>
            </a:pathLst>
          </a:custGeom>
          <a:solidFill>
            <a:srgbClr val="C7C6C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65" name="object 565"/>
          <p:cNvSpPr/>
          <p:nvPr/>
        </p:nvSpPr>
        <p:spPr>
          <a:xfrm>
            <a:off x="9477376" y="1587139"/>
            <a:ext cx="9525" cy="9525"/>
          </a:xfrm>
          <a:custGeom>
            <a:avLst/>
            <a:gdLst/>
            <a:ahLst/>
            <a:cxnLst/>
            <a:rect l="l" t="t" r="r" b="b"/>
            <a:pathLst>
              <a:path w="9525" h="9525">
                <a:moveTo>
                  <a:pt x="9525" y="9525"/>
                </a:moveTo>
                <a:lnTo>
                  <a:pt x="0" y="9525"/>
                </a:lnTo>
                <a:lnTo>
                  <a:pt x="0" y="0"/>
                </a:lnTo>
                <a:lnTo>
                  <a:pt x="9525" y="0"/>
                </a:lnTo>
                <a:lnTo>
                  <a:pt x="9525" y="9525"/>
                </a:lnTo>
                <a:close/>
              </a:path>
            </a:pathLst>
          </a:custGeom>
          <a:solidFill>
            <a:srgbClr val="C7C6C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66" name="object 566"/>
          <p:cNvSpPr/>
          <p:nvPr/>
        </p:nvSpPr>
        <p:spPr>
          <a:xfrm>
            <a:off x="9534526" y="1587139"/>
            <a:ext cx="9525" cy="9525"/>
          </a:xfrm>
          <a:custGeom>
            <a:avLst/>
            <a:gdLst/>
            <a:ahLst/>
            <a:cxnLst/>
            <a:rect l="l" t="t" r="r" b="b"/>
            <a:pathLst>
              <a:path w="9525" h="9525">
                <a:moveTo>
                  <a:pt x="9525" y="9525"/>
                </a:moveTo>
                <a:lnTo>
                  <a:pt x="0" y="9525"/>
                </a:lnTo>
                <a:lnTo>
                  <a:pt x="0" y="0"/>
                </a:lnTo>
                <a:lnTo>
                  <a:pt x="9525" y="0"/>
                </a:lnTo>
                <a:lnTo>
                  <a:pt x="9525" y="9525"/>
                </a:lnTo>
                <a:close/>
              </a:path>
            </a:pathLst>
          </a:custGeom>
          <a:solidFill>
            <a:srgbClr val="C7C6C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67" name="object 567"/>
          <p:cNvSpPr/>
          <p:nvPr/>
        </p:nvSpPr>
        <p:spPr>
          <a:xfrm>
            <a:off x="9591676" y="1587139"/>
            <a:ext cx="9525" cy="9525"/>
          </a:xfrm>
          <a:custGeom>
            <a:avLst/>
            <a:gdLst/>
            <a:ahLst/>
            <a:cxnLst/>
            <a:rect l="l" t="t" r="r" b="b"/>
            <a:pathLst>
              <a:path w="9525" h="9525">
                <a:moveTo>
                  <a:pt x="9525" y="9525"/>
                </a:moveTo>
                <a:lnTo>
                  <a:pt x="0" y="9525"/>
                </a:lnTo>
                <a:lnTo>
                  <a:pt x="0" y="0"/>
                </a:lnTo>
                <a:lnTo>
                  <a:pt x="9525" y="0"/>
                </a:lnTo>
                <a:lnTo>
                  <a:pt x="9525" y="9525"/>
                </a:lnTo>
                <a:close/>
              </a:path>
            </a:pathLst>
          </a:custGeom>
          <a:solidFill>
            <a:srgbClr val="C7C6C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68" name="object 568"/>
          <p:cNvSpPr/>
          <p:nvPr/>
        </p:nvSpPr>
        <p:spPr>
          <a:xfrm>
            <a:off x="9648826" y="1587139"/>
            <a:ext cx="9525" cy="9525"/>
          </a:xfrm>
          <a:custGeom>
            <a:avLst/>
            <a:gdLst/>
            <a:ahLst/>
            <a:cxnLst/>
            <a:rect l="l" t="t" r="r" b="b"/>
            <a:pathLst>
              <a:path w="9525" h="9525">
                <a:moveTo>
                  <a:pt x="9525" y="9525"/>
                </a:moveTo>
                <a:lnTo>
                  <a:pt x="0" y="9525"/>
                </a:lnTo>
                <a:lnTo>
                  <a:pt x="0" y="0"/>
                </a:lnTo>
                <a:lnTo>
                  <a:pt x="9525" y="0"/>
                </a:lnTo>
                <a:lnTo>
                  <a:pt x="9525" y="9525"/>
                </a:lnTo>
                <a:close/>
              </a:path>
            </a:pathLst>
          </a:custGeom>
          <a:solidFill>
            <a:srgbClr val="C7C6C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69" name="object 569"/>
          <p:cNvSpPr/>
          <p:nvPr/>
        </p:nvSpPr>
        <p:spPr>
          <a:xfrm>
            <a:off x="9705976" y="1587139"/>
            <a:ext cx="9525" cy="9525"/>
          </a:xfrm>
          <a:custGeom>
            <a:avLst/>
            <a:gdLst/>
            <a:ahLst/>
            <a:cxnLst/>
            <a:rect l="l" t="t" r="r" b="b"/>
            <a:pathLst>
              <a:path w="9525" h="9525">
                <a:moveTo>
                  <a:pt x="9525" y="9525"/>
                </a:moveTo>
                <a:lnTo>
                  <a:pt x="0" y="9525"/>
                </a:lnTo>
                <a:lnTo>
                  <a:pt x="0" y="0"/>
                </a:lnTo>
                <a:lnTo>
                  <a:pt x="9525" y="0"/>
                </a:lnTo>
                <a:lnTo>
                  <a:pt x="9525" y="9525"/>
                </a:lnTo>
                <a:close/>
              </a:path>
            </a:pathLst>
          </a:custGeom>
          <a:solidFill>
            <a:srgbClr val="C7C6C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70" name="object 570"/>
          <p:cNvSpPr/>
          <p:nvPr/>
        </p:nvSpPr>
        <p:spPr>
          <a:xfrm>
            <a:off x="9763126" y="1587139"/>
            <a:ext cx="9525" cy="9525"/>
          </a:xfrm>
          <a:custGeom>
            <a:avLst/>
            <a:gdLst/>
            <a:ahLst/>
            <a:cxnLst/>
            <a:rect l="l" t="t" r="r" b="b"/>
            <a:pathLst>
              <a:path w="9525" h="9525">
                <a:moveTo>
                  <a:pt x="9525" y="9525"/>
                </a:moveTo>
                <a:lnTo>
                  <a:pt x="0" y="9525"/>
                </a:lnTo>
                <a:lnTo>
                  <a:pt x="0" y="0"/>
                </a:lnTo>
                <a:lnTo>
                  <a:pt x="9525" y="0"/>
                </a:lnTo>
                <a:lnTo>
                  <a:pt x="9525" y="9525"/>
                </a:lnTo>
                <a:close/>
              </a:path>
            </a:pathLst>
          </a:custGeom>
          <a:solidFill>
            <a:srgbClr val="C7C6C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71" name="object 571"/>
          <p:cNvSpPr/>
          <p:nvPr/>
        </p:nvSpPr>
        <p:spPr>
          <a:xfrm>
            <a:off x="9820276" y="1587139"/>
            <a:ext cx="9525" cy="9525"/>
          </a:xfrm>
          <a:custGeom>
            <a:avLst/>
            <a:gdLst/>
            <a:ahLst/>
            <a:cxnLst/>
            <a:rect l="l" t="t" r="r" b="b"/>
            <a:pathLst>
              <a:path w="9525" h="9525">
                <a:moveTo>
                  <a:pt x="9525" y="9525"/>
                </a:moveTo>
                <a:lnTo>
                  <a:pt x="0" y="9525"/>
                </a:lnTo>
                <a:lnTo>
                  <a:pt x="0" y="0"/>
                </a:lnTo>
                <a:lnTo>
                  <a:pt x="9525" y="0"/>
                </a:lnTo>
                <a:lnTo>
                  <a:pt x="9525" y="9525"/>
                </a:lnTo>
                <a:close/>
              </a:path>
            </a:pathLst>
          </a:custGeom>
          <a:solidFill>
            <a:srgbClr val="C7C6C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72" name="object 572"/>
          <p:cNvSpPr/>
          <p:nvPr/>
        </p:nvSpPr>
        <p:spPr>
          <a:xfrm>
            <a:off x="9877426" y="1587139"/>
            <a:ext cx="9525" cy="9525"/>
          </a:xfrm>
          <a:custGeom>
            <a:avLst/>
            <a:gdLst/>
            <a:ahLst/>
            <a:cxnLst/>
            <a:rect l="l" t="t" r="r" b="b"/>
            <a:pathLst>
              <a:path w="9525" h="9525">
                <a:moveTo>
                  <a:pt x="9525" y="9525"/>
                </a:moveTo>
                <a:lnTo>
                  <a:pt x="0" y="9525"/>
                </a:lnTo>
                <a:lnTo>
                  <a:pt x="0" y="0"/>
                </a:lnTo>
                <a:lnTo>
                  <a:pt x="9525" y="0"/>
                </a:lnTo>
                <a:lnTo>
                  <a:pt x="9525" y="9525"/>
                </a:lnTo>
                <a:close/>
              </a:path>
            </a:pathLst>
          </a:custGeom>
          <a:solidFill>
            <a:srgbClr val="C7C6C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73" name="object 573"/>
          <p:cNvSpPr/>
          <p:nvPr/>
        </p:nvSpPr>
        <p:spPr>
          <a:xfrm>
            <a:off x="9934576" y="1587139"/>
            <a:ext cx="9525" cy="9525"/>
          </a:xfrm>
          <a:custGeom>
            <a:avLst/>
            <a:gdLst/>
            <a:ahLst/>
            <a:cxnLst/>
            <a:rect l="l" t="t" r="r" b="b"/>
            <a:pathLst>
              <a:path w="9525" h="9525">
                <a:moveTo>
                  <a:pt x="9525" y="9525"/>
                </a:moveTo>
                <a:lnTo>
                  <a:pt x="0" y="9525"/>
                </a:lnTo>
                <a:lnTo>
                  <a:pt x="0" y="0"/>
                </a:lnTo>
                <a:lnTo>
                  <a:pt x="9525" y="0"/>
                </a:lnTo>
                <a:lnTo>
                  <a:pt x="9525" y="9525"/>
                </a:lnTo>
                <a:close/>
              </a:path>
            </a:pathLst>
          </a:custGeom>
          <a:solidFill>
            <a:srgbClr val="C7C6C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74" name="object 574"/>
          <p:cNvSpPr/>
          <p:nvPr/>
        </p:nvSpPr>
        <p:spPr>
          <a:xfrm>
            <a:off x="9991726" y="1587139"/>
            <a:ext cx="9525" cy="9525"/>
          </a:xfrm>
          <a:custGeom>
            <a:avLst/>
            <a:gdLst/>
            <a:ahLst/>
            <a:cxnLst/>
            <a:rect l="l" t="t" r="r" b="b"/>
            <a:pathLst>
              <a:path w="9525" h="9525">
                <a:moveTo>
                  <a:pt x="9525" y="9525"/>
                </a:moveTo>
                <a:lnTo>
                  <a:pt x="0" y="9525"/>
                </a:lnTo>
                <a:lnTo>
                  <a:pt x="0" y="0"/>
                </a:lnTo>
                <a:lnTo>
                  <a:pt x="9525" y="0"/>
                </a:lnTo>
                <a:lnTo>
                  <a:pt x="9525" y="9525"/>
                </a:lnTo>
                <a:close/>
              </a:path>
            </a:pathLst>
          </a:custGeom>
          <a:solidFill>
            <a:srgbClr val="C7C6C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75" name="object 575"/>
          <p:cNvSpPr/>
          <p:nvPr/>
        </p:nvSpPr>
        <p:spPr>
          <a:xfrm>
            <a:off x="10048876" y="1587139"/>
            <a:ext cx="9525" cy="9525"/>
          </a:xfrm>
          <a:custGeom>
            <a:avLst/>
            <a:gdLst/>
            <a:ahLst/>
            <a:cxnLst/>
            <a:rect l="l" t="t" r="r" b="b"/>
            <a:pathLst>
              <a:path w="9525" h="9525">
                <a:moveTo>
                  <a:pt x="9525" y="9525"/>
                </a:moveTo>
                <a:lnTo>
                  <a:pt x="0" y="9525"/>
                </a:lnTo>
                <a:lnTo>
                  <a:pt x="0" y="0"/>
                </a:lnTo>
                <a:lnTo>
                  <a:pt x="9525" y="0"/>
                </a:lnTo>
                <a:lnTo>
                  <a:pt x="9525" y="9525"/>
                </a:lnTo>
                <a:close/>
              </a:path>
            </a:pathLst>
          </a:custGeom>
          <a:solidFill>
            <a:srgbClr val="C7C6C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76" name="object 576"/>
          <p:cNvSpPr/>
          <p:nvPr/>
        </p:nvSpPr>
        <p:spPr>
          <a:xfrm>
            <a:off x="10106026" y="1587139"/>
            <a:ext cx="9525" cy="9525"/>
          </a:xfrm>
          <a:custGeom>
            <a:avLst/>
            <a:gdLst/>
            <a:ahLst/>
            <a:cxnLst/>
            <a:rect l="l" t="t" r="r" b="b"/>
            <a:pathLst>
              <a:path w="9525" h="9525">
                <a:moveTo>
                  <a:pt x="9525" y="9525"/>
                </a:moveTo>
                <a:lnTo>
                  <a:pt x="0" y="9525"/>
                </a:lnTo>
                <a:lnTo>
                  <a:pt x="0" y="0"/>
                </a:lnTo>
                <a:lnTo>
                  <a:pt x="9525" y="0"/>
                </a:lnTo>
                <a:lnTo>
                  <a:pt x="9525" y="9525"/>
                </a:lnTo>
                <a:close/>
              </a:path>
            </a:pathLst>
          </a:custGeom>
          <a:solidFill>
            <a:srgbClr val="C7C6C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77" name="object 577"/>
          <p:cNvSpPr txBox="1"/>
          <p:nvPr/>
        </p:nvSpPr>
        <p:spPr>
          <a:xfrm>
            <a:off x="2917280" y="1501513"/>
            <a:ext cx="305435" cy="151323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spcBef>
                <a:spcPts val="100"/>
              </a:spcBef>
            </a:pPr>
            <a:r>
              <a:rPr sz="900" spc="-10" dirty="0">
                <a:solidFill>
                  <a:srgbClr val="605D5C"/>
                </a:solidFill>
                <a:latin typeface="Segoe UI"/>
                <a:cs typeface="Segoe UI"/>
              </a:rPr>
              <a:t>0.5bn</a:t>
            </a:r>
            <a:endParaRPr sz="900">
              <a:latin typeface="Segoe UI"/>
              <a:cs typeface="Segoe UI"/>
            </a:endParaRPr>
          </a:p>
        </p:txBody>
      </p:sp>
      <p:sp>
        <p:nvSpPr>
          <p:cNvPr id="578" name="object 578"/>
          <p:cNvSpPr/>
          <p:nvPr/>
        </p:nvSpPr>
        <p:spPr>
          <a:xfrm>
            <a:off x="3305176" y="857251"/>
            <a:ext cx="9525" cy="9525"/>
          </a:xfrm>
          <a:custGeom>
            <a:avLst/>
            <a:gdLst/>
            <a:ahLst/>
            <a:cxnLst/>
            <a:rect l="l" t="t" r="r" b="b"/>
            <a:pathLst>
              <a:path w="9525" h="9525">
                <a:moveTo>
                  <a:pt x="9525" y="9525"/>
                </a:moveTo>
                <a:lnTo>
                  <a:pt x="0" y="9525"/>
                </a:lnTo>
                <a:lnTo>
                  <a:pt x="0" y="0"/>
                </a:lnTo>
                <a:lnTo>
                  <a:pt x="9525" y="0"/>
                </a:lnTo>
                <a:lnTo>
                  <a:pt x="9525" y="9525"/>
                </a:lnTo>
                <a:close/>
              </a:path>
            </a:pathLst>
          </a:custGeom>
          <a:solidFill>
            <a:srgbClr val="C7C6C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79" name="object 579"/>
          <p:cNvSpPr/>
          <p:nvPr/>
        </p:nvSpPr>
        <p:spPr>
          <a:xfrm>
            <a:off x="3362326" y="857251"/>
            <a:ext cx="9525" cy="9525"/>
          </a:xfrm>
          <a:custGeom>
            <a:avLst/>
            <a:gdLst/>
            <a:ahLst/>
            <a:cxnLst/>
            <a:rect l="l" t="t" r="r" b="b"/>
            <a:pathLst>
              <a:path w="9525" h="9525">
                <a:moveTo>
                  <a:pt x="9525" y="9525"/>
                </a:moveTo>
                <a:lnTo>
                  <a:pt x="0" y="9525"/>
                </a:lnTo>
                <a:lnTo>
                  <a:pt x="0" y="0"/>
                </a:lnTo>
                <a:lnTo>
                  <a:pt x="9525" y="0"/>
                </a:lnTo>
                <a:lnTo>
                  <a:pt x="9525" y="9525"/>
                </a:lnTo>
                <a:close/>
              </a:path>
            </a:pathLst>
          </a:custGeom>
          <a:solidFill>
            <a:srgbClr val="C7C6C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80" name="object 580"/>
          <p:cNvSpPr/>
          <p:nvPr/>
        </p:nvSpPr>
        <p:spPr>
          <a:xfrm>
            <a:off x="3419476" y="857251"/>
            <a:ext cx="9525" cy="9525"/>
          </a:xfrm>
          <a:custGeom>
            <a:avLst/>
            <a:gdLst/>
            <a:ahLst/>
            <a:cxnLst/>
            <a:rect l="l" t="t" r="r" b="b"/>
            <a:pathLst>
              <a:path w="9525" h="9525">
                <a:moveTo>
                  <a:pt x="9525" y="9525"/>
                </a:moveTo>
                <a:lnTo>
                  <a:pt x="0" y="9525"/>
                </a:lnTo>
                <a:lnTo>
                  <a:pt x="0" y="0"/>
                </a:lnTo>
                <a:lnTo>
                  <a:pt x="9525" y="0"/>
                </a:lnTo>
                <a:lnTo>
                  <a:pt x="9525" y="9525"/>
                </a:lnTo>
                <a:close/>
              </a:path>
            </a:pathLst>
          </a:custGeom>
          <a:solidFill>
            <a:srgbClr val="C7C6C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81" name="object 581"/>
          <p:cNvSpPr/>
          <p:nvPr/>
        </p:nvSpPr>
        <p:spPr>
          <a:xfrm>
            <a:off x="3476626" y="857251"/>
            <a:ext cx="9525" cy="9525"/>
          </a:xfrm>
          <a:custGeom>
            <a:avLst/>
            <a:gdLst/>
            <a:ahLst/>
            <a:cxnLst/>
            <a:rect l="l" t="t" r="r" b="b"/>
            <a:pathLst>
              <a:path w="9525" h="9525">
                <a:moveTo>
                  <a:pt x="9525" y="9525"/>
                </a:moveTo>
                <a:lnTo>
                  <a:pt x="0" y="9525"/>
                </a:lnTo>
                <a:lnTo>
                  <a:pt x="0" y="0"/>
                </a:lnTo>
                <a:lnTo>
                  <a:pt x="9525" y="0"/>
                </a:lnTo>
                <a:lnTo>
                  <a:pt x="9525" y="9525"/>
                </a:lnTo>
                <a:close/>
              </a:path>
            </a:pathLst>
          </a:custGeom>
          <a:solidFill>
            <a:srgbClr val="C7C6C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82" name="object 582"/>
          <p:cNvSpPr/>
          <p:nvPr/>
        </p:nvSpPr>
        <p:spPr>
          <a:xfrm>
            <a:off x="3533776" y="857251"/>
            <a:ext cx="9525" cy="9525"/>
          </a:xfrm>
          <a:custGeom>
            <a:avLst/>
            <a:gdLst/>
            <a:ahLst/>
            <a:cxnLst/>
            <a:rect l="l" t="t" r="r" b="b"/>
            <a:pathLst>
              <a:path w="9525" h="9525">
                <a:moveTo>
                  <a:pt x="9525" y="9525"/>
                </a:moveTo>
                <a:lnTo>
                  <a:pt x="0" y="9525"/>
                </a:lnTo>
                <a:lnTo>
                  <a:pt x="0" y="0"/>
                </a:lnTo>
                <a:lnTo>
                  <a:pt x="9525" y="0"/>
                </a:lnTo>
                <a:lnTo>
                  <a:pt x="9525" y="9525"/>
                </a:lnTo>
                <a:close/>
              </a:path>
            </a:pathLst>
          </a:custGeom>
          <a:solidFill>
            <a:srgbClr val="C7C6C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83" name="object 583"/>
          <p:cNvSpPr/>
          <p:nvPr/>
        </p:nvSpPr>
        <p:spPr>
          <a:xfrm>
            <a:off x="3590926" y="857251"/>
            <a:ext cx="9525" cy="9525"/>
          </a:xfrm>
          <a:custGeom>
            <a:avLst/>
            <a:gdLst/>
            <a:ahLst/>
            <a:cxnLst/>
            <a:rect l="l" t="t" r="r" b="b"/>
            <a:pathLst>
              <a:path w="9525" h="9525">
                <a:moveTo>
                  <a:pt x="9525" y="9525"/>
                </a:moveTo>
                <a:lnTo>
                  <a:pt x="0" y="9525"/>
                </a:lnTo>
                <a:lnTo>
                  <a:pt x="0" y="0"/>
                </a:lnTo>
                <a:lnTo>
                  <a:pt x="9525" y="0"/>
                </a:lnTo>
                <a:lnTo>
                  <a:pt x="9525" y="9525"/>
                </a:lnTo>
                <a:close/>
              </a:path>
            </a:pathLst>
          </a:custGeom>
          <a:solidFill>
            <a:srgbClr val="C7C6C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84" name="object 584"/>
          <p:cNvSpPr/>
          <p:nvPr/>
        </p:nvSpPr>
        <p:spPr>
          <a:xfrm>
            <a:off x="3648076" y="857251"/>
            <a:ext cx="9525" cy="9525"/>
          </a:xfrm>
          <a:custGeom>
            <a:avLst/>
            <a:gdLst/>
            <a:ahLst/>
            <a:cxnLst/>
            <a:rect l="l" t="t" r="r" b="b"/>
            <a:pathLst>
              <a:path w="9525" h="9525">
                <a:moveTo>
                  <a:pt x="9525" y="9525"/>
                </a:moveTo>
                <a:lnTo>
                  <a:pt x="0" y="9525"/>
                </a:lnTo>
                <a:lnTo>
                  <a:pt x="0" y="0"/>
                </a:lnTo>
                <a:lnTo>
                  <a:pt x="9525" y="0"/>
                </a:lnTo>
                <a:lnTo>
                  <a:pt x="9525" y="9525"/>
                </a:lnTo>
                <a:close/>
              </a:path>
            </a:pathLst>
          </a:custGeom>
          <a:solidFill>
            <a:srgbClr val="C7C6C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85" name="object 585"/>
          <p:cNvSpPr/>
          <p:nvPr/>
        </p:nvSpPr>
        <p:spPr>
          <a:xfrm>
            <a:off x="3705226" y="857251"/>
            <a:ext cx="9525" cy="9525"/>
          </a:xfrm>
          <a:custGeom>
            <a:avLst/>
            <a:gdLst/>
            <a:ahLst/>
            <a:cxnLst/>
            <a:rect l="l" t="t" r="r" b="b"/>
            <a:pathLst>
              <a:path w="9525" h="9525">
                <a:moveTo>
                  <a:pt x="9525" y="9525"/>
                </a:moveTo>
                <a:lnTo>
                  <a:pt x="0" y="9525"/>
                </a:lnTo>
                <a:lnTo>
                  <a:pt x="0" y="0"/>
                </a:lnTo>
                <a:lnTo>
                  <a:pt x="9525" y="0"/>
                </a:lnTo>
                <a:lnTo>
                  <a:pt x="9525" y="9525"/>
                </a:lnTo>
                <a:close/>
              </a:path>
            </a:pathLst>
          </a:custGeom>
          <a:solidFill>
            <a:srgbClr val="C7C6C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86" name="object 586"/>
          <p:cNvSpPr/>
          <p:nvPr/>
        </p:nvSpPr>
        <p:spPr>
          <a:xfrm>
            <a:off x="3762376" y="857251"/>
            <a:ext cx="9525" cy="9525"/>
          </a:xfrm>
          <a:custGeom>
            <a:avLst/>
            <a:gdLst/>
            <a:ahLst/>
            <a:cxnLst/>
            <a:rect l="l" t="t" r="r" b="b"/>
            <a:pathLst>
              <a:path w="9525" h="9525">
                <a:moveTo>
                  <a:pt x="9525" y="9525"/>
                </a:moveTo>
                <a:lnTo>
                  <a:pt x="0" y="9525"/>
                </a:lnTo>
                <a:lnTo>
                  <a:pt x="0" y="0"/>
                </a:lnTo>
                <a:lnTo>
                  <a:pt x="9525" y="0"/>
                </a:lnTo>
                <a:lnTo>
                  <a:pt x="9525" y="9525"/>
                </a:lnTo>
                <a:close/>
              </a:path>
            </a:pathLst>
          </a:custGeom>
          <a:solidFill>
            <a:srgbClr val="C7C6C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87" name="object 587"/>
          <p:cNvSpPr/>
          <p:nvPr/>
        </p:nvSpPr>
        <p:spPr>
          <a:xfrm>
            <a:off x="3819526" y="857251"/>
            <a:ext cx="9525" cy="9525"/>
          </a:xfrm>
          <a:custGeom>
            <a:avLst/>
            <a:gdLst/>
            <a:ahLst/>
            <a:cxnLst/>
            <a:rect l="l" t="t" r="r" b="b"/>
            <a:pathLst>
              <a:path w="9525" h="9525">
                <a:moveTo>
                  <a:pt x="9525" y="9525"/>
                </a:moveTo>
                <a:lnTo>
                  <a:pt x="0" y="9525"/>
                </a:lnTo>
                <a:lnTo>
                  <a:pt x="0" y="0"/>
                </a:lnTo>
                <a:lnTo>
                  <a:pt x="9525" y="0"/>
                </a:lnTo>
                <a:lnTo>
                  <a:pt x="9525" y="9525"/>
                </a:lnTo>
                <a:close/>
              </a:path>
            </a:pathLst>
          </a:custGeom>
          <a:solidFill>
            <a:srgbClr val="C7C6C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88" name="object 588"/>
          <p:cNvSpPr/>
          <p:nvPr/>
        </p:nvSpPr>
        <p:spPr>
          <a:xfrm>
            <a:off x="3876676" y="857251"/>
            <a:ext cx="9525" cy="9525"/>
          </a:xfrm>
          <a:custGeom>
            <a:avLst/>
            <a:gdLst/>
            <a:ahLst/>
            <a:cxnLst/>
            <a:rect l="l" t="t" r="r" b="b"/>
            <a:pathLst>
              <a:path w="9525" h="9525">
                <a:moveTo>
                  <a:pt x="9525" y="9525"/>
                </a:moveTo>
                <a:lnTo>
                  <a:pt x="0" y="9525"/>
                </a:lnTo>
                <a:lnTo>
                  <a:pt x="0" y="0"/>
                </a:lnTo>
                <a:lnTo>
                  <a:pt x="9525" y="0"/>
                </a:lnTo>
                <a:lnTo>
                  <a:pt x="9525" y="9525"/>
                </a:lnTo>
                <a:close/>
              </a:path>
            </a:pathLst>
          </a:custGeom>
          <a:solidFill>
            <a:srgbClr val="C7C6C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89" name="object 589"/>
          <p:cNvSpPr/>
          <p:nvPr/>
        </p:nvSpPr>
        <p:spPr>
          <a:xfrm>
            <a:off x="3933826" y="857251"/>
            <a:ext cx="9525" cy="9525"/>
          </a:xfrm>
          <a:custGeom>
            <a:avLst/>
            <a:gdLst/>
            <a:ahLst/>
            <a:cxnLst/>
            <a:rect l="l" t="t" r="r" b="b"/>
            <a:pathLst>
              <a:path w="9525" h="9525">
                <a:moveTo>
                  <a:pt x="9525" y="9525"/>
                </a:moveTo>
                <a:lnTo>
                  <a:pt x="0" y="9525"/>
                </a:lnTo>
                <a:lnTo>
                  <a:pt x="0" y="0"/>
                </a:lnTo>
                <a:lnTo>
                  <a:pt x="9525" y="0"/>
                </a:lnTo>
                <a:lnTo>
                  <a:pt x="9525" y="9525"/>
                </a:lnTo>
                <a:close/>
              </a:path>
            </a:pathLst>
          </a:custGeom>
          <a:solidFill>
            <a:srgbClr val="C7C6C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90" name="object 590"/>
          <p:cNvSpPr/>
          <p:nvPr/>
        </p:nvSpPr>
        <p:spPr>
          <a:xfrm>
            <a:off x="3990976" y="857251"/>
            <a:ext cx="9525" cy="9525"/>
          </a:xfrm>
          <a:custGeom>
            <a:avLst/>
            <a:gdLst/>
            <a:ahLst/>
            <a:cxnLst/>
            <a:rect l="l" t="t" r="r" b="b"/>
            <a:pathLst>
              <a:path w="9525" h="9525">
                <a:moveTo>
                  <a:pt x="9525" y="9525"/>
                </a:moveTo>
                <a:lnTo>
                  <a:pt x="0" y="9525"/>
                </a:lnTo>
                <a:lnTo>
                  <a:pt x="0" y="0"/>
                </a:lnTo>
                <a:lnTo>
                  <a:pt x="9525" y="0"/>
                </a:lnTo>
                <a:lnTo>
                  <a:pt x="9525" y="9525"/>
                </a:lnTo>
                <a:close/>
              </a:path>
            </a:pathLst>
          </a:custGeom>
          <a:solidFill>
            <a:srgbClr val="C7C6C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91" name="object 591"/>
          <p:cNvSpPr/>
          <p:nvPr/>
        </p:nvSpPr>
        <p:spPr>
          <a:xfrm>
            <a:off x="4048126" y="857251"/>
            <a:ext cx="9525" cy="9525"/>
          </a:xfrm>
          <a:custGeom>
            <a:avLst/>
            <a:gdLst/>
            <a:ahLst/>
            <a:cxnLst/>
            <a:rect l="l" t="t" r="r" b="b"/>
            <a:pathLst>
              <a:path w="9525" h="9525">
                <a:moveTo>
                  <a:pt x="9525" y="9525"/>
                </a:moveTo>
                <a:lnTo>
                  <a:pt x="0" y="9525"/>
                </a:lnTo>
                <a:lnTo>
                  <a:pt x="0" y="0"/>
                </a:lnTo>
                <a:lnTo>
                  <a:pt x="9525" y="0"/>
                </a:lnTo>
                <a:lnTo>
                  <a:pt x="9525" y="9525"/>
                </a:lnTo>
                <a:close/>
              </a:path>
            </a:pathLst>
          </a:custGeom>
          <a:solidFill>
            <a:srgbClr val="C7C6C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92" name="object 592"/>
          <p:cNvSpPr/>
          <p:nvPr/>
        </p:nvSpPr>
        <p:spPr>
          <a:xfrm>
            <a:off x="4105276" y="857251"/>
            <a:ext cx="9525" cy="9525"/>
          </a:xfrm>
          <a:custGeom>
            <a:avLst/>
            <a:gdLst/>
            <a:ahLst/>
            <a:cxnLst/>
            <a:rect l="l" t="t" r="r" b="b"/>
            <a:pathLst>
              <a:path w="9525" h="9525">
                <a:moveTo>
                  <a:pt x="9525" y="9525"/>
                </a:moveTo>
                <a:lnTo>
                  <a:pt x="0" y="9525"/>
                </a:lnTo>
                <a:lnTo>
                  <a:pt x="0" y="0"/>
                </a:lnTo>
                <a:lnTo>
                  <a:pt x="9525" y="0"/>
                </a:lnTo>
                <a:lnTo>
                  <a:pt x="9525" y="9525"/>
                </a:lnTo>
                <a:close/>
              </a:path>
            </a:pathLst>
          </a:custGeom>
          <a:solidFill>
            <a:srgbClr val="C7C6C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93" name="object 593"/>
          <p:cNvSpPr/>
          <p:nvPr/>
        </p:nvSpPr>
        <p:spPr>
          <a:xfrm>
            <a:off x="4162426" y="857251"/>
            <a:ext cx="9525" cy="9525"/>
          </a:xfrm>
          <a:custGeom>
            <a:avLst/>
            <a:gdLst/>
            <a:ahLst/>
            <a:cxnLst/>
            <a:rect l="l" t="t" r="r" b="b"/>
            <a:pathLst>
              <a:path w="9525" h="9525">
                <a:moveTo>
                  <a:pt x="9525" y="9525"/>
                </a:moveTo>
                <a:lnTo>
                  <a:pt x="0" y="9525"/>
                </a:lnTo>
                <a:lnTo>
                  <a:pt x="0" y="0"/>
                </a:lnTo>
                <a:lnTo>
                  <a:pt x="9525" y="0"/>
                </a:lnTo>
                <a:lnTo>
                  <a:pt x="9525" y="9525"/>
                </a:lnTo>
                <a:close/>
              </a:path>
            </a:pathLst>
          </a:custGeom>
          <a:solidFill>
            <a:srgbClr val="C7C6C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94" name="object 594"/>
          <p:cNvSpPr/>
          <p:nvPr/>
        </p:nvSpPr>
        <p:spPr>
          <a:xfrm>
            <a:off x="4219576" y="857251"/>
            <a:ext cx="9525" cy="9525"/>
          </a:xfrm>
          <a:custGeom>
            <a:avLst/>
            <a:gdLst/>
            <a:ahLst/>
            <a:cxnLst/>
            <a:rect l="l" t="t" r="r" b="b"/>
            <a:pathLst>
              <a:path w="9525" h="9525">
                <a:moveTo>
                  <a:pt x="9525" y="9525"/>
                </a:moveTo>
                <a:lnTo>
                  <a:pt x="0" y="9525"/>
                </a:lnTo>
                <a:lnTo>
                  <a:pt x="0" y="0"/>
                </a:lnTo>
                <a:lnTo>
                  <a:pt x="9525" y="0"/>
                </a:lnTo>
                <a:lnTo>
                  <a:pt x="9525" y="9525"/>
                </a:lnTo>
                <a:close/>
              </a:path>
            </a:pathLst>
          </a:custGeom>
          <a:solidFill>
            <a:srgbClr val="C7C6C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95" name="object 595"/>
          <p:cNvSpPr/>
          <p:nvPr/>
        </p:nvSpPr>
        <p:spPr>
          <a:xfrm>
            <a:off x="4276726" y="857251"/>
            <a:ext cx="9525" cy="9525"/>
          </a:xfrm>
          <a:custGeom>
            <a:avLst/>
            <a:gdLst/>
            <a:ahLst/>
            <a:cxnLst/>
            <a:rect l="l" t="t" r="r" b="b"/>
            <a:pathLst>
              <a:path w="9525" h="9525">
                <a:moveTo>
                  <a:pt x="9525" y="9525"/>
                </a:moveTo>
                <a:lnTo>
                  <a:pt x="0" y="9525"/>
                </a:lnTo>
                <a:lnTo>
                  <a:pt x="0" y="0"/>
                </a:lnTo>
                <a:lnTo>
                  <a:pt x="9525" y="0"/>
                </a:lnTo>
                <a:lnTo>
                  <a:pt x="9525" y="9525"/>
                </a:lnTo>
                <a:close/>
              </a:path>
            </a:pathLst>
          </a:custGeom>
          <a:solidFill>
            <a:srgbClr val="C7C6C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96" name="object 596"/>
          <p:cNvSpPr/>
          <p:nvPr/>
        </p:nvSpPr>
        <p:spPr>
          <a:xfrm>
            <a:off x="4333876" y="857251"/>
            <a:ext cx="9525" cy="9525"/>
          </a:xfrm>
          <a:custGeom>
            <a:avLst/>
            <a:gdLst/>
            <a:ahLst/>
            <a:cxnLst/>
            <a:rect l="l" t="t" r="r" b="b"/>
            <a:pathLst>
              <a:path w="9525" h="9525">
                <a:moveTo>
                  <a:pt x="9525" y="9525"/>
                </a:moveTo>
                <a:lnTo>
                  <a:pt x="0" y="9525"/>
                </a:lnTo>
                <a:lnTo>
                  <a:pt x="0" y="0"/>
                </a:lnTo>
                <a:lnTo>
                  <a:pt x="9525" y="0"/>
                </a:lnTo>
                <a:lnTo>
                  <a:pt x="9525" y="9525"/>
                </a:lnTo>
                <a:close/>
              </a:path>
            </a:pathLst>
          </a:custGeom>
          <a:solidFill>
            <a:srgbClr val="C7C6C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97" name="object 597"/>
          <p:cNvSpPr/>
          <p:nvPr/>
        </p:nvSpPr>
        <p:spPr>
          <a:xfrm>
            <a:off x="4391026" y="857251"/>
            <a:ext cx="9525" cy="9525"/>
          </a:xfrm>
          <a:custGeom>
            <a:avLst/>
            <a:gdLst/>
            <a:ahLst/>
            <a:cxnLst/>
            <a:rect l="l" t="t" r="r" b="b"/>
            <a:pathLst>
              <a:path w="9525" h="9525">
                <a:moveTo>
                  <a:pt x="9525" y="9525"/>
                </a:moveTo>
                <a:lnTo>
                  <a:pt x="0" y="9525"/>
                </a:lnTo>
                <a:lnTo>
                  <a:pt x="0" y="0"/>
                </a:lnTo>
                <a:lnTo>
                  <a:pt x="9525" y="0"/>
                </a:lnTo>
                <a:lnTo>
                  <a:pt x="9525" y="9525"/>
                </a:lnTo>
                <a:close/>
              </a:path>
            </a:pathLst>
          </a:custGeom>
          <a:solidFill>
            <a:srgbClr val="C7C6C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98" name="object 598"/>
          <p:cNvSpPr/>
          <p:nvPr/>
        </p:nvSpPr>
        <p:spPr>
          <a:xfrm>
            <a:off x="4448176" y="857251"/>
            <a:ext cx="9525" cy="9525"/>
          </a:xfrm>
          <a:custGeom>
            <a:avLst/>
            <a:gdLst/>
            <a:ahLst/>
            <a:cxnLst/>
            <a:rect l="l" t="t" r="r" b="b"/>
            <a:pathLst>
              <a:path w="9525" h="9525">
                <a:moveTo>
                  <a:pt x="9525" y="9525"/>
                </a:moveTo>
                <a:lnTo>
                  <a:pt x="0" y="9525"/>
                </a:lnTo>
                <a:lnTo>
                  <a:pt x="0" y="0"/>
                </a:lnTo>
                <a:lnTo>
                  <a:pt x="9525" y="0"/>
                </a:lnTo>
                <a:lnTo>
                  <a:pt x="9525" y="9525"/>
                </a:lnTo>
                <a:close/>
              </a:path>
            </a:pathLst>
          </a:custGeom>
          <a:solidFill>
            <a:srgbClr val="C7C6C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99" name="object 599"/>
          <p:cNvSpPr/>
          <p:nvPr/>
        </p:nvSpPr>
        <p:spPr>
          <a:xfrm>
            <a:off x="4505326" y="857251"/>
            <a:ext cx="9525" cy="9525"/>
          </a:xfrm>
          <a:custGeom>
            <a:avLst/>
            <a:gdLst/>
            <a:ahLst/>
            <a:cxnLst/>
            <a:rect l="l" t="t" r="r" b="b"/>
            <a:pathLst>
              <a:path w="9525" h="9525">
                <a:moveTo>
                  <a:pt x="9525" y="9525"/>
                </a:moveTo>
                <a:lnTo>
                  <a:pt x="0" y="9525"/>
                </a:lnTo>
                <a:lnTo>
                  <a:pt x="0" y="0"/>
                </a:lnTo>
                <a:lnTo>
                  <a:pt x="9525" y="0"/>
                </a:lnTo>
                <a:lnTo>
                  <a:pt x="9525" y="9525"/>
                </a:lnTo>
                <a:close/>
              </a:path>
            </a:pathLst>
          </a:custGeom>
          <a:solidFill>
            <a:srgbClr val="C7C6C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00" name="object 600"/>
          <p:cNvSpPr/>
          <p:nvPr/>
        </p:nvSpPr>
        <p:spPr>
          <a:xfrm>
            <a:off x="4562476" y="857251"/>
            <a:ext cx="9525" cy="9525"/>
          </a:xfrm>
          <a:custGeom>
            <a:avLst/>
            <a:gdLst/>
            <a:ahLst/>
            <a:cxnLst/>
            <a:rect l="l" t="t" r="r" b="b"/>
            <a:pathLst>
              <a:path w="9525" h="9525">
                <a:moveTo>
                  <a:pt x="9525" y="9525"/>
                </a:moveTo>
                <a:lnTo>
                  <a:pt x="0" y="9525"/>
                </a:lnTo>
                <a:lnTo>
                  <a:pt x="0" y="0"/>
                </a:lnTo>
                <a:lnTo>
                  <a:pt x="9525" y="0"/>
                </a:lnTo>
                <a:lnTo>
                  <a:pt x="9525" y="9525"/>
                </a:lnTo>
                <a:close/>
              </a:path>
            </a:pathLst>
          </a:custGeom>
          <a:solidFill>
            <a:srgbClr val="C7C6C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01" name="object 601"/>
          <p:cNvSpPr/>
          <p:nvPr/>
        </p:nvSpPr>
        <p:spPr>
          <a:xfrm>
            <a:off x="4619626" y="857251"/>
            <a:ext cx="9525" cy="9525"/>
          </a:xfrm>
          <a:custGeom>
            <a:avLst/>
            <a:gdLst/>
            <a:ahLst/>
            <a:cxnLst/>
            <a:rect l="l" t="t" r="r" b="b"/>
            <a:pathLst>
              <a:path w="9525" h="9525">
                <a:moveTo>
                  <a:pt x="9525" y="9525"/>
                </a:moveTo>
                <a:lnTo>
                  <a:pt x="0" y="9525"/>
                </a:lnTo>
                <a:lnTo>
                  <a:pt x="0" y="0"/>
                </a:lnTo>
                <a:lnTo>
                  <a:pt x="9525" y="0"/>
                </a:lnTo>
                <a:lnTo>
                  <a:pt x="9525" y="9525"/>
                </a:lnTo>
                <a:close/>
              </a:path>
            </a:pathLst>
          </a:custGeom>
          <a:solidFill>
            <a:srgbClr val="C7C6C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02" name="object 602"/>
          <p:cNvSpPr/>
          <p:nvPr/>
        </p:nvSpPr>
        <p:spPr>
          <a:xfrm>
            <a:off x="4676776" y="857251"/>
            <a:ext cx="9525" cy="9525"/>
          </a:xfrm>
          <a:custGeom>
            <a:avLst/>
            <a:gdLst/>
            <a:ahLst/>
            <a:cxnLst/>
            <a:rect l="l" t="t" r="r" b="b"/>
            <a:pathLst>
              <a:path w="9525" h="9525">
                <a:moveTo>
                  <a:pt x="9525" y="9525"/>
                </a:moveTo>
                <a:lnTo>
                  <a:pt x="0" y="9525"/>
                </a:lnTo>
                <a:lnTo>
                  <a:pt x="0" y="0"/>
                </a:lnTo>
                <a:lnTo>
                  <a:pt x="9525" y="0"/>
                </a:lnTo>
                <a:lnTo>
                  <a:pt x="9525" y="9525"/>
                </a:lnTo>
                <a:close/>
              </a:path>
            </a:pathLst>
          </a:custGeom>
          <a:solidFill>
            <a:srgbClr val="C7C6C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03" name="object 603"/>
          <p:cNvSpPr/>
          <p:nvPr/>
        </p:nvSpPr>
        <p:spPr>
          <a:xfrm>
            <a:off x="4733926" y="857251"/>
            <a:ext cx="9525" cy="9525"/>
          </a:xfrm>
          <a:custGeom>
            <a:avLst/>
            <a:gdLst/>
            <a:ahLst/>
            <a:cxnLst/>
            <a:rect l="l" t="t" r="r" b="b"/>
            <a:pathLst>
              <a:path w="9525" h="9525">
                <a:moveTo>
                  <a:pt x="9525" y="9525"/>
                </a:moveTo>
                <a:lnTo>
                  <a:pt x="0" y="9525"/>
                </a:lnTo>
                <a:lnTo>
                  <a:pt x="0" y="0"/>
                </a:lnTo>
                <a:lnTo>
                  <a:pt x="9525" y="0"/>
                </a:lnTo>
                <a:lnTo>
                  <a:pt x="9525" y="9525"/>
                </a:lnTo>
                <a:close/>
              </a:path>
            </a:pathLst>
          </a:custGeom>
          <a:solidFill>
            <a:srgbClr val="C7C6C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04" name="object 604"/>
          <p:cNvSpPr/>
          <p:nvPr/>
        </p:nvSpPr>
        <p:spPr>
          <a:xfrm>
            <a:off x="4791076" y="857251"/>
            <a:ext cx="9525" cy="9525"/>
          </a:xfrm>
          <a:custGeom>
            <a:avLst/>
            <a:gdLst/>
            <a:ahLst/>
            <a:cxnLst/>
            <a:rect l="l" t="t" r="r" b="b"/>
            <a:pathLst>
              <a:path w="9525" h="9525">
                <a:moveTo>
                  <a:pt x="9525" y="9525"/>
                </a:moveTo>
                <a:lnTo>
                  <a:pt x="0" y="9525"/>
                </a:lnTo>
                <a:lnTo>
                  <a:pt x="0" y="0"/>
                </a:lnTo>
                <a:lnTo>
                  <a:pt x="9525" y="0"/>
                </a:lnTo>
                <a:lnTo>
                  <a:pt x="9525" y="9525"/>
                </a:lnTo>
                <a:close/>
              </a:path>
            </a:pathLst>
          </a:custGeom>
          <a:solidFill>
            <a:srgbClr val="C7C6C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05" name="object 605"/>
          <p:cNvSpPr/>
          <p:nvPr/>
        </p:nvSpPr>
        <p:spPr>
          <a:xfrm>
            <a:off x="4848226" y="857251"/>
            <a:ext cx="9525" cy="9525"/>
          </a:xfrm>
          <a:custGeom>
            <a:avLst/>
            <a:gdLst/>
            <a:ahLst/>
            <a:cxnLst/>
            <a:rect l="l" t="t" r="r" b="b"/>
            <a:pathLst>
              <a:path w="9525" h="9525">
                <a:moveTo>
                  <a:pt x="9525" y="9525"/>
                </a:moveTo>
                <a:lnTo>
                  <a:pt x="0" y="9525"/>
                </a:lnTo>
                <a:lnTo>
                  <a:pt x="0" y="0"/>
                </a:lnTo>
                <a:lnTo>
                  <a:pt x="9525" y="0"/>
                </a:lnTo>
                <a:lnTo>
                  <a:pt x="9525" y="9525"/>
                </a:lnTo>
                <a:close/>
              </a:path>
            </a:pathLst>
          </a:custGeom>
          <a:solidFill>
            <a:srgbClr val="C7C6C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06" name="object 606"/>
          <p:cNvSpPr/>
          <p:nvPr/>
        </p:nvSpPr>
        <p:spPr>
          <a:xfrm>
            <a:off x="4905376" y="857251"/>
            <a:ext cx="9525" cy="9525"/>
          </a:xfrm>
          <a:custGeom>
            <a:avLst/>
            <a:gdLst/>
            <a:ahLst/>
            <a:cxnLst/>
            <a:rect l="l" t="t" r="r" b="b"/>
            <a:pathLst>
              <a:path w="9525" h="9525">
                <a:moveTo>
                  <a:pt x="9525" y="9525"/>
                </a:moveTo>
                <a:lnTo>
                  <a:pt x="0" y="9525"/>
                </a:lnTo>
                <a:lnTo>
                  <a:pt x="0" y="0"/>
                </a:lnTo>
                <a:lnTo>
                  <a:pt x="9525" y="0"/>
                </a:lnTo>
                <a:lnTo>
                  <a:pt x="9525" y="9525"/>
                </a:lnTo>
                <a:close/>
              </a:path>
            </a:pathLst>
          </a:custGeom>
          <a:solidFill>
            <a:srgbClr val="C7C6C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07" name="object 607"/>
          <p:cNvSpPr/>
          <p:nvPr/>
        </p:nvSpPr>
        <p:spPr>
          <a:xfrm>
            <a:off x="4962526" y="857251"/>
            <a:ext cx="9525" cy="9525"/>
          </a:xfrm>
          <a:custGeom>
            <a:avLst/>
            <a:gdLst/>
            <a:ahLst/>
            <a:cxnLst/>
            <a:rect l="l" t="t" r="r" b="b"/>
            <a:pathLst>
              <a:path w="9525" h="9525">
                <a:moveTo>
                  <a:pt x="9525" y="9525"/>
                </a:moveTo>
                <a:lnTo>
                  <a:pt x="0" y="9525"/>
                </a:lnTo>
                <a:lnTo>
                  <a:pt x="0" y="0"/>
                </a:lnTo>
                <a:lnTo>
                  <a:pt x="9525" y="0"/>
                </a:lnTo>
                <a:lnTo>
                  <a:pt x="9525" y="9525"/>
                </a:lnTo>
                <a:close/>
              </a:path>
            </a:pathLst>
          </a:custGeom>
          <a:solidFill>
            <a:srgbClr val="C7C6C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08" name="object 608"/>
          <p:cNvSpPr/>
          <p:nvPr/>
        </p:nvSpPr>
        <p:spPr>
          <a:xfrm>
            <a:off x="5019676" y="857251"/>
            <a:ext cx="9525" cy="9525"/>
          </a:xfrm>
          <a:custGeom>
            <a:avLst/>
            <a:gdLst/>
            <a:ahLst/>
            <a:cxnLst/>
            <a:rect l="l" t="t" r="r" b="b"/>
            <a:pathLst>
              <a:path w="9525" h="9525">
                <a:moveTo>
                  <a:pt x="9525" y="9525"/>
                </a:moveTo>
                <a:lnTo>
                  <a:pt x="0" y="9525"/>
                </a:lnTo>
                <a:lnTo>
                  <a:pt x="0" y="0"/>
                </a:lnTo>
                <a:lnTo>
                  <a:pt x="9525" y="0"/>
                </a:lnTo>
                <a:lnTo>
                  <a:pt x="9525" y="9525"/>
                </a:lnTo>
                <a:close/>
              </a:path>
            </a:pathLst>
          </a:custGeom>
          <a:solidFill>
            <a:srgbClr val="C7C6C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09" name="object 609"/>
          <p:cNvSpPr/>
          <p:nvPr/>
        </p:nvSpPr>
        <p:spPr>
          <a:xfrm>
            <a:off x="5076826" y="857251"/>
            <a:ext cx="9525" cy="9525"/>
          </a:xfrm>
          <a:custGeom>
            <a:avLst/>
            <a:gdLst/>
            <a:ahLst/>
            <a:cxnLst/>
            <a:rect l="l" t="t" r="r" b="b"/>
            <a:pathLst>
              <a:path w="9525" h="9525">
                <a:moveTo>
                  <a:pt x="9525" y="9525"/>
                </a:moveTo>
                <a:lnTo>
                  <a:pt x="0" y="9525"/>
                </a:lnTo>
                <a:lnTo>
                  <a:pt x="0" y="0"/>
                </a:lnTo>
                <a:lnTo>
                  <a:pt x="9525" y="0"/>
                </a:lnTo>
                <a:lnTo>
                  <a:pt x="9525" y="9525"/>
                </a:lnTo>
                <a:close/>
              </a:path>
            </a:pathLst>
          </a:custGeom>
          <a:solidFill>
            <a:srgbClr val="C7C6C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10" name="object 610"/>
          <p:cNvSpPr/>
          <p:nvPr/>
        </p:nvSpPr>
        <p:spPr>
          <a:xfrm>
            <a:off x="5133976" y="857251"/>
            <a:ext cx="9525" cy="9525"/>
          </a:xfrm>
          <a:custGeom>
            <a:avLst/>
            <a:gdLst/>
            <a:ahLst/>
            <a:cxnLst/>
            <a:rect l="l" t="t" r="r" b="b"/>
            <a:pathLst>
              <a:path w="9525" h="9525">
                <a:moveTo>
                  <a:pt x="9525" y="9525"/>
                </a:moveTo>
                <a:lnTo>
                  <a:pt x="0" y="9525"/>
                </a:lnTo>
                <a:lnTo>
                  <a:pt x="0" y="0"/>
                </a:lnTo>
                <a:lnTo>
                  <a:pt x="9525" y="0"/>
                </a:lnTo>
                <a:lnTo>
                  <a:pt x="9525" y="9525"/>
                </a:lnTo>
                <a:close/>
              </a:path>
            </a:pathLst>
          </a:custGeom>
          <a:solidFill>
            <a:srgbClr val="C7C6C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11" name="object 611"/>
          <p:cNvSpPr/>
          <p:nvPr/>
        </p:nvSpPr>
        <p:spPr>
          <a:xfrm>
            <a:off x="5191126" y="857251"/>
            <a:ext cx="9525" cy="9525"/>
          </a:xfrm>
          <a:custGeom>
            <a:avLst/>
            <a:gdLst/>
            <a:ahLst/>
            <a:cxnLst/>
            <a:rect l="l" t="t" r="r" b="b"/>
            <a:pathLst>
              <a:path w="9525" h="9525">
                <a:moveTo>
                  <a:pt x="9525" y="9525"/>
                </a:moveTo>
                <a:lnTo>
                  <a:pt x="0" y="9525"/>
                </a:lnTo>
                <a:lnTo>
                  <a:pt x="0" y="0"/>
                </a:lnTo>
                <a:lnTo>
                  <a:pt x="9525" y="0"/>
                </a:lnTo>
                <a:lnTo>
                  <a:pt x="9525" y="9525"/>
                </a:lnTo>
                <a:close/>
              </a:path>
            </a:pathLst>
          </a:custGeom>
          <a:solidFill>
            <a:srgbClr val="C7C6C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12" name="object 612"/>
          <p:cNvSpPr/>
          <p:nvPr/>
        </p:nvSpPr>
        <p:spPr>
          <a:xfrm>
            <a:off x="5248276" y="857251"/>
            <a:ext cx="9525" cy="9525"/>
          </a:xfrm>
          <a:custGeom>
            <a:avLst/>
            <a:gdLst/>
            <a:ahLst/>
            <a:cxnLst/>
            <a:rect l="l" t="t" r="r" b="b"/>
            <a:pathLst>
              <a:path w="9525" h="9525">
                <a:moveTo>
                  <a:pt x="9525" y="9525"/>
                </a:moveTo>
                <a:lnTo>
                  <a:pt x="0" y="9525"/>
                </a:lnTo>
                <a:lnTo>
                  <a:pt x="0" y="0"/>
                </a:lnTo>
                <a:lnTo>
                  <a:pt x="9525" y="0"/>
                </a:lnTo>
                <a:lnTo>
                  <a:pt x="9525" y="9525"/>
                </a:lnTo>
                <a:close/>
              </a:path>
            </a:pathLst>
          </a:custGeom>
          <a:solidFill>
            <a:srgbClr val="C7C6C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13" name="object 613"/>
          <p:cNvSpPr/>
          <p:nvPr/>
        </p:nvSpPr>
        <p:spPr>
          <a:xfrm>
            <a:off x="5305426" y="857251"/>
            <a:ext cx="9525" cy="9525"/>
          </a:xfrm>
          <a:custGeom>
            <a:avLst/>
            <a:gdLst/>
            <a:ahLst/>
            <a:cxnLst/>
            <a:rect l="l" t="t" r="r" b="b"/>
            <a:pathLst>
              <a:path w="9525" h="9525">
                <a:moveTo>
                  <a:pt x="9525" y="9525"/>
                </a:moveTo>
                <a:lnTo>
                  <a:pt x="0" y="9525"/>
                </a:lnTo>
                <a:lnTo>
                  <a:pt x="0" y="0"/>
                </a:lnTo>
                <a:lnTo>
                  <a:pt x="9525" y="0"/>
                </a:lnTo>
                <a:lnTo>
                  <a:pt x="9525" y="9525"/>
                </a:lnTo>
                <a:close/>
              </a:path>
            </a:pathLst>
          </a:custGeom>
          <a:solidFill>
            <a:srgbClr val="C7C6C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14" name="object 614"/>
          <p:cNvSpPr/>
          <p:nvPr/>
        </p:nvSpPr>
        <p:spPr>
          <a:xfrm>
            <a:off x="5362576" y="857251"/>
            <a:ext cx="9525" cy="9525"/>
          </a:xfrm>
          <a:custGeom>
            <a:avLst/>
            <a:gdLst/>
            <a:ahLst/>
            <a:cxnLst/>
            <a:rect l="l" t="t" r="r" b="b"/>
            <a:pathLst>
              <a:path w="9525" h="9525">
                <a:moveTo>
                  <a:pt x="9525" y="9525"/>
                </a:moveTo>
                <a:lnTo>
                  <a:pt x="0" y="9525"/>
                </a:lnTo>
                <a:lnTo>
                  <a:pt x="0" y="0"/>
                </a:lnTo>
                <a:lnTo>
                  <a:pt x="9525" y="0"/>
                </a:lnTo>
                <a:lnTo>
                  <a:pt x="9525" y="9525"/>
                </a:lnTo>
                <a:close/>
              </a:path>
            </a:pathLst>
          </a:custGeom>
          <a:solidFill>
            <a:srgbClr val="C7C6C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15" name="object 615"/>
          <p:cNvSpPr/>
          <p:nvPr/>
        </p:nvSpPr>
        <p:spPr>
          <a:xfrm>
            <a:off x="5419726" y="857251"/>
            <a:ext cx="9525" cy="9525"/>
          </a:xfrm>
          <a:custGeom>
            <a:avLst/>
            <a:gdLst/>
            <a:ahLst/>
            <a:cxnLst/>
            <a:rect l="l" t="t" r="r" b="b"/>
            <a:pathLst>
              <a:path w="9525" h="9525">
                <a:moveTo>
                  <a:pt x="9525" y="9525"/>
                </a:moveTo>
                <a:lnTo>
                  <a:pt x="0" y="9525"/>
                </a:lnTo>
                <a:lnTo>
                  <a:pt x="0" y="0"/>
                </a:lnTo>
                <a:lnTo>
                  <a:pt x="9525" y="0"/>
                </a:lnTo>
                <a:lnTo>
                  <a:pt x="9525" y="9525"/>
                </a:lnTo>
                <a:close/>
              </a:path>
            </a:pathLst>
          </a:custGeom>
          <a:solidFill>
            <a:srgbClr val="C7C6C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16" name="object 616"/>
          <p:cNvSpPr/>
          <p:nvPr/>
        </p:nvSpPr>
        <p:spPr>
          <a:xfrm>
            <a:off x="5476876" y="857251"/>
            <a:ext cx="9525" cy="9525"/>
          </a:xfrm>
          <a:custGeom>
            <a:avLst/>
            <a:gdLst/>
            <a:ahLst/>
            <a:cxnLst/>
            <a:rect l="l" t="t" r="r" b="b"/>
            <a:pathLst>
              <a:path w="9525" h="9525">
                <a:moveTo>
                  <a:pt x="9525" y="9525"/>
                </a:moveTo>
                <a:lnTo>
                  <a:pt x="0" y="9525"/>
                </a:lnTo>
                <a:lnTo>
                  <a:pt x="0" y="0"/>
                </a:lnTo>
                <a:lnTo>
                  <a:pt x="9525" y="0"/>
                </a:lnTo>
                <a:lnTo>
                  <a:pt x="9525" y="9525"/>
                </a:lnTo>
                <a:close/>
              </a:path>
            </a:pathLst>
          </a:custGeom>
          <a:solidFill>
            <a:srgbClr val="C7C6C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17" name="object 617"/>
          <p:cNvSpPr/>
          <p:nvPr/>
        </p:nvSpPr>
        <p:spPr>
          <a:xfrm>
            <a:off x="5534026" y="857251"/>
            <a:ext cx="9525" cy="9525"/>
          </a:xfrm>
          <a:custGeom>
            <a:avLst/>
            <a:gdLst/>
            <a:ahLst/>
            <a:cxnLst/>
            <a:rect l="l" t="t" r="r" b="b"/>
            <a:pathLst>
              <a:path w="9525" h="9525">
                <a:moveTo>
                  <a:pt x="9525" y="9525"/>
                </a:moveTo>
                <a:lnTo>
                  <a:pt x="0" y="9525"/>
                </a:lnTo>
                <a:lnTo>
                  <a:pt x="0" y="0"/>
                </a:lnTo>
                <a:lnTo>
                  <a:pt x="9525" y="0"/>
                </a:lnTo>
                <a:lnTo>
                  <a:pt x="9525" y="9525"/>
                </a:lnTo>
                <a:close/>
              </a:path>
            </a:pathLst>
          </a:custGeom>
          <a:solidFill>
            <a:srgbClr val="C7C6C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18" name="object 618"/>
          <p:cNvSpPr/>
          <p:nvPr/>
        </p:nvSpPr>
        <p:spPr>
          <a:xfrm>
            <a:off x="5591176" y="857251"/>
            <a:ext cx="9525" cy="9525"/>
          </a:xfrm>
          <a:custGeom>
            <a:avLst/>
            <a:gdLst/>
            <a:ahLst/>
            <a:cxnLst/>
            <a:rect l="l" t="t" r="r" b="b"/>
            <a:pathLst>
              <a:path w="9525" h="9525">
                <a:moveTo>
                  <a:pt x="9525" y="9525"/>
                </a:moveTo>
                <a:lnTo>
                  <a:pt x="0" y="9525"/>
                </a:lnTo>
                <a:lnTo>
                  <a:pt x="0" y="0"/>
                </a:lnTo>
                <a:lnTo>
                  <a:pt x="9525" y="0"/>
                </a:lnTo>
                <a:lnTo>
                  <a:pt x="9525" y="9525"/>
                </a:lnTo>
                <a:close/>
              </a:path>
            </a:pathLst>
          </a:custGeom>
          <a:solidFill>
            <a:srgbClr val="C7C6C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19" name="object 619"/>
          <p:cNvSpPr/>
          <p:nvPr/>
        </p:nvSpPr>
        <p:spPr>
          <a:xfrm>
            <a:off x="5648326" y="857251"/>
            <a:ext cx="9525" cy="9525"/>
          </a:xfrm>
          <a:custGeom>
            <a:avLst/>
            <a:gdLst/>
            <a:ahLst/>
            <a:cxnLst/>
            <a:rect l="l" t="t" r="r" b="b"/>
            <a:pathLst>
              <a:path w="9525" h="9525">
                <a:moveTo>
                  <a:pt x="9525" y="9525"/>
                </a:moveTo>
                <a:lnTo>
                  <a:pt x="0" y="9525"/>
                </a:lnTo>
                <a:lnTo>
                  <a:pt x="0" y="0"/>
                </a:lnTo>
                <a:lnTo>
                  <a:pt x="9525" y="0"/>
                </a:lnTo>
                <a:lnTo>
                  <a:pt x="9525" y="9525"/>
                </a:lnTo>
                <a:close/>
              </a:path>
            </a:pathLst>
          </a:custGeom>
          <a:solidFill>
            <a:srgbClr val="C7C6C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20" name="object 620"/>
          <p:cNvSpPr/>
          <p:nvPr/>
        </p:nvSpPr>
        <p:spPr>
          <a:xfrm>
            <a:off x="5705476" y="857251"/>
            <a:ext cx="9525" cy="9525"/>
          </a:xfrm>
          <a:custGeom>
            <a:avLst/>
            <a:gdLst/>
            <a:ahLst/>
            <a:cxnLst/>
            <a:rect l="l" t="t" r="r" b="b"/>
            <a:pathLst>
              <a:path w="9525" h="9525">
                <a:moveTo>
                  <a:pt x="9525" y="9525"/>
                </a:moveTo>
                <a:lnTo>
                  <a:pt x="0" y="9525"/>
                </a:lnTo>
                <a:lnTo>
                  <a:pt x="0" y="0"/>
                </a:lnTo>
                <a:lnTo>
                  <a:pt x="9525" y="0"/>
                </a:lnTo>
                <a:lnTo>
                  <a:pt x="9525" y="9525"/>
                </a:lnTo>
                <a:close/>
              </a:path>
            </a:pathLst>
          </a:custGeom>
          <a:solidFill>
            <a:srgbClr val="C7C6C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21" name="object 621"/>
          <p:cNvSpPr/>
          <p:nvPr/>
        </p:nvSpPr>
        <p:spPr>
          <a:xfrm>
            <a:off x="5762626" y="857251"/>
            <a:ext cx="9525" cy="9525"/>
          </a:xfrm>
          <a:custGeom>
            <a:avLst/>
            <a:gdLst/>
            <a:ahLst/>
            <a:cxnLst/>
            <a:rect l="l" t="t" r="r" b="b"/>
            <a:pathLst>
              <a:path w="9525" h="9525">
                <a:moveTo>
                  <a:pt x="9525" y="9525"/>
                </a:moveTo>
                <a:lnTo>
                  <a:pt x="0" y="9525"/>
                </a:lnTo>
                <a:lnTo>
                  <a:pt x="0" y="0"/>
                </a:lnTo>
                <a:lnTo>
                  <a:pt x="9525" y="0"/>
                </a:lnTo>
                <a:lnTo>
                  <a:pt x="9525" y="9525"/>
                </a:lnTo>
                <a:close/>
              </a:path>
            </a:pathLst>
          </a:custGeom>
          <a:solidFill>
            <a:srgbClr val="C7C6C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22" name="object 622"/>
          <p:cNvSpPr/>
          <p:nvPr/>
        </p:nvSpPr>
        <p:spPr>
          <a:xfrm>
            <a:off x="5819776" y="857251"/>
            <a:ext cx="9525" cy="9525"/>
          </a:xfrm>
          <a:custGeom>
            <a:avLst/>
            <a:gdLst/>
            <a:ahLst/>
            <a:cxnLst/>
            <a:rect l="l" t="t" r="r" b="b"/>
            <a:pathLst>
              <a:path w="9525" h="9525">
                <a:moveTo>
                  <a:pt x="9525" y="9525"/>
                </a:moveTo>
                <a:lnTo>
                  <a:pt x="0" y="9525"/>
                </a:lnTo>
                <a:lnTo>
                  <a:pt x="0" y="0"/>
                </a:lnTo>
                <a:lnTo>
                  <a:pt x="9525" y="0"/>
                </a:lnTo>
                <a:lnTo>
                  <a:pt x="9525" y="9525"/>
                </a:lnTo>
                <a:close/>
              </a:path>
            </a:pathLst>
          </a:custGeom>
          <a:solidFill>
            <a:srgbClr val="C7C6C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23" name="object 623"/>
          <p:cNvSpPr/>
          <p:nvPr/>
        </p:nvSpPr>
        <p:spPr>
          <a:xfrm>
            <a:off x="5876926" y="857251"/>
            <a:ext cx="9525" cy="9525"/>
          </a:xfrm>
          <a:custGeom>
            <a:avLst/>
            <a:gdLst/>
            <a:ahLst/>
            <a:cxnLst/>
            <a:rect l="l" t="t" r="r" b="b"/>
            <a:pathLst>
              <a:path w="9525" h="9525">
                <a:moveTo>
                  <a:pt x="9525" y="9525"/>
                </a:moveTo>
                <a:lnTo>
                  <a:pt x="0" y="9525"/>
                </a:lnTo>
                <a:lnTo>
                  <a:pt x="0" y="0"/>
                </a:lnTo>
                <a:lnTo>
                  <a:pt x="9525" y="0"/>
                </a:lnTo>
                <a:lnTo>
                  <a:pt x="9525" y="9525"/>
                </a:lnTo>
                <a:close/>
              </a:path>
            </a:pathLst>
          </a:custGeom>
          <a:solidFill>
            <a:srgbClr val="C7C6C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24" name="object 624"/>
          <p:cNvSpPr/>
          <p:nvPr/>
        </p:nvSpPr>
        <p:spPr>
          <a:xfrm>
            <a:off x="5934076" y="857251"/>
            <a:ext cx="9525" cy="9525"/>
          </a:xfrm>
          <a:custGeom>
            <a:avLst/>
            <a:gdLst/>
            <a:ahLst/>
            <a:cxnLst/>
            <a:rect l="l" t="t" r="r" b="b"/>
            <a:pathLst>
              <a:path w="9525" h="9525">
                <a:moveTo>
                  <a:pt x="9525" y="9525"/>
                </a:moveTo>
                <a:lnTo>
                  <a:pt x="0" y="9525"/>
                </a:lnTo>
                <a:lnTo>
                  <a:pt x="0" y="0"/>
                </a:lnTo>
                <a:lnTo>
                  <a:pt x="9525" y="0"/>
                </a:lnTo>
                <a:lnTo>
                  <a:pt x="9525" y="9525"/>
                </a:lnTo>
                <a:close/>
              </a:path>
            </a:pathLst>
          </a:custGeom>
          <a:solidFill>
            <a:srgbClr val="C7C6C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25" name="object 625"/>
          <p:cNvSpPr/>
          <p:nvPr/>
        </p:nvSpPr>
        <p:spPr>
          <a:xfrm>
            <a:off x="5991226" y="857251"/>
            <a:ext cx="9525" cy="9525"/>
          </a:xfrm>
          <a:custGeom>
            <a:avLst/>
            <a:gdLst/>
            <a:ahLst/>
            <a:cxnLst/>
            <a:rect l="l" t="t" r="r" b="b"/>
            <a:pathLst>
              <a:path w="9525" h="9525">
                <a:moveTo>
                  <a:pt x="9525" y="9525"/>
                </a:moveTo>
                <a:lnTo>
                  <a:pt x="0" y="9525"/>
                </a:lnTo>
                <a:lnTo>
                  <a:pt x="0" y="0"/>
                </a:lnTo>
                <a:lnTo>
                  <a:pt x="9525" y="0"/>
                </a:lnTo>
                <a:lnTo>
                  <a:pt x="9525" y="9525"/>
                </a:lnTo>
                <a:close/>
              </a:path>
            </a:pathLst>
          </a:custGeom>
          <a:solidFill>
            <a:srgbClr val="C7C6C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26" name="object 626"/>
          <p:cNvSpPr/>
          <p:nvPr/>
        </p:nvSpPr>
        <p:spPr>
          <a:xfrm>
            <a:off x="6048376" y="857251"/>
            <a:ext cx="9525" cy="9525"/>
          </a:xfrm>
          <a:custGeom>
            <a:avLst/>
            <a:gdLst/>
            <a:ahLst/>
            <a:cxnLst/>
            <a:rect l="l" t="t" r="r" b="b"/>
            <a:pathLst>
              <a:path w="9525" h="9525">
                <a:moveTo>
                  <a:pt x="9525" y="9525"/>
                </a:moveTo>
                <a:lnTo>
                  <a:pt x="0" y="9525"/>
                </a:lnTo>
                <a:lnTo>
                  <a:pt x="0" y="0"/>
                </a:lnTo>
                <a:lnTo>
                  <a:pt x="9525" y="0"/>
                </a:lnTo>
                <a:lnTo>
                  <a:pt x="9525" y="9525"/>
                </a:lnTo>
                <a:close/>
              </a:path>
            </a:pathLst>
          </a:custGeom>
          <a:solidFill>
            <a:srgbClr val="C7C6C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27" name="object 627"/>
          <p:cNvSpPr/>
          <p:nvPr/>
        </p:nvSpPr>
        <p:spPr>
          <a:xfrm>
            <a:off x="6105526" y="857251"/>
            <a:ext cx="9525" cy="9525"/>
          </a:xfrm>
          <a:custGeom>
            <a:avLst/>
            <a:gdLst/>
            <a:ahLst/>
            <a:cxnLst/>
            <a:rect l="l" t="t" r="r" b="b"/>
            <a:pathLst>
              <a:path w="9525" h="9525">
                <a:moveTo>
                  <a:pt x="9525" y="9525"/>
                </a:moveTo>
                <a:lnTo>
                  <a:pt x="0" y="9525"/>
                </a:lnTo>
                <a:lnTo>
                  <a:pt x="0" y="0"/>
                </a:lnTo>
                <a:lnTo>
                  <a:pt x="9525" y="0"/>
                </a:lnTo>
                <a:lnTo>
                  <a:pt x="9525" y="9525"/>
                </a:lnTo>
                <a:close/>
              </a:path>
            </a:pathLst>
          </a:custGeom>
          <a:solidFill>
            <a:srgbClr val="C7C6C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28" name="object 628"/>
          <p:cNvSpPr/>
          <p:nvPr/>
        </p:nvSpPr>
        <p:spPr>
          <a:xfrm>
            <a:off x="6162676" y="857251"/>
            <a:ext cx="9525" cy="9525"/>
          </a:xfrm>
          <a:custGeom>
            <a:avLst/>
            <a:gdLst/>
            <a:ahLst/>
            <a:cxnLst/>
            <a:rect l="l" t="t" r="r" b="b"/>
            <a:pathLst>
              <a:path w="9525" h="9525">
                <a:moveTo>
                  <a:pt x="9525" y="9525"/>
                </a:moveTo>
                <a:lnTo>
                  <a:pt x="0" y="9525"/>
                </a:lnTo>
                <a:lnTo>
                  <a:pt x="0" y="0"/>
                </a:lnTo>
                <a:lnTo>
                  <a:pt x="9525" y="0"/>
                </a:lnTo>
                <a:lnTo>
                  <a:pt x="9525" y="9525"/>
                </a:lnTo>
                <a:close/>
              </a:path>
            </a:pathLst>
          </a:custGeom>
          <a:solidFill>
            <a:srgbClr val="C7C6C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29" name="object 629"/>
          <p:cNvSpPr/>
          <p:nvPr/>
        </p:nvSpPr>
        <p:spPr>
          <a:xfrm>
            <a:off x="6219826" y="857251"/>
            <a:ext cx="9525" cy="9525"/>
          </a:xfrm>
          <a:custGeom>
            <a:avLst/>
            <a:gdLst/>
            <a:ahLst/>
            <a:cxnLst/>
            <a:rect l="l" t="t" r="r" b="b"/>
            <a:pathLst>
              <a:path w="9525" h="9525">
                <a:moveTo>
                  <a:pt x="9525" y="9525"/>
                </a:moveTo>
                <a:lnTo>
                  <a:pt x="0" y="9525"/>
                </a:lnTo>
                <a:lnTo>
                  <a:pt x="0" y="0"/>
                </a:lnTo>
                <a:lnTo>
                  <a:pt x="9525" y="0"/>
                </a:lnTo>
                <a:lnTo>
                  <a:pt x="9525" y="9525"/>
                </a:lnTo>
                <a:close/>
              </a:path>
            </a:pathLst>
          </a:custGeom>
          <a:solidFill>
            <a:srgbClr val="C7C6C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30" name="object 630"/>
          <p:cNvSpPr/>
          <p:nvPr/>
        </p:nvSpPr>
        <p:spPr>
          <a:xfrm>
            <a:off x="6276976" y="857251"/>
            <a:ext cx="9525" cy="9525"/>
          </a:xfrm>
          <a:custGeom>
            <a:avLst/>
            <a:gdLst/>
            <a:ahLst/>
            <a:cxnLst/>
            <a:rect l="l" t="t" r="r" b="b"/>
            <a:pathLst>
              <a:path w="9525" h="9525">
                <a:moveTo>
                  <a:pt x="9525" y="9525"/>
                </a:moveTo>
                <a:lnTo>
                  <a:pt x="0" y="9525"/>
                </a:lnTo>
                <a:lnTo>
                  <a:pt x="0" y="0"/>
                </a:lnTo>
                <a:lnTo>
                  <a:pt x="9525" y="0"/>
                </a:lnTo>
                <a:lnTo>
                  <a:pt x="9525" y="9525"/>
                </a:lnTo>
                <a:close/>
              </a:path>
            </a:pathLst>
          </a:custGeom>
          <a:solidFill>
            <a:srgbClr val="C7C6C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31" name="object 631"/>
          <p:cNvSpPr/>
          <p:nvPr/>
        </p:nvSpPr>
        <p:spPr>
          <a:xfrm>
            <a:off x="6334126" y="857251"/>
            <a:ext cx="9525" cy="9525"/>
          </a:xfrm>
          <a:custGeom>
            <a:avLst/>
            <a:gdLst/>
            <a:ahLst/>
            <a:cxnLst/>
            <a:rect l="l" t="t" r="r" b="b"/>
            <a:pathLst>
              <a:path w="9525" h="9525">
                <a:moveTo>
                  <a:pt x="9525" y="9525"/>
                </a:moveTo>
                <a:lnTo>
                  <a:pt x="0" y="9525"/>
                </a:lnTo>
                <a:lnTo>
                  <a:pt x="0" y="0"/>
                </a:lnTo>
                <a:lnTo>
                  <a:pt x="9525" y="0"/>
                </a:lnTo>
                <a:lnTo>
                  <a:pt x="9525" y="9525"/>
                </a:lnTo>
                <a:close/>
              </a:path>
            </a:pathLst>
          </a:custGeom>
          <a:solidFill>
            <a:srgbClr val="C7C6C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32" name="object 632"/>
          <p:cNvSpPr/>
          <p:nvPr/>
        </p:nvSpPr>
        <p:spPr>
          <a:xfrm>
            <a:off x="6391276" y="857251"/>
            <a:ext cx="9525" cy="9525"/>
          </a:xfrm>
          <a:custGeom>
            <a:avLst/>
            <a:gdLst/>
            <a:ahLst/>
            <a:cxnLst/>
            <a:rect l="l" t="t" r="r" b="b"/>
            <a:pathLst>
              <a:path w="9525" h="9525">
                <a:moveTo>
                  <a:pt x="9525" y="9525"/>
                </a:moveTo>
                <a:lnTo>
                  <a:pt x="0" y="9525"/>
                </a:lnTo>
                <a:lnTo>
                  <a:pt x="0" y="0"/>
                </a:lnTo>
                <a:lnTo>
                  <a:pt x="9525" y="0"/>
                </a:lnTo>
                <a:lnTo>
                  <a:pt x="9525" y="9525"/>
                </a:lnTo>
                <a:close/>
              </a:path>
            </a:pathLst>
          </a:custGeom>
          <a:solidFill>
            <a:srgbClr val="C7C6C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33" name="object 633"/>
          <p:cNvSpPr/>
          <p:nvPr/>
        </p:nvSpPr>
        <p:spPr>
          <a:xfrm>
            <a:off x="6448426" y="857251"/>
            <a:ext cx="9525" cy="9525"/>
          </a:xfrm>
          <a:custGeom>
            <a:avLst/>
            <a:gdLst/>
            <a:ahLst/>
            <a:cxnLst/>
            <a:rect l="l" t="t" r="r" b="b"/>
            <a:pathLst>
              <a:path w="9525" h="9525">
                <a:moveTo>
                  <a:pt x="9525" y="9525"/>
                </a:moveTo>
                <a:lnTo>
                  <a:pt x="0" y="9525"/>
                </a:lnTo>
                <a:lnTo>
                  <a:pt x="0" y="0"/>
                </a:lnTo>
                <a:lnTo>
                  <a:pt x="9525" y="0"/>
                </a:lnTo>
                <a:lnTo>
                  <a:pt x="9525" y="9525"/>
                </a:lnTo>
                <a:close/>
              </a:path>
            </a:pathLst>
          </a:custGeom>
          <a:solidFill>
            <a:srgbClr val="C7C6C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34" name="object 634"/>
          <p:cNvSpPr/>
          <p:nvPr/>
        </p:nvSpPr>
        <p:spPr>
          <a:xfrm>
            <a:off x="6505576" y="857251"/>
            <a:ext cx="9525" cy="9525"/>
          </a:xfrm>
          <a:custGeom>
            <a:avLst/>
            <a:gdLst/>
            <a:ahLst/>
            <a:cxnLst/>
            <a:rect l="l" t="t" r="r" b="b"/>
            <a:pathLst>
              <a:path w="9525" h="9525">
                <a:moveTo>
                  <a:pt x="9525" y="9525"/>
                </a:moveTo>
                <a:lnTo>
                  <a:pt x="0" y="9525"/>
                </a:lnTo>
                <a:lnTo>
                  <a:pt x="0" y="0"/>
                </a:lnTo>
                <a:lnTo>
                  <a:pt x="9525" y="0"/>
                </a:lnTo>
                <a:lnTo>
                  <a:pt x="9525" y="9525"/>
                </a:lnTo>
                <a:close/>
              </a:path>
            </a:pathLst>
          </a:custGeom>
          <a:solidFill>
            <a:srgbClr val="C7C6C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35" name="object 635"/>
          <p:cNvSpPr/>
          <p:nvPr/>
        </p:nvSpPr>
        <p:spPr>
          <a:xfrm>
            <a:off x="6562726" y="857251"/>
            <a:ext cx="9525" cy="9525"/>
          </a:xfrm>
          <a:custGeom>
            <a:avLst/>
            <a:gdLst/>
            <a:ahLst/>
            <a:cxnLst/>
            <a:rect l="l" t="t" r="r" b="b"/>
            <a:pathLst>
              <a:path w="9525" h="9525">
                <a:moveTo>
                  <a:pt x="9525" y="9525"/>
                </a:moveTo>
                <a:lnTo>
                  <a:pt x="0" y="9525"/>
                </a:lnTo>
                <a:lnTo>
                  <a:pt x="0" y="0"/>
                </a:lnTo>
                <a:lnTo>
                  <a:pt x="9525" y="0"/>
                </a:lnTo>
                <a:lnTo>
                  <a:pt x="9525" y="9525"/>
                </a:lnTo>
                <a:close/>
              </a:path>
            </a:pathLst>
          </a:custGeom>
          <a:solidFill>
            <a:srgbClr val="C7C6C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36" name="object 636"/>
          <p:cNvSpPr/>
          <p:nvPr/>
        </p:nvSpPr>
        <p:spPr>
          <a:xfrm>
            <a:off x="6619876" y="857251"/>
            <a:ext cx="9525" cy="9525"/>
          </a:xfrm>
          <a:custGeom>
            <a:avLst/>
            <a:gdLst/>
            <a:ahLst/>
            <a:cxnLst/>
            <a:rect l="l" t="t" r="r" b="b"/>
            <a:pathLst>
              <a:path w="9525" h="9525">
                <a:moveTo>
                  <a:pt x="9525" y="9525"/>
                </a:moveTo>
                <a:lnTo>
                  <a:pt x="0" y="9525"/>
                </a:lnTo>
                <a:lnTo>
                  <a:pt x="0" y="0"/>
                </a:lnTo>
                <a:lnTo>
                  <a:pt x="9525" y="0"/>
                </a:lnTo>
                <a:lnTo>
                  <a:pt x="9525" y="9525"/>
                </a:lnTo>
                <a:close/>
              </a:path>
            </a:pathLst>
          </a:custGeom>
          <a:solidFill>
            <a:srgbClr val="C7C6C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37" name="object 637"/>
          <p:cNvSpPr/>
          <p:nvPr/>
        </p:nvSpPr>
        <p:spPr>
          <a:xfrm>
            <a:off x="6677026" y="857251"/>
            <a:ext cx="9525" cy="9525"/>
          </a:xfrm>
          <a:custGeom>
            <a:avLst/>
            <a:gdLst/>
            <a:ahLst/>
            <a:cxnLst/>
            <a:rect l="l" t="t" r="r" b="b"/>
            <a:pathLst>
              <a:path w="9525" h="9525">
                <a:moveTo>
                  <a:pt x="9525" y="9525"/>
                </a:moveTo>
                <a:lnTo>
                  <a:pt x="0" y="9525"/>
                </a:lnTo>
                <a:lnTo>
                  <a:pt x="0" y="0"/>
                </a:lnTo>
                <a:lnTo>
                  <a:pt x="9525" y="0"/>
                </a:lnTo>
                <a:lnTo>
                  <a:pt x="9525" y="9525"/>
                </a:lnTo>
                <a:close/>
              </a:path>
            </a:pathLst>
          </a:custGeom>
          <a:solidFill>
            <a:srgbClr val="C7C6C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38" name="object 638"/>
          <p:cNvSpPr/>
          <p:nvPr/>
        </p:nvSpPr>
        <p:spPr>
          <a:xfrm>
            <a:off x="6734176" y="857251"/>
            <a:ext cx="9525" cy="9525"/>
          </a:xfrm>
          <a:custGeom>
            <a:avLst/>
            <a:gdLst/>
            <a:ahLst/>
            <a:cxnLst/>
            <a:rect l="l" t="t" r="r" b="b"/>
            <a:pathLst>
              <a:path w="9525" h="9525">
                <a:moveTo>
                  <a:pt x="9525" y="9525"/>
                </a:moveTo>
                <a:lnTo>
                  <a:pt x="0" y="9525"/>
                </a:lnTo>
                <a:lnTo>
                  <a:pt x="0" y="0"/>
                </a:lnTo>
                <a:lnTo>
                  <a:pt x="9525" y="0"/>
                </a:lnTo>
                <a:lnTo>
                  <a:pt x="9525" y="9525"/>
                </a:lnTo>
                <a:close/>
              </a:path>
            </a:pathLst>
          </a:custGeom>
          <a:solidFill>
            <a:srgbClr val="C7C6C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39" name="object 639"/>
          <p:cNvSpPr/>
          <p:nvPr/>
        </p:nvSpPr>
        <p:spPr>
          <a:xfrm>
            <a:off x="6791326" y="857251"/>
            <a:ext cx="9525" cy="9525"/>
          </a:xfrm>
          <a:custGeom>
            <a:avLst/>
            <a:gdLst/>
            <a:ahLst/>
            <a:cxnLst/>
            <a:rect l="l" t="t" r="r" b="b"/>
            <a:pathLst>
              <a:path w="9525" h="9525">
                <a:moveTo>
                  <a:pt x="9525" y="9525"/>
                </a:moveTo>
                <a:lnTo>
                  <a:pt x="0" y="9525"/>
                </a:lnTo>
                <a:lnTo>
                  <a:pt x="0" y="0"/>
                </a:lnTo>
                <a:lnTo>
                  <a:pt x="9525" y="0"/>
                </a:lnTo>
                <a:lnTo>
                  <a:pt x="9525" y="9525"/>
                </a:lnTo>
                <a:close/>
              </a:path>
            </a:pathLst>
          </a:custGeom>
          <a:solidFill>
            <a:srgbClr val="C7C6C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40" name="object 640"/>
          <p:cNvSpPr/>
          <p:nvPr/>
        </p:nvSpPr>
        <p:spPr>
          <a:xfrm>
            <a:off x="6848476" y="857251"/>
            <a:ext cx="9525" cy="9525"/>
          </a:xfrm>
          <a:custGeom>
            <a:avLst/>
            <a:gdLst/>
            <a:ahLst/>
            <a:cxnLst/>
            <a:rect l="l" t="t" r="r" b="b"/>
            <a:pathLst>
              <a:path w="9525" h="9525">
                <a:moveTo>
                  <a:pt x="9525" y="9525"/>
                </a:moveTo>
                <a:lnTo>
                  <a:pt x="0" y="9525"/>
                </a:lnTo>
                <a:lnTo>
                  <a:pt x="0" y="0"/>
                </a:lnTo>
                <a:lnTo>
                  <a:pt x="9525" y="0"/>
                </a:lnTo>
                <a:lnTo>
                  <a:pt x="9525" y="9525"/>
                </a:lnTo>
                <a:close/>
              </a:path>
            </a:pathLst>
          </a:custGeom>
          <a:solidFill>
            <a:srgbClr val="C7C6C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41" name="object 641"/>
          <p:cNvSpPr/>
          <p:nvPr/>
        </p:nvSpPr>
        <p:spPr>
          <a:xfrm>
            <a:off x="6905626" y="857251"/>
            <a:ext cx="9525" cy="9525"/>
          </a:xfrm>
          <a:custGeom>
            <a:avLst/>
            <a:gdLst/>
            <a:ahLst/>
            <a:cxnLst/>
            <a:rect l="l" t="t" r="r" b="b"/>
            <a:pathLst>
              <a:path w="9525" h="9525">
                <a:moveTo>
                  <a:pt x="9525" y="9525"/>
                </a:moveTo>
                <a:lnTo>
                  <a:pt x="0" y="9525"/>
                </a:lnTo>
                <a:lnTo>
                  <a:pt x="0" y="0"/>
                </a:lnTo>
                <a:lnTo>
                  <a:pt x="9525" y="0"/>
                </a:lnTo>
                <a:lnTo>
                  <a:pt x="9525" y="9525"/>
                </a:lnTo>
                <a:close/>
              </a:path>
            </a:pathLst>
          </a:custGeom>
          <a:solidFill>
            <a:srgbClr val="C7C6C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42" name="object 642"/>
          <p:cNvSpPr/>
          <p:nvPr/>
        </p:nvSpPr>
        <p:spPr>
          <a:xfrm>
            <a:off x="6962776" y="857251"/>
            <a:ext cx="9525" cy="9525"/>
          </a:xfrm>
          <a:custGeom>
            <a:avLst/>
            <a:gdLst/>
            <a:ahLst/>
            <a:cxnLst/>
            <a:rect l="l" t="t" r="r" b="b"/>
            <a:pathLst>
              <a:path w="9525" h="9525">
                <a:moveTo>
                  <a:pt x="9525" y="9525"/>
                </a:moveTo>
                <a:lnTo>
                  <a:pt x="0" y="9525"/>
                </a:lnTo>
                <a:lnTo>
                  <a:pt x="0" y="0"/>
                </a:lnTo>
                <a:lnTo>
                  <a:pt x="9525" y="0"/>
                </a:lnTo>
                <a:lnTo>
                  <a:pt x="9525" y="9525"/>
                </a:lnTo>
                <a:close/>
              </a:path>
            </a:pathLst>
          </a:custGeom>
          <a:solidFill>
            <a:srgbClr val="C7C6C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43" name="object 643"/>
          <p:cNvSpPr/>
          <p:nvPr/>
        </p:nvSpPr>
        <p:spPr>
          <a:xfrm>
            <a:off x="7019926" y="857251"/>
            <a:ext cx="9525" cy="9525"/>
          </a:xfrm>
          <a:custGeom>
            <a:avLst/>
            <a:gdLst/>
            <a:ahLst/>
            <a:cxnLst/>
            <a:rect l="l" t="t" r="r" b="b"/>
            <a:pathLst>
              <a:path w="9525" h="9525">
                <a:moveTo>
                  <a:pt x="9525" y="9525"/>
                </a:moveTo>
                <a:lnTo>
                  <a:pt x="0" y="9525"/>
                </a:lnTo>
                <a:lnTo>
                  <a:pt x="0" y="0"/>
                </a:lnTo>
                <a:lnTo>
                  <a:pt x="9525" y="0"/>
                </a:lnTo>
                <a:lnTo>
                  <a:pt x="9525" y="9525"/>
                </a:lnTo>
                <a:close/>
              </a:path>
            </a:pathLst>
          </a:custGeom>
          <a:solidFill>
            <a:srgbClr val="C7C6C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44" name="object 644"/>
          <p:cNvSpPr/>
          <p:nvPr/>
        </p:nvSpPr>
        <p:spPr>
          <a:xfrm>
            <a:off x="7077076" y="857251"/>
            <a:ext cx="9525" cy="9525"/>
          </a:xfrm>
          <a:custGeom>
            <a:avLst/>
            <a:gdLst/>
            <a:ahLst/>
            <a:cxnLst/>
            <a:rect l="l" t="t" r="r" b="b"/>
            <a:pathLst>
              <a:path w="9525" h="9525">
                <a:moveTo>
                  <a:pt x="9525" y="9525"/>
                </a:moveTo>
                <a:lnTo>
                  <a:pt x="0" y="9525"/>
                </a:lnTo>
                <a:lnTo>
                  <a:pt x="0" y="0"/>
                </a:lnTo>
                <a:lnTo>
                  <a:pt x="9525" y="0"/>
                </a:lnTo>
                <a:lnTo>
                  <a:pt x="9525" y="9525"/>
                </a:lnTo>
                <a:close/>
              </a:path>
            </a:pathLst>
          </a:custGeom>
          <a:solidFill>
            <a:srgbClr val="C7C6C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45" name="object 645"/>
          <p:cNvSpPr/>
          <p:nvPr/>
        </p:nvSpPr>
        <p:spPr>
          <a:xfrm>
            <a:off x="7134226" y="857251"/>
            <a:ext cx="9525" cy="9525"/>
          </a:xfrm>
          <a:custGeom>
            <a:avLst/>
            <a:gdLst/>
            <a:ahLst/>
            <a:cxnLst/>
            <a:rect l="l" t="t" r="r" b="b"/>
            <a:pathLst>
              <a:path w="9525" h="9525">
                <a:moveTo>
                  <a:pt x="9525" y="9525"/>
                </a:moveTo>
                <a:lnTo>
                  <a:pt x="0" y="9525"/>
                </a:lnTo>
                <a:lnTo>
                  <a:pt x="0" y="0"/>
                </a:lnTo>
                <a:lnTo>
                  <a:pt x="9525" y="0"/>
                </a:lnTo>
                <a:lnTo>
                  <a:pt x="9525" y="9525"/>
                </a:lnTo>
                <a:close/>
              </a:path>
            </a:pathLst>
          </a:custGeom>
          <a:solidFill>
            <a:srgbClr val="C7C6C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46" name="object 646"/>
          <p:cNvSpPr/>
          <p:nvPr/>
        </p:nvSpPr>
        <p:spPr>
          <a:xfrm>
            <a:off x="7191376" y="857251"/>
            <a:ext cx="9525" cy="9525"/>
          </a:xfrm>
          <a:custGeom>
            <a:avLst/>
            <a:gdLst/>
            <a:ahLst/>
            <a:cxnLst/>
            <a:rect l="l" t="t" r="r" b="b"/>
            <a:pathLst>
              <a:path w="9525" h="9525">
                <a:moveTo>
                  <a:pt x="9525" y="9525"/>
                </a:moveTo>
                <a:lnTo>
                  <a:pt x="0" y="9525"/>
                </a:lnTo>
                <a:lnTo>
                  <a:pt x="0" y="0"/>
                </a:lnTo>
                <a:lnTo>
                  <a:pt x="9525" y="0"/>
                </a:lnTo>
                <a:lnTo>
                  <a:pt x="9525" y="9525"/>
                </a:lnTo>
                <a:close/>
              </a:path>
            </a:pathLst>
          </a:custGeom>
          <a:solidFill>
            <a:srgbClr val="C7C6C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47" name="object 647"/>
          <p:cNvSpPr/>
          <p:nvPr/>
        </p:nvSpPr>
        <p:spPr>
          <a:xfrm>
            <a:off x="7248526" y="857251"/>
            <a:ext cx="9525" cy="9525"/>
          </a:xfrm>
          <a:custGeom>
            <a:avLst/>
            <a:gdLst/>
            <a:ahLst/>
            <a:cxnLst/>
            <a:rect l="l" t="t" r="r" b="b"/>
            <a:pathLst>
              <a:path w="9525" h="9525">
                <a:moveTo>
                  <a:pt x="9525" y="9525"/>
                </a:moveTo>
                <a:lnTo>
                  <a:pt x="0" y="9525"/>
                </a:lnTo>
                <a:lnTo>
                  <a:pt x="0" y="0"/>
                </a:lnTo>
                <a:lnTo>
                  <a:pt x="9525" y="0"/>
                </a:lnTo>
                <a:lnTo>
                  <a:pt x="9525" y="9525"/>
                </a:lnTo>
                <a:close/>
              </a:path>
            </a:pathLst>
          </a:custGeom>
          <a:solidFill>
            <a:srgbClr val="C7C6C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48" name="object 648"/>
          <p:cNvSpPr/>
          <p:nvPr/>
        </p:nvSpPr>
        <p:spPr>
          <a:xfrm>
            <a:off x="7305676" y="857251"/>
            <a:ext cx="9525" cy="9525"/>
          </a:xfrm>
          <a:custGeom>
            <a:avLst/>
            <a:gdLst/>
            <a:ahLst/>
            <a:cxnLst/>
            <a:rect l="l" t="t" r="r" b="b"/>
            <a:pathLst>
              <a:path w="9525" h="9525">
                <a:moveTo>
                  <a:pt x="9525" y="9525"/>
                </a:moveTo>
                <a:lnTo>
                  <a:pt x="0" y="9525"/>
                </a:lnTo>
                <a:lnTo>
                  <a:pt x="0" y="0"/>
                </a:lnTo>
                <a:lnTo>
                  <a:pt x="9525" y="0"/>
                </a:lnTo>
                <a:lnTo>
                  <a:pt x="9525" y="9525"/>
                </a:lnTo>
                <a:close/>
              </a:path>
            </a:pathLst>
          </a:custGeom>
          <a:solidFill>
            <a:srgbClr val="C7C6C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49" name="object 649"/>
          <p:cNvSpPr/>
          <p:nvPr/>
        </p:nvSpPr>
        <p:spPr>
          <a:xfrm>
            <a:off x="7362826" y="857251"/>
            <a:ext cx="9525" cy="9525"/>
          </a:xfrm>
          <a:custGeom>
            <a:avLst/>
            <a:gdLst/>
            <a:ahLst/>
            <a:cxnLst/>
            <a:rect l="l" t="t" r="r" b="b"/>
            <a:pathLst>
              <a:path w="9525" h="9525">
                <a:moveTo>
                  <a:pt x="9525" y="9525"/>
                </a:moveTo>
                <a:lnTo>
                  <a:pt x="0" y="9525"/>
                </a:lnTo>
                <a:lnTo>
                  <a:pt x="0" y="0"/>
                </a:lnTo>
                <a:lnTo>
                  <a:pt x="9525" y="0"/>
                </a:lnTo>
                <a:lnTo>
                  <a:pt x="9525" y="9525"/>
                </a:lnTo>
                <a:close/>
              </a:path>
            </a:pathLst>
          </a:custGeom>
          <a:solidFill>
            <a:srgbClr val="C7C6C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50" name="object 650"/>
          <p:cNvSpPr/>
          <p:nvPr/>
        </p:nvSpPr>
        <p:spPr>
          <a:xfrm>
            <a:off x="7419976" y="857251"/>
            <a:ext cx="9525" cy="9525"/>
          </a:xfrm>
          <a:custGeom>
            <a:avLst/>
            <a:gdLst/>
            <a:ahLst/>
            <a:cxnLst/>
            <a:rect l="l" t="t" r="r" b="b"/>
            <a:pathLst>
              <a:path w="9525" h="9525">
                <a:moveTo>
                  <a:pt x="9525" y="9525"/>
                </a:moveTo>
                <a:lnTo>
                  <a:pt x="0" y="9525"/>
                </a:lnTo>
                <a:lnTo>
                  <a:pt x="0" y="0"/>
                </a:lnTo>
                <a:lnTo>
                  <a:pt x="9525" y="0"/>
                </a:lnTo>
                <a:lnTo>
                  <a:pt x="9525" y="9525"/>
                </a:lnTo>
                <a:close/>
              </a:path>
            </a:pathLst>
          </a:custGeom>
          <a:solidFill>
            <a:srgbClr val="C7C6C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51" name="object 651"/>
          <p:cNvSpPr/>
          <p:nvPr/>
        </p:nvSpPr>
        <p:spPr>
          <a:xfrm>
            <a:off x="7477126" y="857251"/>
            <a:ext cx="9525" cy="9525"/>
          </a:xfrm>
          <a:custGeom>
            <a:avLst/>
            <a:gdLst/>
            <a:ahLst/>
            <a:cxnLst/>
            <a:rect l="l" t="t" r="r" b="b"/>
            <a:pathLst>
              <a:path w="9525" h="9525">
                <a:moveTo>
                  <a:pt x="9525" y="9525"/>
                </a:moveTo>
                <a:lnTo>
                  <a:pt x="0" y="9525"/>
                </a:lnTo>
                <a:lnTo>
                  <a:pt x="0" y="0"/>
                </a:lnTo>
                <a:lnTo>
                  <a:pt x="9525" y="0"/>
                </a:lnTo>
                <a:lnTo>
                  <a:pt x="9525" y="9525"/>
                </a:lnTo>
                <a:close/>
              </a:path>
            </a:pathLst>
          </a:custGeom>
          <a:solidFill>
            <a:srgbClr val="C7C6C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52" name="object 652"/>
          <p:cNvSpPr/>
          <p:nvPr/>
        </p:nvSpPr>
        <p:spPr>
          <a:xfrm>
            <a:off x="7534276" y="857251"/>
            <a:ext cx="9525" cy="9525"/>
          </a:xfrm>
          <a:custGeom>
            <a:avLst/>
            <a:gdLst/>
            <a:ahLst/>
            <a:cxnLst/>
            <a:rect l="l" t="t" r="r" b="b"/>
            <a:pathLst>
              <a:path w="9525" h="9525">
                <a:moveTo>
                  <a:pt x="9525" y="9525"/>
                </a:moveTo>
                <a:lnTo>
                  <a:pt x="0" y="9525"/>
                </a:lnTo>
                <a:lnTo>
                  <a:pt x="0" y="0"/>
                </a:lnTo>
                <a:lnTo>
                  <a:pt x="9525" y="0"/>
                </a:lnTo>
                <a:lnTo>
                  <a:pt x="9525" y="9525"/>
                </a:lnTo>
                <a:close/>
              </a:path>
            </a:pathLst>
          </a:custGeom>
          <a:solidFill>
            <a:srgbClr val="C7C6C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53" name="object 653"/>
          <p:cNvSpPr/>
          <p:nvPr/>
        </p:nvSpPr>
        <p:spPr>
          <a:xfrm>
            <a:off x="7591426" y="857251"/>
            <a:ext cx="9525" cy="9525"/>
          </a:xfrm>
          <a:custGeom>
            <a:avLst/>
            <a:gdLst/>
            <a:ahLst/>
            <a:cxnLst/>
            <a:rect l="l" t="t" r="r" b="b"/>
            <a:pathLst>
              <a:path w="9525" h="9525">
                <a:moveTo>
                  <a:pt x="9525" y="9525"/>
                </a:moveTo>
                <a:lnTo>
                  <a:pt x="0" y="9525"/>
                </a:lnTo>
                <a:lnTo>
                  <a:pt x="0" y="0"/>
                </a:lnTo>
                <a:lnTo>
                  <a:pt x="9525" y="0"/>
                </a:lnTo>
                <a:lnTo>
                  <a:pt x="9525" y="9525"/>
                </a:lnTo>
                <a:close/>
              </a:path>
            </a:pathLst>
          </a:custGeom>
          <a:solidFill>
            <a:srgbClr val="C7C6C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54" name="object 654"/>
          <p:cNvSpPr/>
          <p:nvPr/>
        </p:nvSpPr>
        <p:spPr>
          <a:xfrm>
            <a:off x="7648576" y="857251"/>
            <a:ext cx="9525" cy="9525"/>
          </a:xfrm>
          <a:custGeom>
            <a:avLst/>
            <a:gdLst/>
            <a:ahLst/>
            <a:cxnLst/>
            <a:rect l="l" t="t" r="r" b="b"/>
            <a:pathLst>
              <a:path w="9525" h="9525">
                <a:moveTo>
                  <a:pt x="9525" y="9525"/>
                </a:moveTo>
                <a:lnTo>
                  <a:pt x="0" y="9525"/>
                </a:lnTo>
                <a:lnTo>
                  <a:pt x="0" y="0"/>
                </a:lnTo>
                <a:lnTo>
                  <a:pt x="9525" y="0"/>
                </a:lnTo>
                <a:lnTo>
                  <a:pt x="9525" y="9525"/>
                </a:lnTo>
                <a:close/>
              </a:path>
            </a:pathLst>
          </a:custGeom>
          <a:solidFill>
            <a:srgbClr val="C7C6C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55" name="object 655"/>
          <p:cNvSpPr/>
          <p:nvPr/>
        </p:nvSpPr>
        <p:spPr>
          <a:xfrm>
            <a:off x="7705726" y="857251"/>
            <a:ext cx="9525" cy="9525"/>
          </a:xfrm>
          <a:custGeom>
            <a:avLst/>
            <a:gdLst/>
            <a:ahLst/>
            <a:cxnLst/>
            <a:rect l="l" t="t" r="r" b="b"/>
            <a:pathLst>
              <a:path w="9525" h="9525">
                <a:moveTo>
                  <a:pt x="9525" y="9525"/>
                </a:moveTo>
                <a:lnTo>
                  <a:pt x="0" y="9525"/>
                </a:lnTo>
                <a:lnTo>
                  <a:pt x="0" y="0"/>
                </a:lnTo>
                <a:lnTo>
                  <a:pt x="9525" y="0"/>
                </a:lnTo>
                <a:lnTo>
                  <a:pt x="9525" y="9525"/>
                </a:lnTo>
                <a:close/>
              </a:path>
            </a:pathLst>
          </a:custGeom>
          <a:solidFill>
            <a:srgbClr val="C7C6C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56" name="object 656"/>
          <p:cNvSpPr/>
          <p:nvPr/>
        </p:nvSpPr>
        <p:spPr>
          <a:xfrm>
            <a:off x="7762876" y="857251"/>
            <a:ext cx="9525" cy="9525"/>
          </a:xfrm>
          <a:custGeom>
            <a:avLst/>
            <a:gdLst/>
            <a:ahLst/>
            <a:cxnLst/>
            <a:rect l="l" t="t" r="r" b="b"/>
            <a:pathLst>
              <a:path w="9525" h="9525">
                <a:moveTo>
                  <a:pt x="9525" y="9525"/>
                </a:moveTo>
                <a:lnTo>
                  <a:pt x="0" y="9525"/>
                </a:lnTo>
                <a:lnTo>
                  <a:pt x="0" y="0"/>
                </a:lnTo>
                <a:lnTo>
                  <a:pt x="9525" y="0"/>
                </a:lnTo>
                <a:lnTo>
                  <a:pt x="9525" y="9525"/>
                </a:lnTo>
                <a:close/>
              </a:path>
            </a:pathLst>
          </a:custGeom>
          <a:solidFill>
            <a:srgbClr val="C7C6C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57" name="object 657"/>
          <p:cNvSpPr/>
          <p:nvPr/>
        </p:nvSpPr>
        <p:spPr>
          <a:xfrm>
            <a:off x="7820026" y="857251"/>
            <a:ext cx="9525" cy="9525"/>
          </a:xfrm>
          <a:custGeom>
            <a:avLst/>
            <a:gdLst/>
            <a:ahLst/>
            <a:cxnLst/>
            <a:rect l="l" t="t" r="r" b="b"/>
            <a:pathLst>
              <a:path w="9525" h="9525">
                <a:moveTo>
                  <a:pt x="9525" y="9525"/>
                </a:moveTo>
                <a:lnTo>
                  <a:pt x="0" y="9525"/>
                </a:lnTo>
                <a:lnTo>
                  <a:pt x="0" y="0"/>
                </a:lnTo>
                <a:lnTo>
                  <a:pt x="9525" y="0"/>
                </a:lnTo>
                <a:lnTo>
                  <a:pt x="9525" y="9525"/>
                </a:lnTo>
                <a:close/>
              </a:path>
            </a:pathLst>
          </a:custGeom>
          <a:solidFill>
            <a:srgbClr val="C7C6C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58" name="object 658"/>
          <p:cNvSpPr/>
          <p:nvPr/>
        </p:nvSpPr>
        <p:spPr>
          <a:xfrm>
            <a:off x="7877176" y="857251"/>
            <a:ext cx="9525" cy="9525"/>
          </a:xfrm>
          <a:custGeom>
            <a:avLst/>
            <a:gdLst/>
            <a:ahLst/>
            <a:cxnLst/>
            <a:rect l="l" t="t" r="r" b="b"/>
            <a:pathLst>
              <a:path w="9525" h="9525">
                <a:moveTo>
                  <a:pt x="9525" y="9525"/>
                </a:moveTo>
                <a:lnTo>
                  <a:pt x="0" y="9525"/>
                </a:lnTo>
                <a:lnTo>
                  <a:pt x="0" y="0"/>
                </a:lnTo>
                <a:lnTo>
                  <a:pt x="9525" y="0"/>
                </a:lnTo>
                <a:lnTo>
                  <a:pt x="9525" y="9525"/>
                </a:lnTo>
                <a:close/>
              </a:path>
            </a:pathLst>
          </a:custGeom>
          <a:solidFill>
            <a:srgbClr val="C7C6C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59" name="object 659"/>
          <p:cNvSpPr/>
          <p:nvPr/>
        </p:nvSpPr>
        <p:spPr>
          <a:xfrm>
            <a:off x="7934326" y="857251"/>
            <a:ext cx="9525" cy="9525"/>
          </a:xfrm>
          <a:custGeom>
            <a:avLst/>
            <a:gdLst/>
            <a:ahLst/>
            <a:cxnLst/>
            <a:rect l="l" t="t" r="r" b="b"/>
            <a:pathLst>
              <a:path w="9525" h="9525">
                <a:moveTo>
                  <a:pt x="9525" y="9525"/>
                </a:moveTo>
                <a:lnTo>
                  <a:pt x="0" y="9525"/>
                </a:lnTo>
                <a:lnTo>
                  <a:pt x="0" y="0"/>
                </a:lnTo>
                <a:lnTo>
                  <a:pt x="9525" y="0"/>
                </a:lnTo>
                <a:lnTo>
                  <a:pt x="9525" y="9525"/>
                </a:lnTo>
                <a:close/>
              </a:path>
            </a:pathLst>
          </a:custGeom>
          <a:solidFill>
            <a:srgbClr val="C7C6C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60" name="object 660"/>
          <p:cNvSpPr/>
          <p:nvPr/>
        </p:nvSpPr>
        <p:spPr>
          <a:xfrm>
            <a:off x="7991476" y="857251"/>
            <a:ext cx="9525" cy="9525"/>
          </a:xfrm>
          <a:custGeom>
            <a:avLst/>
            <a:gdLst/>
            <a:ahLst/>
            <a:cxnLst/>
            <a:rect l="l" t="t" r="r" b="b"/>
            <a:pathLst>
              <a:path w="9525" h="9525">
                <a:moveTo>
                  <a:pt x="9525" y="9525"/>
                </a:moveTo>
                <a:lnTo>
                  <a:pt x="0" y="9525"/>
                </a:lnTo>
                <a:lnTo>
                  <a:pt x="0" y="0"/>
                </a:lnTo>
                <a:lnTo>
                  <a:pt x="9525" y="0"/>
                </a:lnTo>
                <a:lnTo>
                  <a:pt x="9525" y="9525"/>
                </a:lnTo>
                <a:close/>
              </a:path>
            </a:pathLst>
          </a:custGeom>
          <a:solidFill>
            <a:srgbClr val="C7C6C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61" name="object 661"/>
          <p:cNvSpPr/>
          <p:nvPr/>
        </p:nvSpPr>
        <p:spPr>
          <a:xfrm>
            <a:off x="8048626" y="857251"/>
            <a:ext cx="9525" cy="9525"/>
          </a:xfrm>
          <a:custGeom>
            <a:avLst/>
            <a:gdLst/>
            <a:ahLst/>
            <a:cxnLst/>
            <a:rect l="l" t="t" r="r" b="b"/>
            <a:pathLst>
              <a:path w="9525" h="9525">
                <a:moveTo>
                  <a:pt x="9525" y="9525"/>
                </a:moveTo>
                <a:lnTo>
                  <a:pt x="0" y="9525"/>
                </a:lnTo>
                <a:lnTo>
                  <a:pt x="0" y="0"/>
                </a:lnTo>
                <a:lnTo>
                  <a:pt x="9525" y="0"/>
                </a:lnTo>
                <a:lnTo>
                  <a:pt x="9525" y="9525"/>
                </a:lnTo>
                <a:close/>
              </a:path>
            </a:pathLst>
          </a:custGeom>
          <a:solidFill>
            <a:srgbClr val="C7C6C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62" name="object 662"/>
          <p:cNvSpPr/>
          <p:nvPr/>
        </p:nvSpPr>
        <p:spPr>
          <a:xfrm>
            <a:off x="8105776" y="857251"/>
            <a:ext cx="9525" cy="9525"/>
          </a:xfrm>
          <a:custGeom>
            <a:avLst/>
            <a:gdLst/>
            <a:ahLst/>
            <a:cxnLst/>
            <a:rect l="l" t="t" r="r" b="b"/>
            <a:pathLst>
              <a:path w="9525" h="9525">
                <a:moveTo>
                  <a:pt x="9525" y="9525"/>
                </a:moveTo>
                <a:lnTo>
                  <a:pt x="0" y="9525"/>
                </a:lnTo>
                <a:lnTo>
                  <a:pt x="0" y="0"/>
                </a:lnTo>
                <a:lnTo>
                  <a:pt x="9525" y="0"/>
                </a:lnTo>
                <a:lnTo>
                  <a:pt x="9525" y="9525"/>
                </a:lnTo>
                <a:close/>
              </a:path>
            </a:pathLst>
          </a:custGeom>
          <a:solidFill>
            <a:srgbClr val="C7C6C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63" name="object 663"/>
          <p:cNvSpPr/>
          <p:nvPr/>
        </p:nvSpPr>
        <p:spPr>
          <a:xfrm>
            <a:off x="8162926" y="857251"/>
            <a:ext cx="9525" cy="9525"/>
          </a:xfrm>
          <a:custGeom>
            <a:avLst/>
            <a:gdLst/>
            <a:ahLst/>
            <a:cxnLst/>
            <a:rect l="l" t="t" r="r" b="b"/>
            <a:pathLst>
              <a:path w="9525" h="9525">
                <a:moveTo>
                  <a:pt x="9525" y="9525"/>
                </a:moveTo>
                <a:lnTo>
                  <a:pt x="0" y="9525"/>
                </a:lnTo>
                <a:lnTo>
                  <a:pt x="0" y="0"/>
                </a:lnTo>
                <a:lnTo>
                  <a:pt x="9525" y="0"/>
                </a:lnTo>
                <a:lnTo>
                  <a:pt x="9525" y="9525"/>
                </a:lnTo>
                <a:close/>
              </a:path>
            </a:pathLst>
          </a:custGeom>
          <a:solidFill>
            <a:srgbClr val="C7C6C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64" name="object 664"/>
          <p:cNvSpPr/>
          <p:nvPr/>
        </p:nvSpPr>
        <p:spPr>
          <a:xfrm>
            <a:off x="8220076" y="857251"/>
            <a:ext cx="9525" cy="9525"/>
          </a:xfrm>
          <a:custGeom>
            <a:avLst/>
            <a:gdLst/>
            <a:ahLst/>
            <a:cxnLst/>
            <a:rect l="l" t="t" r="r" b="b"/>
            <a:pathLst>
              <a:path w="9525" h="9525">
                <a:moveTo>
                  <a:pt x="9525" y="9525"/>
                </a:moveTo>
                <a:lnTo>
                  <a:pt x="0" y="9525"/>
                </a:lnTo>
                <a:lnTo>
                  <a:pt x="0" y="0"/>
                </a:lnTo>
                <a:lnTo>
                  <a:pt x="9525" y="0"/>
                </a:lnTo>
                <a:lnTo>
                  <a:pt x="9525" y="9525"/>
                </a:lnTo>
                <a:close/>
              </a:path>
            </a:pathLst>
          </a:custGeom>
          <a:solidFill>
            <a:srgbClr val="C7C6C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65" name="object 665"/>
          <p:cNvSpPr/>
          <p:nvPr/>
        </p:nvSpPr>
        <p:spPr>
          <a:xfrm>
            <a:off x="8277226" y="857251"/>
            <a:ext cx="9525" cy="9525"/>
          </a:xfrm>
          <a:custGeom>
            <a:avLst/>
            <a:gdLst/>
            <a:ahLst/>
            <a:cxnLst/>
            <a:rect l="l" t="t" r="r" b="b"/>
            <a:pathLst>
              <a:path w="9525" h="9525">
                <a:moveTo>
                  <a:pt x="9525" y="9525"/>
                </a:moveTo>
                <a:lnTo>
                  <a:pt x="0" y="9525"/>
                </a:lnTo>
                <a:lnTo>
                  <a:pt x="0" y="0"/>
                </a:lnTo>
                <a:lnTo>
                  <a:pt x="9525" y="0"/>
                </a:lnTo>
                <a:lnTo>
                  <a:pt x="9525" y="9525"/>
                </a:lnTo>
                <a:close/>
              </a:path>
            </a:pathLst>
          </a:custGeom>
          <a:solidFill>
            <a:srgbClr val="C7C6C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66" name="object 666"/>
          <p:cNvSpPr/>
          <p:nvPr/>
        </p:nvSpPr>
        <p:spPr>
          <a:xfrm>
            <a:off x="8334376" y="857251"/>
            <a:ext cx="9525" cy="9525"/>
          </a:xfrm>
          <a:custGeom>
            <a:avLst/>
            <a:gdLst/>
            <a:ahLst/>
            <a:cxnLst/>
            <a:rect l="l" t="t" r="r" b="b"/>
            <a:pathLst>
              <a:path w="9525" h="9525">
                <a:moveTo>
                  <a:pt x="9525" y="9525"/>
                </a:moveTo>
                <a:lnTo>
                  <a:pt x="0" y="9525"/>
                </a:lnTo>
                <a:lnTo>
                  <a:pt x="0" y="0"/>
                </a:lnTo>
                <a:lnTo>
                  <a:pt x="9525" y="0"/>
                </a:lnTo>
                <a:lnTo>
                  <a:pt x="9525" y="9525"/>
                </a:lnTo>
                <a:close/>
              </a:path>
            </a:pathLst>
          </a:custGeom>
          <a:solidFill>
            <a:srgbClr val="C7C6C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67" name="object 667"/>
          <p:cNvSpPr/>
          <p:nvPr/>
        </p:nvSpPr>
        <p:spPr>
          <a:xfrm>
            <a:off x="8391526" y="857251"/>
            <a:ext cx="9525" cy="9525"/>
          </a:xfrm>
          <a:custGeom>
            <a:avLst/>
            <a:gdLst/>
            <a:ahLst/>
            <a:cxnLst/>
            <a:rect l="l" t="t" r="r" b="b"/>
            <a:pathLst>
              <a:path w="9525" h="9525">
                <a:moveTo>
                  <a:pt x="9525" y="9525"/>
                </a:moveTo>
                <a:lnTo>
                  <a:pt x="0" y="9525"/>
                </a:lnTo>
                <a:lnTo>
                  <a:pt x="0" y="0"/>
                </a:lnTo>
                <a:lnTo>
                  <a:pt x="9525" y="0"/>
                </a:lnTo>
                <a:lnTo>
                  <a:pt x="9525" y="9525"/>
                </a:lnTo>
                <a:close/>
              </a:path>
            </a:pathLst>
          </a:custGeom>
          <a:solidFill>
            <a:srgbClr val="C7C6C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68" name="object 668"/>
          <p:cNvSpPr/>
          <p:nvPr/>
        </p:nvSpPr>
        <p:spPr>
          <a:xfrm>
            <a:off x="8448676" y="857251"/>
            <a:ext cx="9525" cy="9525"/>
          </a:xfrm>
          <a:custGeom>
            <a:avLst/>
            <a:gdLst/>
            <a:ahLst/>
            <a:cxnLst/>
            <a:rect l="l" t="t" r="r" b="b"/>
            <a:pathLst>
              <a:path w="9525" h="9525">
                <a:moveTo>
                  <a:pt x="9525" y="9525"/>
                </a:moveTo>
                <a:lnTo>
                  <a:pt x="0" y="9525"/>
                </a:lnTo>
                <a:lnTo>
                  <a:pt x="0" y="0"/>
                </a:lnTo>
                <a:lnTo>
                  <a:pt x="9525" y="0"/>
                </a:lnTo>
                <a:lnTo>
                  <a:pt x="9525" y="9525"/>
                </a:lnTo>
                <a:close/>
              </a:path>
            </a:pathLst>
          </a:custGeom>
          <a:solidFill>
            <a:srgbClr val="C7C6C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69" name="object 669"/>
          <p:cNvSpPr/>
          <p:nvPr/>
        </p:nvSpPr>
        <p:spPr>
          <a:xfrm>
            <a:off x="8505826" y="857251"/>
            <a:ext cx="9525" cy="9525"/>
          </a:xfrm>
          <a:custGeom>
            <a:avLst/>
            <a:gdLst/>
            <a:ahLst/>
            <a:cxnLst/>
            <a:rect l="l" t="t" r="r" b="b"/>
            <a:pathLst>
              <a:path w="9525" h="9525">
                <a:moveTo>
                  <a:pt x="9525" y="9525"/>
                </a:moveTo>
                <a:lnTo>
                  <a:pt x="0" y="9525"/>
                </a:lnTo>
                <a:lnTo>
                  <a:pt x="0" y="0"/>
                </a:lnTo>
                <a:lnTo>
                  <a:pt x="9525" y="0"/>
                </a:lnTo>
                <a:lnTo>
                  <a:pt x="9525" y="9525"/>
                </a:lnTo>
                <a:close/>
              </a:path>
            </a:pathLst>
          </a:custGeom>
          <a:solidFill>
            <a:srgbClr val="C7C6C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70" name="object 670"/>
          <p:cNvSpPr/>
          <p:nvPr/>
        </p:nvSpPr>
        <p:spPr>
          <a:xfrm>
            <a:off x="8562976" y="857251"/>
            <a:ext cx="9525" cy="9525"/>
          </a:xfrm>
          <a:custGeom>
            <a:avLst/>
            <a:gdLst/>
            <a:ahLst/>
            <a:cxnLst/>
            <a:rect l="l" t="t" r="r" b="b"/>
            <a:pathLst>
              <a:path w="9525" h="9525">
                <a:moveTo>
                  <a:pt x="9525" y="9525"/>
                </a:moveTo>
                <a:lnTo>
                  <a:pt x="0" y="9525"/>
                </a:lnTo>
                <a:lnTo>
                  <a:pt x="0" y="0"/>
                </a:lnTo>
                <a:lnTo>
                  <a:pt x="9525" y="0"/>
                </a:lnTo>
                <a:lnTo>
                  <a:pt x="9525" y="9525"/>
                </a:lnTo>
                <a:close/>
              </a:path>
            </a:pathLst>
          </a:custGeom>
          <a:solidFill>
            <a:srgbClr val="C7C6C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71" name="object 671"/>
          <p:cNvSpPr/>
          <p:nvPr/>
        </p:nvSpPr>
        <p:spPr>
          <a:xfrm>
            <a:off x="8620126" y="857251"/>
            <a:ext cx="9525" cy="9525"/>
          </a:xfrm>
          <a:custGeom>
            <a:avLst/>
            <a:gdLst/>
            <a:ahLst/>
            <a:cxnLst/>
            <a:rect l="l" t="t" r="r" b="b"/>
            <a:pathLst>
              <a:path w="9525" h="9525">
                <a:moveTo>
                  <a:pt x="9525" y="9525"/>
                </a:moveTo>
                <a:lnTo>
                  <a:pt x="0" y="9525"/>
                </a:lnTo>
                <a:lnTo>
                  <a:pt x="0" y="0"/>
                </a:lnTo>
                <a:lnTo>
                  <a:pt x="9525" y="0"/>
                </a:lnTo>
                <a:lnTo>
                  <a:pt x="9525" y="9525"/>
                </a:lnTo>
                <a:close/>
              </a:path>
            </a:pathLst>
          </a:custGeom>
          <a:solidFill>
            <a:srgbClr val="C7C6C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72" name="object 672"/>
          <p:cNvSpPr/>
          <p:nvPr/>
        </p:nvSpPr>
        <p:spPr>
          <a:xfrm>
            <a:off x="8677276" y="857251"/>
            <a:ext cx="9525" cy="9525"/>
          </a:xfrm>
          <a:custGeom>
            <a:avLst/>
            <a:gdLst/>
            <a:ahLst/>
            <a:cxnLst/>
            <a:rect l="l" t="t" r="r" b="b"/>
            <a:pathLst>
              <a:path w="9525" h="9525">
                <a:moveTo>
                  <a:pt x="9525" y="9525"/>
                </a:moveTo>
                <a:lnTo>
                  <a:pt x="0" y="9525"/>
                </a:lnTo>
                <a:lnTo>
                  <a:pt x="0" y="0"/>
                </a:lnTo>
                <a:lnTo>
                  <a:pt x="9525" y="0"/>
                </a:lnTo>
                <a:lnTo>
                  <a:pt x="9525" y="9525"/>
                </a:lnTo>
                <a:close/>
              </a:path>
            </a:pathLst>
          </a:custGeom>
          <a:solidFill>
            <a:srgbClr val="C7C6C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73" name="object 673"/>
          <p:cNvSpPr/>
          <p:nvPr/>
        </p:nvSpPr>
        <p:spPr>
          <a:xfrm>
            <a:off x="8734426" y="857251"/>
            <a:ext cx="9525" cy="9525"/>
          </a:xfrm>
          <a:custGeom>
            <a:avLst/>
            <a:gdLst/>
            <a:ahLst/>
            <a:cxnLst/>
            <a:rect l="l" t="t" r="r" b="b"/>
            <a:pathLst>
              <a:path w="9525" h="9525">
                <a:moveTo>
                  <a:pt x="9525" y="9525"/>
                </a:moveTo>
                <a:lnTo>
                  <a:pt x="0" y="9525"/>
                </a:lnTo>
                <a:lnTo>
                  <a:pt x="0" y="0"/>
                </a:lnTo>
                <a:lnTo>
                  <a:pt x="9525" y="0"/>
                </a:lnTo>
                <a:lnTo>
                  <a:pt x="9525" y="9525"/>
                </a:lnTo>
                <a:close/>
              </a:path>
            </a:pathLst>
          </a:custGeom>
          <a:solidFill>
            <a:srgbClr val="C7C6C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74" name="object 674"/>
          <p:cNvSpPr/>
          <p:nvPr/>
        </p:nvSpPr>
        <p:spPr>
          <a:xfrm>
            <a:off x="8791576" y="857251"/>
            <a:ext cx="9525" cy="9525"/>
          </a:xfrm>
          <a:custGeom>
            <a:avLst/>
            <a:gdLst/>
            <a:ahLst/>
            <a:cxnLst/>
            <a:rect l="l" t="t" r="r" b="b"/>
            <a:pathLst>
              <a:path w="9525" h="9525">
                <a:moveTo>
                  <a:pt x="9525" y="9525"/>
                </a:moveTo>
                <a:lnTo>
                  <a:pt x="0" y="9525"/>
                </a:lnTo>
                <a:lnTo>
                  <a:pt x="0" y="0"/>
                </a:lnTo>
                <a:lnTo>
                  <a:pt x="9525" y="0"/>
                </a:lnTo>
                <a:lnTo>
                  <a:pt x="9525" y="9525"/>
                </a:lnTo>
                <a:close/>
              </a:path>
            </a:pathLst>
          </a:custGeom>
          <a:solidFill>
            <a:srgbClr val="C7C6C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75" name="object 675"/>
          <p:cNvSpPr/>
          <p:nvPr/>
        </p:nvSpPr>
        <p:spPr>
          <a:xfrm>
            <a:off x="8848726" y="857251"/>
            <a:ext cx="9525" cy="9525"/>
          </a:xfrm>
          <a:custGeom>
            <a:avLst/>
            <a:gdLst/>
            <a:ahLst/>
            <a:cxnLst/>
            <a:rect l="l" t="t" r="r" b="b"/>
            <a:pathLst>
              <a:path w="9525" h="9525">
                <a:moveTo>
                  <a:pt x="9525" y="9525"/>
                </a:moveTo>
                <a:lnTo>
                  <a:pt x="0" y="9525"/>
                </a:lnTo>
                <a:lnTo>
                  <a:pt x="0" y="0"/>
                </a:lnTo>
                <a:lnTo>
                  <a:pt x="9525" y="0"/>
                </a:lnTo>
                <a:lnTo>
                  <a:pt x="9525" y="9525"/>
                </a:lnTo>
                <a:close/>
              </a:path>
            </a:pathLst>
          </a:custGeom>
          <a:solidFill>
            <a:srgbClr val="C7C6C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76" name="object 676"/>
          <p:cNvSpPr/>
          <p:nvPr/>
        </p:nvSpPr>
        <p:spPr>
          <a:xfrm>
            <a:off x="8905876" y="857251"/>
            <a:ext cx="9525" cy="9525"/>
          </a:xfrm>
          <a:custGeom>
            <a:avLst/>
            <a:gdLst/>
            <a:ahLst/>
            <a:cxnLst/>
            <a:rect l="l" t="t" r="r" b="b"/>
            <a:pathLst>
              <a:path w="9525" h="9525">
                <a:moveTo>
                  <a:pt x="9525" y="9525"/>
                </a:moveTo>
                <a:lnTo>
                  <a:pt x="0" y="9525"/>
                </a:lnTo>
                <a:lnTo>
                  <a:pt x="0" y="0"/>
                </a:lnTo>
                <a:lnTo>
                  <a:pt x="9525" y="0"/>
                </a:lnTo>
                <a:lnTo>
                  <a:pt x="9525" y="9525"/>
                </a:lnTo>
                <a:close/>
              </a:path>
            </a:pathLst>
          </a:custGeom>
          <a:solidFill>
            <a:srgbClr val="C7C6C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77" name="object 677"/>
          <p:cNvSpPr/>
          <p:nvPr/>
        </p:nvSpPr>
        <p:spPr>
          <a:xfrm>
            <a:off x="8963026" y="857251"/>
            <a:ext cx="9525" cy="9525"/>
          </a:xfrm>
          <a:custGeom>
            <a:avLst/>
            <a:gdLst/>
            <a:ahLst/>
            <a:cxnLst/>
            <a:rect l="l" t="t" r="r" b="b"/>
            <a:pathLst>
              <a:path w="9525" h="9525">
                <a:moveTo>
                  <a:pt x="9525" y="9525"/>
                </a:moveTo>
                <a:lnTo>
                  <a:pt x="0" y="9525"/>
                </a:lnTo>
                <a:lnTo>
                  <a:pt x="0" y="0"/>
                </a:lnTo>
                <a:lnTo>
                  <a:pt x="9525" y="0"/>
                </a:lnTo>
                <a:lnTo>
                  <a:pt x="9525" y="9525"/>
                </a:lnTo>
                <a:close/>
              </a:path>
            </a:pathLst>
          </a:custGeom>
          <a:solidFill>
            <a:srgbClr val="C7C6C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78" name="object 678"/>
          <p:cNvSpPr/>
          <p:nvPr/>
        </p:nvSpPr>
        <p:spPr>
          <a:xfrm>
            <a:off x="9020176" y="857251"/>
            <a:ext cx="9525" cy="9525"/>
          </a:xfrm>
          <a:custGeom>
            <a:avLst/>
            <a:gdLst/>
            <a:ahLst/>
            <a:cxnLst/>
            <a:rect l="l" t="t" r="r" b="b"/>
            <a:pathLst>
              <a:path w="9525" h="9525">
                <a:moveTo>
                  <a:pt x="9525" y="9525"/>
                </a:moveTo>
                <a:lnTo>
                  <a:pt x="0" y="9525"/>
                </a:lnTo>
                <a:lnTo>
                  <a:pt x="0" y="0"/>
                </a:lnTo>
                <a:lnTo>
                  <a:pt x="9525" y="0"/>
                </a:lnTo>
                <a:lnTo>
                  <a:pt x="9525" y="9525"/>
                </a:lnTo>
                <a:close/>
              </a:path>
            </a:pathLst>
          </a:custGeom>
          <a:solidFill>
            <a:srgbClr val="C7C6C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79" name="object 679"/>
          <p:cNvSpPr/>
          <p:nvPr/>
        </p:nvSpPr>
        <p:spPr>
          <a:xfrm>
            <a:off x="9077326" y="857251"/>
            <a:ext cx="9525" cy="9525"/>
          </a:xfrm>
          <a:custGeom>
            <a:avLst/>
            <a:gdLst/>
            <a:ahLst/>
            <a:cxnLst/>
            <a:rect l="l" t="t" r="r" b="b"/>
            <a:pathLst>
              <a:path w="9525" h="9525">
                <a:moveTo>
                  <a:pt x="9525" y="9525"/>
                </a:moveTo>
                <a:lnTo>
                  <a:pt x="0" y="9525"/>
                </a:lnTo>
                <a:lnTo>
                  <a:pt x="0" y="0"/>
                </a:lnTo>
                <a:lnTo>
                  <a:pt x="9525" y="0"/>
                </a:lnTo>
                <a:lnTo>
                  <a:pt x="9525" y="9525"/>
                </a:lnTo>
                <a:close/>
              </a:path>
            </a:pathLst>
          </a:custGeom>
          <a:solidFill>
            <a:srgbClr val="C7C6C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80" name="object 680"/>
          <p:cNvSpPr/>
          <p:nvPr/>
        </p:nvSpPr>
        <p:spPr>
          <a:xfrm>
            <a:off x="9134476" y="857251"/>
            <a:ext cx="9525" cy="9525"/>
          </a:xfrm>
          <a:custGeom>
            <a:avLst/>
            <a:gdLst/>
            <a:ahLst/>
            <a:cxnLst/>
            <a:rect l="l" t="t" r="r" b="b"/>
            <a:pathLst>
              <a:path w="9525" h="9525">
                <a:moveTo>
                  <a:pt x="9525" y="9525"/>
                </a:moveTo>
                <a:lnTo>
                  <a:pt x="0" y="9525"/>
                </a:lnTo>
                <a:lnTo>
                  <a:pt x="0" y="0"/>
                </a:lnTo>
                <a:lnTo>
                  <a:pt x="9525" y="0"/>
                </a:lnTo>
                <a:lnTo>
                  <a:pt x="9525" y="9525"/>
                </a:lnTo>
                <a:close/>
              </a:path>
            </a:pathLst>
          </a:custGeom>
          <a:solidFill>
            <a:srgbClr val="C7C6C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81" name="object 681"/>
          <p:cNvSpPr/>
          <p:nvPr/>
        </p:nvSpPr>
        <p:spPr>
          <a:xfrm>
            <a:off x="9191626" y="857251"/>
            <a:ext cx="9525" cy="9525"/>
          </a:xfrm>
          <a:custGeom>
            <a:avLst/>
            <a:gdLst/>
            <a:ahLst/>
            <a:cxnLst/>
            <a:rect l="l" t="t" r="r" b="b"/>
            <a:pathLst>
              <a:path w="9525" h="9525">
                <a:moveTo>
                  <a:pt x="9525" y="9525"/>
                </a:moveTo>
                <a:lnTo>
                  <a:pt x="0" y="9525"/>
                </a:lnTo>
                <a:lnTo>
                  <a:pt x="0" y="0"/>
                </a:lnTo>
                <a:lnTo>
                  <a:pt x="9525" y="0"/>
                </a:lnTo>
                <a:lnTo>
                  <a:pt x="9525" y="9525"/>
                </a:lnTo>
                <a:close/>
              </a:path>
            </a:pathLst>
          </a:custGeom>
          <a:solidFill>
            <a:srgbClr val="C7C6C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82" name="object 682"/>
          <p:cNvSpPr/>
          <p:nvPr/>
        </p:nvSpPr>
        <p:spPr>
          <a:xfrm>
            <a:off x="9248776" y="857251"/>
            <a:ext cx="9525" cy="9525"/>
          </a:xfrm>
          <a:custGeom>
            <a:avLst/>
            <a:gdLst/>
            <a:ahLst/>
            <a:cxnLst/>
            <a:rect l="l" t="t" r="r" b="b"/>
            <a:pathLst>
              <a:path w="9525" h="9525">
                <a:moveTo>
                  <a:pt x="9525" y="9525"/>
                </a:moveTo>
                <a:lnTo>
                  <a:pt x="0" y="9525"/>
                </a:lnTo>
                <a:lnTo>
                  <a:pt x="0" y="0"/>
                </a:lnTo>
                <a:lnTo>
                  <a:pt x="9525" y="0"/>
                </a:lnTo>
                <a:lnTo>
                  <a:pt x="9525" y="9525"/>
                </a:lnTo>
                <a:close/>
              </a:path>
            </a:pathLst>
          </a:custGeom>
          <a:solidFill>
            <a:srgbClr val="C7C6C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83" name="object 683"/>
          <p:cNvSpPr/>
          <p:nvPr/>
        </p:nvSpPr>
        <p:spPr>
          <a:xfrm>
            <a:off x="9305926" y="857251"/>
            <a:ext cx="9525" cy="9525"/>
          </a:xfrm>
          <a:custGeom>
            <a:avLst/>
            <a:gdLst/>
            <a:ahLst/>
            <a:cxnLst/>
            <a:rect l="l" t="t" r="r" b="b"/>
            <a:pathLst>
              <a:path w="9525" h="9525">
                <a:moveTo>
                  <a:pt x="9525" y="9525"/>
                </a:moveTo>
                <a:lnTo>
                  <a:pt x="0" y="9525"/>
                </a:lnTo>
                <a:lnTo>
                  <a:pt x="0" y="0"/>
                </a:lnTo>
                <a:lnTo>
                  <a:pt x="9525" y="0"/>
                </a:lnTo>
                <a:lnTo>
                  <a:pt x="9525" y="9525"/>
                </a:lnTo>
                <a:close/>
              </a:path>
            </a:pathLst>
          </a:custGeom>
          <a:solidFill>
            <a:srgbClr val="C7C6C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84" name="object 684"/>
          <p:cNvSpPr/>
          <p:nvPr/>
        </p:nvSpPr>
        <p:spPr>
          <a:xfrm>
            <a:off x="9363076" y="857251"/>
            <a:ext cx="9525" cy="9525"/>
          </a:xfrm>
          <a:custGeom>
            <a:avLst/>
            <a:gdLst/>
            <a:ahLst/>
            <a:cxnLst/>
            <a:rect l="l" t="t" r="r" b="b"/>
            <a:pathLst>
              <a:path w="9525" h="9525">
                <a:moveTo>
                  <a:pt x="9525" y="9525"/>
                </a:moveTo>
                <a:lnTo>
                  <a:pt x="0" y="9525"/>
                </a:lnTo>
                <a:lnTo>
                  <a:pt x="0" y="0"/>
                </a:lnTo>
                <a:lnTo>
                  <a:pt x="9525" y="0"/>
                </a:lnTo>
                <a:lnTo>
                  <a:pt x="9525" y="9525"/>
                </a:lnTo>
                <a:close/>
              </a:path>
            </a:pathLst>
          </a:custGeom>
          <a:solidFill>
            <a:srgbClr val="C7C6C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85" name="object 685"/>
          <p:cNvSpPr/>
          <p:nvPr/>
        </p:nvSpPr>
        <p:spPr>
          <a:xfrm>
            <a:off x="9420226" y="857251"/>
            <a:ext cx="9525" cy="9525"/>
          </a:xfrm>
          <a:custGeom>
            <a:avLst/>
            <a:gdLst/>
            <a:ahLst/>
            <a:cxnLst/>
            <a:rect l="l" t="t" r="r" b="b"/>
            <a:pathLst>
              <a:path w="9525" h="9525">
                <a:moveTo>
                  <a:pt x="9525" y="9525"/>
                </a:moveTo>
                <a:lnTo>
                  <a:pt x="0" y="9525"/>
                </a:lnTo>
                <a:lnTo>
                  <a:pt x="0" y="0"/>
                </a:lnTo>
                <a:lnTo>
                  <a:pt x="9525" y="0"/>
                </a:lnTo>
                <a:lnTo>
                  <a:pt x="9525" y="9525"/>
                </a:lnTo>
                <a:close/>
              </a:path>
            </a:pathLst>
          </a:custGeom>
          <a:solidFill>
            <a:srgbClr val="C7C6C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86" name="object 686"/>
          <p:cNvSpPr/>
          <p:nvPr/>
        </p:nvSpPr>
        <p:spPr>
          <a:xfrm>
            <a:off x="9477376" y="857251"/>
            <a:ext cx="9525" cy="9525"/>
          </a:xfrm>
          <a:custGeom>
            <a:avLst/>
            <a:gdLst/>
            <a:ahLst/>
            <a:cxnLst/>
            <a:rect l="l" t="t" r="r" b="b"/>
            <a:pathLst>
              <a:path w="9525" h="9525">
                <a:moveTo>
                  <a:pt x="9525" y="9525"/>
                </a:moveTo>
                <a:lnTo>
                  <a:pt x="0" y="9525"/>
                </a:lnTo>
                <a:lnTo>
                  <a:pt x="0" y="0"/>
                </a:lnTo>
                <a:lnTo>
                  <a:pt x="9525" y="0"/>
                </a:lnTo>
                <a:lnTo>
                  <a:pt x="9525" y="9525"/>
                </a:lnTo>
                <a:close/>
              </a:path>
            </a:pathLst>
          </a:custGeom>
          <a:solidFill>
            <a:srgbClr val="C7C6C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87" name="object 687"/>
          <p:cNvSpPr/>
          <p:nvPr/>
        </p:nvSpPr>
        <p:spPr>
          <a:xfrm>
            <a:off x="9534526" y="857251"/>
            <a:ext cx="9525" cy="9525"/>
          </a:xfrm>
          <a:custGeom>
            <a:avLst/>
            <a:gdLst/>
            <a:ahLst/>
            <a:cxnLst/>
            <a:rect l="l" t="t" r="r" b="b"/>
            <a:pathLst>
              <a:path w="9525" h="9525">
                <a:moveTo>
                  <a:pt x="9525" y="9525"/>
                </a:moveTo>
                <a:lnTo>
                  <a:pt x="0" y="9525"/>
                </a:lnTo>
                <a:lnTo>
                  <a:pt x="0" y="0"/>
                </a:lnTo>
                <a:lnTo>
                  <a:pt x="9525" y="0"/>
                </a:lnTo>
                <a:lnTo>
                  <a:pt x="9525" y="9525"/>
                </a:lnTo>
                <a:close/>
              </a:path>
            </a:pathLst>
          </a:custGeom>
          <a:solidFill>
            <a:srgbClr val="C7C6C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88" name="object 688"/>
          <p:cNvSpPr/>
          <p:nvPr/>
        </p:nvSpPr>
        <p:spPr>
          <a:xfrm>
            <a:off x="9591676" y="857251"/>
            <a:ext cx="9525" cy="9525"/>
          </a:xfrm>
          <a:custGeom>
            <a:avLst/>
            <a:gdLst/>
            <a:ahLst/>
            <a:cxnLst/>
            <a:rect l="l" t="t" r="r" b="b"/>
            <a:pathLst>
              <a:path w="9525" h="9525">
                <a:moveTo>
                  <a:pt x="9525" y="9525"/>
                </a:moveTo>
                <a:lnTo>
                  <a:pt x="0" y="9525"/>
                </a:lnTo>
                <a:lnTo>
                  <a:pt x="0" y="0"/>
                </a:lnTo>
                <a:lnTo>
                  <a:pt x="9525" y="0"/>
                </a:lnTo>
                <a:lnTo>
                  <a:pt x="9525" y="9525"/>
                </a:lnTo>
                <a:close/>
              </a:path>
            </a:pathLst>
          </a:custGeom>
          <a:solidFill>
            <a:srgbClr val="C7C6C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89" name="object 689"/>
          <p:cNvSpPr/>
          <p:nvPr/>
        </p:nvSpPr>
        <p:spPr>
          <a:xfrm>
            <a:off x="9648826" y="857251"/>
            <a:ext cx="9525" cy="9525"/>
          </a:xfrm>
          <a:custGeom>
            <a:avLst/>
            <a:gdLst/>
            <a:ahLst/>
            <a:cxnLst/>
            <a:rect l="l" t="t" r="r" b="b"/>
            <a:pathLst>
              <a:path w="9525" h="9525">
                <a:moveTo>
                  <a:pt x="9525" y="9525"/>
                </a:moveTo>
                <a:lnTo>
                  <a:pt x="0" y="9525"/>
                </a:lnTo>
                <a:lnTo>
                  <a:pt x="0" y="0"/>
                </a:lnTo>
                <a:lnTo>
                  <a:pt x="9525" y="0"/>
                </a:lnTo>
                <a:lnTo>
                  <a:pt x="9525" y="9525"/>
                </a:lnTo>
                <a:close/>
              </a:path>
            </a:pathLst>
          </a:custGeom>
          <a:solidFill>
            <a:srgbClr val="C7C6C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90" name="object 690"/>
          <p:cNvSpPr/>
          <p:nvPr/>
        </p:nvSpPr>
        <p:spPr>
          <a:xfrm>
            <a:off x="9705976" y="857251"/>
            <a:ext cx="9525" cy="9525"/>
          </a:xfrm>
          <a:custGeom>
            <a:avLst/>
            <a:gdLst/>
            <a:ahLst/>
            <a:cxnLst/>
            <a:rect l="l" t="t" r="r" b="b"/>
            <a:pathLst>
              <a:path w="9525" h="9525">
                <a:moveTo>
                  <a:pt x="9525" y="9525"/>
                </a:moveTo>
                <a:lnTo>
                  <a:pt x="0" y="9525"/>
                </a:lnTo>
                <a:lnTo>
                  <a:pt x="0" y="0"/>
                </a:lnTo>
                <a:lnTo>
                  <a:pt x="9525" y="0"/>
                </a:lnTo>
                <a:lnTo>
                  <a:pt x="9525" y="9525"/>
                </a:lnTo>
                <a:close/>
              </a:path>
            </a:pathLst>
          </a:custGeom>
          <a:solidFill>
            <a:srgbClr val="C7C6C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91" name="object 691"/>
          <p:cNvSpPr/>
          <p:nvPr/>
        </p:nvSpPr>
        <p:spPr>
          <a:xfrm>
            <a:off x="9763126" y="857251"/>
            <a:ext cx="9525" cy="9525"/>
          </a:xfrm>
          <a:custGeom>
            <a:avLst/>
            <a:gdLst/>
            <a:ahLst/>
            <a:cxnLst/>
            <a:rect l="l" t="t" r="r" b="b"/>
            <a:pathLst>
              <a:path w="9525" h="9525">
                <a:moveTo>
                  <a:pt x="9525" y="9525"/>
                </a:moveTo>
                <a:lnTo>
                  <a:pt x="0" y="9525"/>
                </a:lnTo>
                <a:lnTo>
                  <a:pt x="0" y="0"/>
                </a:lnTo>
                <a:lnTo>
                  <a:pt x="9525" y="0"/>
                </a:lnTo>
                <a:lnTo>
                  <a:pt x="9525" y="9525"/>
                </a:lnTo>
                <a:close/>
              </a:path>
            </a:pathLst>
          </a:custGeom>
          <a:solidFill>
            <a:srgbClr val="C7C6C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92" name="object 692"/>
          <p:cNvSpPr/>
          <p:nvPr/>
        </p:nvSpPr>
        <p:spPr>
          <a:xfrm>
            <a:off x="9820276" y="857251"/>
            <a:ext cx="9525" cy="9525"/>
          </a:xfrm>
          <a:custGeom>
            <a:avLst/>
            <a:gdLst/>
            <a:ahLst/>
            <a:cxnLst/>
            <a:rect l="l" t="t" r="r" b="b"/>
            <a:pathLst>
              <a:path w="9525" h="9525">
                <a:moveTo>
                  <a:pt x="9525" y="9525"/>
                </a:moveTo>
                <a:lnTo>
                  <a:pt x="0" y="9525"/>
                </a:lnTo>
                <a:lnTo>
                  <a:pt x="0" y="0"/>
                </a:lnTo>
                <a:lnTo>
                  <a:pt x="9525" y="0"/>
                </a:lnTo>
                <a:lnTo>
                  <a:pt x="9525" y="9525"/>
                </a:lnTo>
                <a:close/>
              </a:path>
            </a:pathLst>
          </a:custGeom>
          <a:solidFill>
            <a:srgbClr val="C7C6C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93" name="object 693"/>
          <p:cNvSpPr/>
          <p:nvPr/>
        </p:nvSpPr>
        <p:spPr>
          <a:xfrm>
            <a:off x="9877426" y="857251"/>
            <a:ext cx="9525" cy="9525"/>
          </a:xfrm>
          <a:custGeom>
            <a:avLst/>
            <a:gdLst/>
            <a:ahLst/>
            <a:cxnLst/>
            <a:rect l="l" t="t" r="r" b="b"/>
            <a:pathLst>
              <a:path w="9525" h="9525">
                <a:moveTo>
                  <a:pt x="9525" y="9525"/>
                </a:moveTo>
                <a:lnTo>
                  <a:pt x="0" y="9525"/>
                </a:lnTo>
                <a:lnTo>
                  <a:pt x="0" y="0"/>
                </a:lnTo>
                <a:lnTo>
                  <a:pt x="9525" y="0"/>
                </a:lnTo>
                <a:lnTo>
                  <a:pt x="9525" y="9525"/>
                </a:lnTo>
                <a:close/>
              </a:path>
            </a:pathLst>
          </a:custGeom>
          <a:solidFill>
            <a:srgbClr val="C7C6C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94" name="object 694"/>
          <p:cNvSpPr/>
          <p:nvPr/>
        </p:nvSpPr>
        <p:spPr>
          <a:xfrm>
            <a:off x="9934576" y="857251"/>
            <a:ext cx="9525" cy="9525"/>
          </a:xfrm>
          <a:custGeom>
            <a:avLst/>
            <a:gdLst/>
            <a:ahLst/>
            <a:cxnLst/>
            <a:rect l="l" t="t" r="r" b="b"/>
            <a:pathLst>
              <a:path w="9525" h="9525">
                <a:moveTo>
                  <a:pt x="9525" y="9525"/>
                </a:moveTo>
                <a:lnTo>
                  <a:pt x="0" y="9525"/>
                </a:lnTo>
                <a:lnTo>
                  <a:pt x="0" y="0"/>
                </a:lnTo>
                <a:lnTo>
                  <a:pt x="9525" y="0"/>
                </a:lnTo>
                <a:lnTo>
                  <a:pt x="9525" y="9525"/>
                </a:lnTo>
                <a:close/>
              </a:path>
            </a:pathLst>
          </a:custGeom>
          <a:solidFill>
            <a:srgbClr val="C7C6C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95" name="object 695"/>
          <p:cNvSpPr/>
          <p:nvPr/>
        </p:nvSpPr>
        <p:spPr>
          <a:xfrm>
            <a:off x="9991726" y="857251"/>
            <a:ext cx="9525" cy="9525"/>
          </a:xfrm>
          <a:custGeom>
            <a:avLst/>
            <a:gdLst/>
            <a:ahLst/>
            <a:cxnLst/>
            <a:rect l="l" t="t" r="r" b="b"/>
            <a:pathLst>
              <a:path w="9525" h="9525">
                <a:moveTo>
                  <a:pt x="9525" y="9525"/>
                </a:moveTo>
                <a:lnTo>
                  <a:pt x="0" y="9525"/>
                </a:lnTo>
                <a:lnTo>
                  <a:pt x="0" y="0"/>
                </a:lnTo>
                <a:lnTo>
                  <a:pt x="9525" y="0"/>
                </a:lnTo>
                <a:lnTo>
                  <a:pt x="9525" y="9525"/>
                </a:lnTo>
                <a:close/>
              </a:path>
            </a:pathLst>
          </a:custGeom>
          <a:solidFill>
            <a:srgbClr val="C7C6C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96" name="object 696"/>
          <p:cNvSpPr/>
          <p:nvPr/>
        </p:nvSpPr>
        <p:spPr>
          <a:xfrm>
            <a:off x="10048876" y="857251"/>
            <a:ext cx="9525" cy="9525"/>
          </a:xfrm>
          <a:custGeom>
            <a:avLst/>
            <a:gdLst/>
            <a:ahLst/>
            <a:cxnLst/>
            <a:rect l="l" t="t" r="r" b="b"/>
            <a:pathLst>
              <a:path w="9525" h="9525">
                <a:moveTo>
                  <a:pt x="9525" y="9525"/>
                </a:moveTo>
                <a:lnTo>
                  <a:pt x="0" y="9525"/>
                </a:lnTo>
                <a:lnTo>
                  <a:pt x="0" y="0"/>
                </a:lnTo>
                <a:lnTo>
                  <a:pt x="9525" y="0"/>
                </a:lnTo>
                <a:lnTo>
                  <a:pt x="9525" y="9525"/>
                </a:lnTo>
                <a:close/>
              </a:path>
            </a:pathLst>
          </a:custGeom>
          <a:solidFill>
            <a:srgbClr val="C7C6C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97" name="object 697"/>
          <p:cNvSpPr/>
          <p:nvPr/>
        </p:nvSpPr>
        <p:spPr>
          <a:xfrm>
            <a:off x="10106026" y="857251"/>
            <a:ext cx="9525" cy="9525"/>
          </a:xfrm>
          <a:custGeom>
            <a:avLst/>
            <a:gdLst/>
            <a:ahLst/>
            <a:cxnLst/>
            <a:rect l="l" t="t" r="r" b="b"/>
            <a:pathLst>
              <a:path w="9525" h="9525">
                <a:moveTo>
                  <a:pt x="9525" y="9525"/>
                </a:moveTo>
                <a:lnTo>
                  <a:pt x="0" y="9525"/>
                </a:lnTo>
                <a:lnTo>
                  <a:pt x="0" y="0"/>
                </a:lnTo>
                <a:lnTo>
                  <a:pt x="9525" y="0"/>
                </a:lnTo>
                <a:lnTo>
                  <a:pt x="9525" y="9525"/>
                </a:lnTo>
                <a:close/>
              </a:path>
            </a:pathLst>
          </a:custGeom>
          <a:solidFill>
            <a:srgbClr val="C7C6C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98" name="object 698"/>
          <p:cNvSpPr txBox="1"/>
          <p:nvPr/>
        </p:nvSpPr>
        <p:spPr>
          <a:xfrm>
            <a:off x="2711450" y="421771"/>
            <a:ext cx="2265680" cy="512445"/>
          </a:xfrm>
          <a:prstGeom prst="rect">
            <a:avLst/>
          </a:prstGeom>
        </p:spPr>
        <p:txBody>
          <a:bodyPr vert="horz" wrap="square" lIns="0" tIns="95250" rIns="0" bIns="0" rtlCol="0">
            <a:spAutoFit/>
          </a:bodyPr>
          <a:lstStyle/>
          <a:p>
            <a:pPr marL="12700">
              <a:spcBef>
                <a:spcPts val="750"/>
              </a:spcBef>
            </a:pPr>
            <a:r>
              <a:rPr sz="1400" spc="-130" dirty="0">
                <a:solidFill>
                  <a:srgbClr val="252423"/>
                </a:solidFill>
                <a:latin typeface="Arial MT"/>
                <a:cs typeface="Arial MT"/>
              </a:rPr>
              <a:t>Sum</a:t>
            </a:r>
            <a:r>
              <a:rPr sz="1400" spc="-40" dirty="0">
                <a:solidFill>
                  <a:srgbClr val="252423"/>
                </a:solidFill>
                <a:latin typeface="Arial MT"/>
                <a:cs typeface="Arial MT"/>
              </a:rPr>
              <a:t> </a:t>
            </a:r>
            <a:r>
              <a:rPr sz="1400" spc="-60" dirty="0">
                <a:solidFill>
                  <a:srgbClr val="252423"/>
                </a:solidFill>
                <a:latin typeface="Arial MT"/>
                <a:cs typeface="Arial MT"/>
              </a:rPr>
              <a:t>of</a:t>
            </a:r>
            <a:r>
              <a:rPr sz="1400" spc="-40" dirty="0">
                <a:solidFill>
                  <a:srgbClr val="252423"/>
                </a:solidFill>
                <a:latin typeface="Arial MT"/>
                <a:cs typeface="Arial MT"/>
              </a:rPr>
              <a:t> </a:t>
            </a:r>
            <a:r>
              <a:rPr sz="1400" spc="-30" dirty="0">
                <a:solidFill>
                  <a:srgbClr val="252423"/>
                </a:solidFill>
                <a:latin typeface="Arial MT"/>
                <a:cs typeface="Arial MT"/>
              </a:rPr>
              <a:t>totvotpoll</a:t>
            </a:r>
            <a:r>
              <a:rPr sz="1400" spc="-35" dirty="0">
                <a:solidFill>
                  <a:srgbClr val="252423"/>
                </a:solidFill>
                <a:latin typeface="Arial MT"/>
                <a:cs typeface="Arial MT"/>
              </a:rPr>
              <a:t> </a:t>
            </a:r>
            <a:r>
              <a:rPr sz="1400" spc="-80" dirty="0">
                <a:solidFill>
                  <a:srgbClr val="252423"/>
                </a:solidFill>
                <a:latin typeface="Arial MT"/>
                <a:cs typeface="Arial MT"/>
              </a:rPr>
              <a:t>by</a:t>
            </a:r>
            <a:r>
              <a:rPr sz="1400" spc="-40" dirty="0">
                <a:solidFill>
                  <a:srgbClr val="252423"/>
                </a:solidFill>
                <a:latin typeface="Arial MT"/>
                <a:cs typeface="Arial MT"/>
              </a:rPr>
              <a:t> </a:t>
            </a:r>
            <a:r>
              <a:rPr sz="1400" spc="-55" dirty="0">
                <a:solidFill>
                  <a:srgbClr val="252423"/>
                </a:solidFill>
                <a:latin typeface="Arial MT"/>
                <a:cs typeface="Arial MT"/>
              </a:rPr>
              <a:t>partyname</a:t>
            </a:r>
            <a:endParaRPr sz="1400">
              <a:latin typeface="Arial MT"/>
              <a:cs typeface="Arial MT"/>
            </a:endParaRPr>
          </a:p>
          <a:p>
            <a:pPr marL="218440">
              <a:spcBef>
                <a:spcPts val="425"/>
              </a:spcBef>
            </a:pPr>
            <a:r>
              <a:rPr sz="900" spc="-10" dirty="0">
                <a:solidFill>
                  <a:srgbClr val="605D5C"/>
                </a:solidFill>
                <a:latin typeface="Segoe UI"/>
                <a:cs typeface="Segoe UI"/>
              </a:rPr>
              <a:t>0.6bn</a:t>
            </a:r>
            <a:endParaRPr sz="900">
              <a:latin typeface="Segoe UI"/>
              <a:cs typeface="Segoe UI"/>
            </a:endParaRPr>
          </a:p>
        </p:txBody>
      </p:sp>
      <p:sp>
        <p:nvSpPr>
          <p:cNvPr id="699" name="object 699"/>
          <p:cNvSpPr txBox="1"/>
          <p:nvPr/>
        </p:nvSpPr>
        <p:spPr>
          <a:xfrm>
            <a:off x="6379222" y="6909804"/>
            <a:ext cx="685165" cy="19749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spcBef>
                <a:spcPts val="100"/>
              </a:spcBef>
            </a:pPr>
            <a:r>
              <a:rPr sz="1200" spc="-45" dirty="0">
                <a:solidFill>
                  <a:srgbClr val="252423"/>
                </a:solidFill>
                <a:latin typeface="Arial MT"/>
                <a:cs typeface="Arial MT"/>
              </a:rPr>
              <a:t>partyname</a:t>
            </a:r>
            <a:endParaRPr sz="1200">
              <a:latin typeface="Arial MT"/>
              <a:cs typeface="Arial MT"/>
            </a:endParaRPr>
          </a:p>
        </p:txBody>
      </p:sp>
      <p:sp>
        <p:nvSpPr>
          <p:cNvPr id="700" name="object 700"/>
          <p:cNvSpPr txBox="1"/>
          <p:nvPr/>
        </p:nvSpPr>
        <p:spPr>
          <a:xfrm>
            <a:off x="2716520" y="2511500"/>
            <a:ext cx="166712" cy="1071245"/>
          </a:xfrm>
          <a:prstGeom prst="rect">
            <a:avLst/>
          </a:prstGeom>
        </p:spPr>
        <p:txBody>
          <a:bodyPr vert="vert270" wrap="square" lIns="0" tIns="0" rIns="0" bIns="0" rtlCol="0">
            <a:spAutoFit/>
          </a:bodyPr>
          <a:lstStyle/>
          <a:p>
            <a:pPr marL="12700">
              <a:lnSpc>
                <a:spcPts val="1275"/>
              </a:lnSpc>
            </a:pPr>
            <a:r>
              <a:rPr sz="1200" spc="-114" dirty="0">
                <a:solidFill>
                  <a:srgbClr val="252423"/>
                </a:solidFill>
                <a:latin typeface="Arial MT"/>
                <a:cs typeface="Arial MT"/>
              </a:rPr>
              <a:t>Sum</a:t>
            </a:r>
            <a:r>
              <a:rPr sz="1200" spc="-50" dirty="0">
                <a:solidFill>
                  <a:srgbClr val="252423"/>
                </a:solidFill>
                <a:latin typeface="Arial MT"/>
                <a:cs typeface="Arial MT"/>
              </a:rPr>
              <a:t> </a:t>
            </a:r>
            <a:r>
              <a:rPr sz="1200" spc="-45" dirty="0">
                <a:solidFill>
                  <a:srgbClr val="252423"/>
                </a:solidFill>
                <a:latin typeface="Arial MT"/>
                <a:cs typeface="Arial MT"/>
              </a:rPr>
              <a:t>of</a:t>
            </a:r>
            <a:r>
              <a:rPr sz="1200" spc="-50" dirty="0">
                <a:solidFill>
                  <a:srgbClr val="252423"/>
                </a:solidFill>
                <a:latin typeface="Arial MT"/>
                <a:cs typeface="Arial MT"/>
              </a:rPr>
              <a:t> </a:t>
            </a:r>
            <a:r>
              <a:rPr sz="1200" spc="-20" dirty="0">
                <a:solidFill>
                  <a:srgbClr val="252423"/>
                </a:solidFill>
                <a:latin typeface="Arial MT"/>
                <a:cs typeface="Arial MT"/>
              </a:rPr>
              <a:t>totvotpoll</a:t>
            </a:r>
            <a:endParaRPr sz="1200">
              <a:latin typeface="Arial MT"/>
              <a:cs typeface="Arial MT"/>
            </a:endParaRPr>
          </a:p>
        </p:txBody>
      </p:sp>
      <p:sp>
        <p:nvSpPr>
          <p:cNvPr id="701" name="object 701"/>
          <p:cNvSpPr txBox="1"/>
          <p:nvPr/>
        </p:nvSpPr>
        <p:spPr>
          <a:xfrm>
            <a:off x="3362715" y="5284155"/>
            <a:ext cx="9206623" cy="1572895"/>
          </a:xfrm>
          <a:prstGeom prst="rect">
            <a:avLst/>
          </a:prstGeom>
        </p:spPr>
        <p:txBody>
          <a:bodyPr vert="vert270" wrap="square" lIns="0" tIns="21590" rIns="0" bIns="0" rtlCol="0">
            <a:spAutoFit/>
          </a:bodyPr>
          <a:lstStyle/>
          <a:p>
            <a:pPr marR="5080" algn="r">
              <a:spcBef>
                <a:spcPts val="170"/>
              </a:spcBef>
            </a:pPr>
            <a:r>
              <a:rPr sz="900" dirty="0">
                <a:solidFill>
                  <a:srgbClr val="605D5C"/>
                </a:solidFill>
                <a:latin typeface="Segoe UI"/>
                <a:cs typeface="Segoe UI"/>
              </a:rPr>
              <a:t>Indian National </a:t>
            </a:r>
            <a:r>
              <a:rPr sz="900" spc="-10" dirty="0">
                <a:solidFill>
                  <a:srgbClr val="605D5C"/>
                </a:solidFill>
                <a:latin typeface="Segoe UI"/>
                <a:cs typeface="Segoe UI"/>
              </a:rPr>
              <a:t>Congress</a:t>
            </a:r>
            <a:endParaRPr sz="900" dirty="0">
              <a:latin typeface="Segoe UI"/>
              <a:cs typeface="Segoe UI"/>
            </a:endParaRPr>
          </a:p>
          <a:p>
            <a:pPr marR="5080" algn="r">
              <a:spcBef>
                <a:spcPts val="430"/>
              </a:spcBef>
            </a:pPr>
            <a:r>
              <a:rPr sz="900" dirty="0">
                <a:solidFill>
                  <a:srgbClr val="605D5C"/>
                </a:solidFill>
                <a:latin typeface="Segoe UI"/>
                <a:cs typeface="Segoe UI"/>
              </a:rPr>
              <a:t>Bharatiya</a:t>
            </a:r>
            <a:r>
              <a:rPr sz="900" spc="-35" dirty="0">
                <a:solidFill>
                  <a:srgbClr val="605D5C"/>
                </a:solidFill>
                <a:latin typeface="Segoe UI"/>
                <a:cs typeface="Segoe UI"/>
              </a:rPr>
              <a:t> </a:t>
            </a:r>
            <a:r>
              <a:rPr sz="900" dirty="0">
                <a:solidFill>
                  <a:srgbClr val="605D5C"/>
                </a:solidFill>
                <a:latin typeface="Segoe UI"/>
                <a:cs typeface="Segoe UI"/>
              </a:rPr>
              <a:t>Janata</a:t>
            </a:r>
            <a:r>
              <a:rPr sz="900" spc="-30" dirty="0">
                <a:solidFill>
                  <a:srgbClr val="605D5C"/>
                </a:solidFill>
                <a:latin typeface="Segoe UI"/>
                <a:cs typeface="Segoe UI"/>
              </a:rPr>
              <a:t> </a:t>
            </a:r>
            <a:r>
              <a:rPr sz="900" spc="-10" dirty="0">
                <a:solidFill>
                  <a:srgbClr val="605D5C"/>
                </a:solidFill>
                <a:latin typeface="Segoe UI"/>
                <a:cs typeface="Segoe UI"/>
              </a:rPr>
              <a:t>Party</a:t>
            </a:r>
            <a:endParaRPr sz="900" dirty="0">
              <a:latin typeface="Segoe UI"/>
              <a:cs typeface="Segoe UI"/>
            </a:endParaRPr>
          </a:p>
          <a:p>
            <a:pPr marL="1389380" marR="5080" indent="-16510" algn="r">
              <a:lnSpc>
                <a:spcPct val="139900"/>
              </a:lnSpc>
            </a:pPr>
            <a:r>
              <a:rPr sz="900" spc="-25" dirty="0">
                <a:solidFill>
                  <a:srgbClr val="605D5C"/>
                </a:solidFill>
                <a:latin typeface="Segoe UI"/>
                <a:cs typeface="Segoe UI"/>
              </a:rPr>
              <a:t>INC BJP</a:t>
            </a:r>
            <a:endParaRPr sz="900" dirty="0">
              <a:latin typeface="Segoe UI"/>
              <a:cs typeface="Segoe UI"/>
            </a:endParaRPr>
          </a:p>
          <a:p>
            <a:pPr marL="12700" marR="5080" indent="902335" algn="just">
              <a:lnSpc>
                <a:spcPct val="139900"/>
              </a:lnSpc>
            </a:pPr>
            <a:r>
              <a:rPr sz="900" spc="-10" dirty="0">
                <a:solidFill>
                  <a:srgbClr val="605D5C"/>
                </a:solidFill>
                <a:latin typeface="Segoe UI"/>
                <a:cs typeface="Segoe UI"/>
              </a:rPr>
              <a:t>Independent </a:t>
            </a:r>
            <a:r>
              <a:rPr sz="900" dirty="0">
                <a:solidFill>
                  <a:srgbClr val="605D5C"/>
                </a:solidFill>
                <a:latin typeface="Segoe UI"/>
                <a:cs typeface="Segoe UI"/>
              </a:rPr>
              <a:t>Communist</a:t>
            </a:r>
            <a:r>
              <a:rPr sz="900" spc="-30" dirty="0">
                <a:solidFill>
                  <a:srgbClr val="605D5C"/>
                </a:solidFill>
                <a:latin typeface="Segoe UI"/>
                <a:cs typeface="Segoe UI"/>
              </a:rPr>
              <a:t> </a:t>
            </a:r>
            <a:r>
              <a:rPr sz="900" dirty="0">
                <a:solidFill>
                  <a:srgbClr val="605D5C"/>
                </a:solidFill>
                <a:latin typeface="Segoe UI"/>
                <a:cs typeface="Segoe UI"/>
              </a:rPr>
              <a:t>Party</a:t>
            </a:r>
            <a:r>
              <a:rPr sz="900" spc="-25" dirty="0">
                <a:solidFill>
                  <a:srgbClr val="605D5C"/>
                </a:solidFill>
                <a:latin typeface="Segoe UI"/>
                <a:cs typeface="Segoe UI"/>
              </a:rPr>
              <a:t> </a:t>
            </a:r>
            <a:r>
              <a:rPr sz="900" dirty="0">
                <a:solidFill>
                  <a:srgbClr val="605D5C"/>
                </a:solidFill>
                <a:latin typeface="Segoe UI"/>
                <a:cs typeface="Segoe UI"/>
              </a:rPr>
              <a:t>Of</a:t>
            </a:r>
            <a:r>
              <a:rPr sz="900" spc="-25" dirty="0">
                <a:solidFill>
                  <a:srgbClr val="605D5C"/>
                </a:solidFill>
                <a:latin typeface="Segoe UI"/>
                <a:cs typeface="Segoe UI"/>
              </a:rPr>
              <a:t> </a:t>
            </a:r>
            <a:r>
              <a:rPr sz="900" dirty="0">
                <a:solidFill>
                  <a:srgbClr val="605D5C"/>
                </a:solidFill>
                <a:latin typeface="Segoe UI"/>
                <a:cs typeface="Segoe UI"/>
              </a:rPr>
              <a:t>India</a:t>
            </a:r>
            <a:r>
              <a:rPr sz="900" spc="-30" dirty="0">
                <a:solidFill>
                  <a:srgbClr val="605D5C"/>
                </a:solidFill>
                <a:latin typeface="Segoe UI"/>
                <a:cs typeface="Segoe UI"/>
              </a:rPr>
              <a:t> </a:t>
            </a:r>
            <a:r>
              <a:rPr sz="900" spc="-25" dirty="0">
                <a:solidFill>
                  <a:srgbClr val="605D5C"/>
                </a:solidFill>
                <a:latin typeface="Segoe UI"/>
                <a:cs typeface="Segoe UI"/>
              </a:rPr>
              <a:t>(M…</a:t>
            </a:r>
            <a:endParaRPr sz="900" dirty="0">
              <a:latin typeface="Segoe UI"/>
              <a:cs typeface="Segoe UI"/>
            </a:endParaRPr>
          </a:p>
          <a:p>
            <a:pPr marL="538480" marR="5080" indent="328295" algn="just">
              <a:lnSpc>
                <a:spcPct val="139900"/>
              </a:lnSpc>
            </a:pPr>
            <a:r>
              <a:rPr sz="900" spc="-10" dirty="0">
                <a:solidFill>
                  <a:srgbClr val="605D5C"/>
                </a:solidFill>
                <a:latin typeface="Segoe UI"/>
                <a:cs typeface="Segoe UI"/>
              </a:rPr>
              <a:t>Independents </a:t>
            </a:r>
            <a:r>
              <a:rPr sz="900" dirty="0">
                <a:solidFill>
                  <a:srgbClr val="605D5C"/>
                </a:solidFill>
                <a:latin typeface="Segoe UI"/>
                <a:cs typeface="Segoe UI"/>
              </a:rPr>
              <a:t>Bhartiya</a:t>
            </a:r>
            <a:r>
              <a:rPr sz="900" spc="-30" dirty="0">
                <a:solidFill>
                  <a:srgbClr val="605D5C"/>
                </a:solidFill>
                <a:latin typeface="Segoe UI"/>
                <a:cs typeface="Segoe UI"/>
              </a:rPr>
              <a:t> </a:t>
            </a:r>
            <a:r>
              <a:rPr sz="900" dirty="0">
                <a:solidFill>
                  <a:srgbClr val="605D5C"/>
                </a:solidFill>
                <a:latin typeface="Segoe UI"/>
                <a:cs typeface="Segoe UI"/>
              </a:rPr>
              <a:t>Janta</a:t>
            </a:r>
            <a:r>
              <a:rPr sz="900" spc="-30" dirty="0">
                <a:solidFill>
                  <a:srgbClr val="605D5C"/>
                </a:solidFill>
                <a:latin typeface="Segoe UI"/>
                <a:cs typeface="Segoe UI"/>
              </a:rPr>
              <a:t> </a:t>
            </a:r>
            <a:r>
              <a:rPr sz="900" spc="-10" dirty="0">
                <a:solidFill>
                  <a:srgbClr val="605D5C"/>
                </a:solidFill>
                <a:latin typeface="Segoe UI"/>
                <a:cs typeface="Segoe UI"/>
              </a:rPr>
              <a:t>Party </a:t>
            </a:r>
            <a:r>
              <a:rPr sz="900" dirty="0">
                <a:solidFill>
                  <a:srgbClr val="605D5C"/>
                </a:solidFill>
                <a:latin typeface="Segoe UI"/>
                <a:cs typeface="Segoe UI"/>
              </a:rPr>
              <a:t>Bahujan</a:t>
            </a:r>
            <a:r>
              <a:rPr sz="900" spc="-30" dirty="0">
                <a:solidFill>
                  <a:srgbClr val="605D5C"/>
                </a:solidFill>
                <a:latin typeface="Segoe UI"/>
                <a:cs typeface="Segoe UI"/>
              </a:rPr>
              <a:t> </a:t>
            </a:r>
            <a:r>
              <a:rPr sz="900" dirty="0">
                <a:solidFill>
                  <a:srgbClr val="605D5C"/>
                </a:solidFill>
                <a:latin typeface="Segoe UI"/>
                <a:cs typeface="Segoe UI"/>
              </a:rPr>
              <a:t>Samaj</a:t>
            </a:r>
            <a:r>
              <a:rPr sz="900" spc="-30" dirty="0">
                <a:solidFill>
                  <a:srgbClr val="605D5C"/>
                </a:solidFill>
                <a:latin typeface="Segoe UI"/>
                <a:cs typeface="Segoe UI"/>
              </a:rPr>
              <a:t> </a:t>
            </a:r>
            <a:r>
              <a:rPr sz="900" spc="-10" dirty="0">
                <a:solidFill>
                  <a:srgbClr val="605D5C"/>
                </a:solidFill>
                <a:latin typeface="Segoe UI"/>
                <a:cs typeface="Segoe UI"/>
              </a:rPr>
              <a:t>Party</a:t>
            </a:r>
            <a:endParaRPr sz="900" dirty="0">
              <a:latin typeface="Segoe UI"/>
              <a:cs typeface="Segoe UI"/>
            </a:endParaRPr>
          </a:p>
          <a:p>
            <a:pPr marL="159385" marR="5080" indent="883919" algn="r">
              <a:lnSpc>
                <a:spcPct val="139900"/>
              </a:lnSpc>
            </a:pPr>
            <a:r>
              <a:rPr sz="900" dirty="0">
                <a:solidFill>
                  <a:srgbClr val="605D5C"/>
                </a:solidFill>
                <a:latin typeface="Segoe UI"/>
                <a:cs typeface="Segoe UI"/>
              </a:rPr>
              <a:t>Janata</a:t>
            </a:r>
            <a:r>
              <a:rPr sz="900" spc="-30" dirty="0">
                <a:solidFill>
                  <a:srgbClr val="605D5C"/>
                </a:solidFill>
                <a:latin typeface="Segoe UI"/>
                <a:cs typeface="Segoe UI"/>
              </a:rPr>
              <a:t> </a:t>
            </a:r>
            <a:r>
              <a:rPr sz="900" spc="-25" dirty="0">
                <a:solidFill>
                  <a:srgbClr val="605D5C"/>
                </a:solidFill>
                <a:latin typeface="Segoe UI"/>
                <a:cs typeface="Segoe UI"/>
              </a:rPr>
              <a:t>Dal </a:t>
            </a:r>
            <a:r>
              <a:rPr sz="900" dirty="0">
                <a:solidFill>
                  <a:srgbClr val="605D5C"/>
                </a:solidFill>
                <a:latin typeface="Segoe UI"/>
                <a:cs typeface="Segoe UI"/>
              </a:rPr>
              <a:t>Indian</a:t>
            </a:r>
            <a:r>
              <a:rPr sz="900" spc="-15" dirty="0">
                <a:solidFill>
                  <a:srgbClr val="605D5C"/>
                </a:solidFill>
                <a:latin typeface="Segoe UI"/>
                <a:cs typeface="Segoe UI"/>
              </a:rPr>
              <a:t> </a:t>
            </a:r>
            <a:r>
              <a:rPr sz="900" dirty="0">
                <a:solidFill>
                  <a:srgbClr val="605D5C"/>
                </a:solidFill>
                <a:latin typeface="Segoe UI"/>
                <a:cs typeface="Segoe UI"/>
              </a:rPr>
              <a:t>National</a:t>
            </a:r>
            <a:r>
              <a:rPr sz="900" spc="-10" dirty="0">
                <a:solidFill>
                  <a:srgbClr val="605D5C"/>
                </a:solidFill>
                <a:latin typeface="Segoe UI"/>
                <a:cs typeface="Segoe UI"/>
              </a:rPr>
              <a:t> </a:t>
            </a:r>
            <a:r>
              <a:rPr sz="900" dirty="0">
                <a:solidFill>
                  <a:srgbClr val="605D5C"/>
                </a:solidFill>
                <a:latin typeface="Segoe UI"/>
                <a:cs typeface="Segoe UI"/>
              </a:rPr>
              <a:t>Congress</a:t>
            </a:r>
            <a:r>
              <a:rPr sz="900" spc="-15" dirty="0">
                <a:solidFill>
                  <a:srgbClr val="605D5C"/>
                </a:solidFill>
                <a:latin typeface="Segoe UI"/>
                <a:cs typeface="Segoe UI"/>
              </a:rPr>
              <a:t> </a:t>
            </a:r>
            <a:r>
              <a:rPr sz="900" spc="-25" dirty="0">
                <a:solidFill>
                  <a:srgbClr val="605D5C"/>
                </a:solidFill>
                <a:latin typeface="Segoe UI"/>
                <a:cs typeface="Segoe UI"/>
              </a:rPr>
              <a:t>(I)</a:t>
            </a:r>
            <a:endParaRPr sz="900" dirty="0">
              <a:latin typeface="Segoe UI"/>
              <a:cs typeface="Segoe UI"/>
            </a:endParaRPr>
          </a:p>
          <a:p>
            <a:pPr marL="850265" marR="5080" indent="106680" algn="r">
              <a:lnSpc>
                <a:spcPct val="139900"/>
              </a:lnSpc>
              <a:spcBef>
                <a:spcPts val="5"/>
              </a:spcBef>
            </a:pPr>
            <a:r>
              <a:rPr sz="900" dirty="0">
                <a:solidFill>
                  <a:srgbClr val="605D5C"/>
                </a:solidFill>
                <a:latin typeface="Segoe UI"/>
                <a:cs typeface="Segoe UI"/>
              </a:rPr>
              <a:t>Janata</a:t>
            </a:r>
            <a:r>
              <a:rPr sz="900" spc="-30" dirty="0">
                <a:solidFill>
                  <a:srgbClr val="605D5C"/>
                </a:solidFill>
                <a:latin typeface="Segoe UI"/>
                <a:cs typeface="Segoe UI"/>
              </a:rPr>
              <a:t> </a:t>
            </a:r>
            <a:r>
              <a:rPr sz="900" spc="-20" dirty="0">
                <a:solidFill>
                  <a:srgbClr val="605D5C"/>
                </a:solidFill>
                <a:latin typeface="Segoe UI"/>
                <a:cs typeface="Segoe UI"/>
              </a:rPr>
              <a:t>Party Telugu</a:t>
            </a:r>
            <a:r>
              <a:rPr sz="900" dirty="0">
                <a:solidFill>
                  <a:srgbClr val="605D5C"/>
                </a:solidFill>
                <a:latin typeface="Segoe UI"/>
                <a:cs typeface="Segoe UI"/>
              </a:rPr>
              <a:t> </a:t>
            </a:r>
            <a:r>
              <a:rPr sz="900" spc="-10" dirty="0">
                <a:solidFill>
                  <a:srgbClr val="605D5C"/>
                </a:solidFill>
                <a:latin typeface="Segoe UI"/>
                <a:cs typeface="Segoe UI"/>
              </a:rPr>
              <a:t>Desam</a:t>
            </a:r>
            <a:endParaRPr sz="900" dirty="0">
              <a:latin typeface="Segoe UI"/>
              <a:cs typeface="Segoe UI"/>
            </a:endParaRPr>
          </a:p>
          <a:p>
            <a:pPr marL="95250" marR="5080" indent="-66040" algn="r">
              <a:lnSpc>
                <a:spcPct val="139900"/>
              </a:lnSpc>
            </a:pPr>
            <a:r>
              <a:rPr sz="900" dirty="0">
                <a:solidFill>
                  <a:srgbClr val="605D5C"/>
                </a:solidFill>
                <a:latin typeface="Segoe UI"/>
                <a:cs typeface="Segoe UI"/>
              </a:rPr>
              <a:t>All</a:t>
            </a:r>
            <a:r>
              <a:rPr sz="900" spc="-5" dirty="0">
                <a:solidFill>
                  <a:srgbClr val="605D5C"/>
                </a:solidFill>
                <a:latin typeface="Segoe UI"/>
                <a:cs typeface="Segoe UI"/>
              </a:rPr>
              <a:t> </a:t>
            </a:r>
            <a:r>
              <a:rPr sz="900" dirty="0">
                <a:solidFill>
                  <a:srgbClr val="605D5C"/>
                </a:solidFill>
                <a:latin typeface="Segoe UI"/>
                <a:cs typeface="Segoe UI"/>
              </a:rPr>
              <a:t>India</a:t>
            </a:r>
            <a:r>
              <a:rPr sz="900" spc="-5" dirty="0">
                <a:solidFill>
                  <a:srgbClr val="605D5C"/>
                </a:solidFill>
                <a:latin typeface="Segoe UI"/>
                <a:cs typeface="Segoe UI"/>
              </a:rPr>
              <a:t> </a:t>
            </a:r>
            <a:r>
              <a:rPr sz="900" dirty="0">
                <a:solidFill>
                  <a:srgbClr val="605D5C"/>
                </a:solidFill>
                <a:latin typeface="Segoe UI"/>
                <a:cs typeface="Segoe UI"/>
              </a:rPr>
              <a:t>Anna Dravida</a:t>
            </a:r>
            <a:r>
              <a:rPr sz="900" spc="-5" dirty="0">
                <a:solidFill>
                  <a:srgbClr val="605D5C"/>
                </a:solidFill>
                <a:latin typeface="Segoe UI"/>
                <a:cs typeface="Segoe UI"/>
              </a:rPr>
              <a:t> </a:t>
            </a:r>
            <a:r>
              <a:rPr sz="900" spc="-10" dirty="0">
                <a:solidFill>
                  <a:srgbClr val="605D5C"/>
                </a:solidFill>
                <a:latin typeface="Segoe UI"/>
                <a:cs typeface="Segoe UI"/>
              </a:rPr>
              <a:t>Munn… </a:t>
            </a:r>
            <a:r>
              <a:rPr sz="900" dirty="0">
                <a:solidFill>
                  <a:srgbClr val="605D5C"/>
                </a:solidFill>
                <a:latin typeface="Segoe UI"/>
                <a:cs typeface="Segoe UI"/>
              </a:rPr>
              <a:t>Dravida</a:t>
            </a:r>
            <a:r>
              <a:rPr sz="900" spc="-20" dirty="0">
                <a:solidFill>
                  <a:srgbClr val="605D5C"/>
                </a:solidFill>
                <a:latin typeface="Segoe UI"/>
                <a:cs typeface="Segoe UI"/>
              </a:rPr>
              <a:t> </a:t>
            </a:r>
            <a:r>
              <a:rPr sz="900" dirty="0">
                <a:solidFill>
                  <a:srgbClr val="605D5C"/>
                </a:solidFill>
                <a:latin typeface="Segoe UI"/>
                <a:cs typeface="Segoe UI"/>
              </a:rPr>
              <a:t>Munnetra</a:t>
            </a:r>
            <a:r>
              <a:rPr sz="900" spc="-20" dirty="0">
                <a:solidFill>
                  <a:srgbClr val="605D5C"/>
                </a:solidFill>
                <a:latin typeface="Segoe UI"/>
                <a:cs typeface="Segoe UI"/>
              </a:rPr>
              <a:t> </a:t>
            </a:r>
            <a:r>
              <a:rPr sz="900" spc="-10" dirty="0">
                <a:solidFill>
                  <a:srgbClr val="605D5C"/>
                </a:solidFill>
                <a:latin typeface="Segoe UI"/>
                <a:cs typeface="Segoe UI"/>
              </a:rPr>
              <a:t>Kazhagam</a:t>
            </a:r>
            <a:endParaRPr sz="900" dirty="0">
              <a:latin typeface="Segoe UI"/>
              <a:cs typeface="Segoe UI"/>
            </a:endParaRPr>
          </a:p>
          <a:p>
            <a:pPr marR="5080" algn="r">
              <a:spcBef>
                <a:spcPts val="430"/>
              </a:spcBef>
            </a:pPr>
            <a:r>
              <a:rPr sz="900" dirty="0">
                <a:solidFill>
                  <a:srgbClr val="605D5C"/>
                </a:solidFill>
                <a:latin typeface="Segoe UI"/>
                <a:cs typeface="Segoe UI"/>
              </a:rPr>
              <a:t>Samajwadi </a:t>
            </a:r>
            <a:r>
              <a:rPr sz="900" spc="-10" dirty="0">
                <a:solidFill>
                  <a:srgbClr val="605D5C"/>
                </a:solidFill>
                <a:latin typeface="Segoe UI"/>
                <a:cs typeface="Segoe UI"/>
              </a:rPr>
              <a:t>Party</a:t>
            </a:r>
            <a:endParaRPr sz="900" dirty="0">
              <a:latin typeface="Segoe UI"/>
              <a:cs typeface="Segoe UI"/>
            </a:endParaRPr>
          </a:p>
          <a:p>
            <a:pPr marR="5080" algn="r">
              <a:spcBef>
                <a:spcPts val="430"/>
              </a:spcBef>
            </a:pPr>
            <a:r>
              <a:rPr sz="900" spc="-25" dirty="0">
                <a:solidFill>
                  <a:srgbClr val="605D5C"/>
                </a:solidFill>
                <a:latin typeface="Segoe UI"/>
                <a:cs typeface="Segoe UI"/>
              </a:rPr>
              <a:t>IND</a:t>
            </a:r>
            <a:endParaRPr sz="900" dirty="0">
              <a:latin typeface="Segoe UI"/>
              <a:cs typeface="Segoe UI"/>
            </a:endParaRPr>
          </a:p>
          <a:p>
            <a:pPr marR="5080" algn="r">
              <a:spcBef>
                <a:spcPts val="430"/>
              </a:spcBef>
            </a:pPr>
            <a:r>
              <a:rPr sz="900" dirty="0">
                <a:solidFill>
                  <a:srgbClr val="605D5C"/>
                </a:solidFill>
                <a:latin typeface="Segoe UI"/>
                <a:cs typeface="Segoe UI"/>
              </a:rPr>
              <a:t>Communist</a:t>
            </a:r>
            <a:r>
              <a:rPr sz="900" spc="-40" dirty="0">
                <a:solidFill>
                  <a:srgbClr val="605D5C"/>
                </a:solidFill>
                <a:latin typeface="Segoe UI"/>
                <a:cs typeface="Segoe UI"/>
              </a:rPr>
              <a:t> </a:t>
            </a:r>
            <a:r>
              <a:rPr sz="900" dirty="0">
                <a:solidFill>
                  <a:srgbClr val="605D5C"/>
                </a:solidFill>
                <a:latin typeface="Segoe UI"/>
                <a:cs typeface="Segoe UI"/>
              </a:rPr>
              <a:t>Party</a:t>
            </a:r>
            <a:r>
              <a:rPr sz="900" spc="-35" dirty="0">
                <a:solidFill>
                  <a:srgbClr val="605D5C"/>
                </a:solidFill>
                <a:latin typeface="Segoe UI"/>
                <a:cs typeface="Segoe UI"/>
              </a:rPr>
              <a:t> </a:t>
            </a:r>
            <a:r>
              <a:rPr sz="900" dirty="0">
                <a:solidFill>
                  <a:srgbClr val="605D5C"/>
                </a:solidFill>
                <a:latin typeface="Segoe UI"/>
                <a:cs typeface="Segoe UI"/>
              </a:rPr>
              <a:t>Of</a:t>
            </a:r>
            <a:r>
              <a:rPr sz="900" spc="-35" dirty="0">
                <a:solidFill>
                  <a:srgbClr val="605D5C"/>
                </a:solidFill>
                <a:latin typeface="Segoe UI"/>
                <a:cs typeface="Segoe UI"/>
              </a:rPr>
              <a:t> </a:t>
            </a:r>
            <a:r>
              <a:rPr sz="900" spc="-10" dirty="0">
                <a:solidFill>
                  <a:srgbClr val="605D5C"/>
                </a:solidFill>
                <a:latin typeface="Segoe UI"/>
                <a:cs typeface="Segoe UI"/>
              </a:rPr>
              <a:t>India</a:t>
            </a:r>
            <a:endParaRPr sz="900" dirty="0">
              <a:latin typeface="Segoe UI"/>
              <a:cs typeface="Segoe UI"/>
            </a:endParaRPr>
          </a:p>
          <a:p>
            <a:pPr marR="5080" algn="r">
              <a:spcBef>
                <a:spcPts val="434"/>
              </a:spcBef>
            </a:pPr>
            <a:r>
              <a:rPr sz="900" spc="-25" dirty="0">
                <a:solidFill>
                  <a:srgbClr val="605D5C"/>
                </a:solidFill>
                <a:latin typeface="Segoe UI"/>
                <a:cs typeface="Segoe UI"/>
              </a:rPr>
              <a:t>BSP</a:t>
            </a:r>
            <a:endParaRPr sz="900" dirty="0">
              <a:latin typeface="Segoe UI"/>
              <a:cs typeface="Segoe UI"/>
            </a:endParaRPr>
          </a:p>
          <a:p>
            <a:pPr marL="553085" marR="5080" indent="-34925" algn="r">
              <a:lnSpc>
                <a:spcPct val="139900"/>
              </a:lnSpc>
            </a:pPr>
            <a:r>
              <a:rPr sz="900" dirty="0">
                <a:solidFill>
                  <a:srgbClr val="605D5C"/>
                </a:solidFill>
                <a:latin typeface="Segoe UI"/>
                <a:cs typeface="Segoe UI"/>
              </a:rPr>
              <a:t>Bhartiya</a:t>
            </a:r>
            <a:r>
              <a:rPr sz="900" spc="-35" dirty="0">
                <a:solidFill>
                  <a:srgbClr val="605D5C"/>
                </a:solidFill>
                <a:latin typeface="Segoe UI"/>
                <a:cs typeface="Segoe UI"/>
              </a:rPr>
              <a:t> </a:t>
            </a:r>
            <a:r>
              <a:rPr sz="900" dirty="0">
                <a:solidFill>
                  <a:srgbClr val="605D5C"/>
                </a:solidFill>
                <a:latin typeface="Segoe UI"/>
                <a:cs typeface="Segoe UI"/>
              </a:rPr>
              <a:t>Janata</a:t>
            </a:r>
            <a:r>
              <a:rPr sz="900" spc="-25" dirty="0">
                <a:solidFill>
                  <a:srgbClr val="605D5C"/>
                </a:solidFill>
                <a:latin typeface="Segoe UI"/>
                <a:cs typeface="Segoe UI"/>
              </a:rPr>
              <a:t> </a:t>
            </a:r>
            <a:r>
              <a:rPr sz="900" spc="-10" dirty="0">
                <a:solidFill>
                  <a:srgbClr val="605D5C"/>
                </a:solidFill>
                <a:latin typeface="Segoe UI"/>
                <a:cs typeface="Segoe UI"/>
              </a:rPr>
              <a:t>Party </a:t>
            </a:r>
            <a:r>
              <a:rPr sz="900" dirty="0">
                <a:solidFill>
                  <a:srgbClr val="605D5C"/>
                </a:solidFill>
                <a:latin typeface="Segoe UI"/>
                <a:cs typeface="Segoe UI"/>
              </a:rPr>
              <a:t>Rashtriya</a:t>
            </a:r>
            <a:r>
              <a:rPr sz="900" spc="-35" dirty="0">
                <a:solidFill>
                  <a:srgbClr val="605D5C"/>
                </a:solidFill>
                <a:latin typeface="Segoe UI"/>
                <a:cs typeface="Segoe UI"/>
              </a:rPr>
              <a:t> </a:t>
            </a:r>
            <a:r>
              <a:rPr sz="900" dirty="0">
                <a:solidFill>
                  <a:srgbClr val="605D5C"/>
                </a:solidFill>
                <a:latin typeface="Segoe UI"/>
                <a:cs typeface="Segoe UI"/>
              </a:rPr>
              <a:t>Janata</a:t>
            </a:r>
            <a:r>
              <a:rPr sz="900" spc="-30" dirty="0">
                <a:solidFill>
                  <a:srgbClr val="605D5C"/>
                </a:solidFill>
                <a:latin typeface="Segoe UI"/>
                <a:cs typeface="Segoe UI"/>
              </a:rPr>
              <a:t> </a:t>
            </a:r>
            <a:r>
              <a:rPr sz="900" spc="-25" dirty="0">
                <a:solidFill>
                  <a:srgbClr val="605D5C"/>
                </a:solidFill>
                <a:latin typeface="Segoe UI"/>
                <a:cs typeface="Segoe UI"/>
              </a:rPr>
              <a:t>Dal</a:t>
            </a:r>
            <a:endParaRPr sz="900" dirty="0">
              <a:latin typeface="Segoe UI"/>
              <a:cs typeface="Segoe UI"/>
            </a:endParaRPr>
          </a:p>
          <a:p>
            <a:pPr marR="5080" algn="r">
              <a:spcBef>
                <a:spcPts val="430"/>
              </a:spcBef>
            </a:pPr>
            <a:r>
              <a:rPr sz="900" spc="-25" dirty="0">
                <a:solidFill>
                  <a:srgbClr val="605D5C"/>
                </a:solidFill>
                <a:latin typeface="Segoe UI"/>
                <a:cs typeface="Segoe UI"/>
              </a:rPr>
              <a:t>TDP</a:t>
            </a:r>
            <a:endParaRPr sz="900" dirty="0">
              <a:latin typeface="Segoe UI"/>
              <a:cs typeface="Segoe UI"/>
            </a:endParaRPr>
          </a:p>
          <a:p>
            <a:pPr marR="5080" algn="r">
              <a:spcBef>
                <a:spcPts val="430"/>
              </a:spcBef>
            </a:pPr>
            <a:r>
              <a:rPr sz="900" spc="-10" dirty="0">
                <a:solidFill>
                  <a:srgbClr val="605D5C"/>
                </a:solidFill>
                <a:latin typeface="Segoe UI"/>
                <a:cs typeface="Segoe UI"/>
              </a:rPr>
              <a:t>Shivsena</a:t>
            </a:r>
            <a:endParaRPr sz="900" dirty="0">
              <a:latin typeface="Segoe UI"/>
              <a:cs typeface="Segoe UI"/>
            </a:endParaRPr>
          </a:p>
          <a:p>
            <a:pPr marL="1322070" marR="5080" indent="112395" algn="r">
              <a:lnSpc>
                <a:spcPct val="139900"/>
              </a:lnSpc>
            </a:pPr>
            <a:r>
              <a:rPr sz="900" spc="-25" dirty="0">
                <a:solidFill>
                  <a:srgbClr val="605D5C"/>
                </a:solidFill>
                <a:latin typeface="Segoe UI"/>
                <a:cs typeface="Segoe UI"/>
              </a:rPr>
              <a:t>SP CPM</a:t>
            </a:r>
            <a:endParaRPr sz="900" dirty="0">
              <a:latin typeface="Segoe UI"/>
              <a:cs typeface="Segoe UI"/>
            </a:endParaRPr>
          </a:p>
          <a:p>
            <a:pPr marL="606425" marR="5080" indent="408940" algn="r">
              <a:lnSpc>
                <a:spcPct val="139900"/>
              </a:lnSpc>
            </a:pPr>
            <a:r>
              <a:rPr sz="900" dirty="0">
                <a:solidFill>
                  <a:srgbClr val="605D5C"/>
                </a:solidFill>
                <a:latin typeface="Segoe UI"/>
                <a:cs typeface="Segoe UI"/>
              </a:rPr>
              <a:t>Janta</a:t>
            </a:r>
            <a:r>
              <a:rPr sz="900" spc="-25" dirty="0">
                <a:solidFill>
                  <a:srgbClr val="605D5C"/>
                </a:solidFill>
                <a:latin typeface="Segoe UI"/>
                <a:cs typeface="Segoe UI"/>
              </a:rPr>
              <a:t> </a:t>
            </a:r>
            <a:r>
              <a:rPr sz="900" spc="-20" dirty="0">
                <a:solidFill>
                  <a:srgbClr val="605D5C"/>
                </a:solidFill>
                <a:latin typeface="Segoe UI"/>
                <a:cs typeface="Segoe UI"/>
              </a:rPr>
              <a:t>Party </a:t>
            </a:r>
            <a:r>
              <a:rPr sz="900" dirty="0">
                <a:solidFill>
                  <a:srgbClr val="605D5C"/>
                </a:solidFill>
                <a:latin typeface="Segoe UI"/>
                <a:cs typeface="Segoe UI"/>
              </a:rPr>
              <a:t>Janata</a:t>
            </a:r>
            <a:r>
              <a:rPr sz="900" spc="-15" dirty="0">
                <a:solidFill>
                  <a:srgbClr val="605D5C"/>
                </a:solidFill>
                <a:latin typeface="Segoe UI"/>
                <a:cs typeface="Segoe UI"/>
              </a:rPr>
              <a:t> </a:t>
            </a:r>
            <a:r>
              <a:rPr sz="900" dirty="0">
                <a:solidFill>
                  <a:srgbClr val="605D5C"/>
                </a:solidFill>
                <a:latin typeface="Segoe UI"/>
                <a:cs typeface="Segoe UI"/>
              </a:rPr>
              <a:t>Dal</a:t>
            </a:r>
            <a:r>
              <a:rPr sz="900" spc="-15" dirty="0">
                <a:solidFill>
                  <a:srgbClr val="605D5C"/>
                </a:solidFill>
                <a:latin typeface="Segoe UI"/>
                <a:cs typeface="Segoe UI"/>
              </a:rPr>
              <a:t> </a:t>
            </a:r>
            <a:r>
              <a:rPr sz="900" spc="-10" dirty="0">
                <a:solidFill>
                  <a:srgbClr val="605D5C"/>
                </a:solidFill>
                <a:latin typeface="Segoe UI"/>
                <a:cs typeface="Segoe UI"/>
              </a:rPr>
              <a:t>(United)</a:t>
            </a:r>
            <a:endParaRPr sz="900" dirty="0">
              <a:latin typeface="Segoe UI"/>
              <a:cs typeface="Segoe UI"/>
            </a:endParaRPr>
          </a:p>
          <a:p>
            <a:pPr marL="236220" marR="5080" indent="-114935" algn="r">
              <a:lnSpc>
                <a:spcPct val="139900"/>
              </a:lnSpc>
            </a:pPr>
            <a:r>
              <a:rPr sz="900" dirty="0">
                <a:solidFill>
                  <a:srgbClr val="605D5C"/>
                </a:solidFill>
                <a:latin typeface="Segoe UI"/>
                <a:cs typeface="Segoe UI"/>
              </a:rPr>
              <a:t>All</a:t>
            </a:r>
            <a:r>
              <a:rPr sz="900" spc="5" dirty="0">
                <a:solidFill>
                  <a:srgbClr val="605D5C"/>
                </a:solidFill>
                <a:latin typeface="Segoe UI"/>
                <a:cs typeface="Segoe UI"/>
              </a:rPr>
              <a:t> </a:t>
            </a:r>
            <a:r>
              <a:rPr sz="900" dirty="0">
                <a:solidFill>
                  <a:srgbClr val="605D5C"/>
                </a:solidFill>
                <a:latin typeface="Segoe UI"/>
                <a:cs typeface="Segoe UI"/>
              </a:rPr>
              <a:t>India</a:t>
            </a:r>
            <a:r>
              <a:rPr sz="900" spc="5" dirty="0">
                <a:solidFill>
                  <a:srgbClr val="605D5C"/>
                </a:solidFill>
                <a:latin typeface="Segoe UI"/>
                <a:cs typeface="Segoe UI"/>
              </a:rPr>
              <a:t> </a:t>
            </a:r>
            <a:r>
              <a:rPr sz="900" spc="-10" dirty="0">
                <a:solidFill>
                  <a:srgbClr val="605D5C"/>
                </a:solidFill>
                <a:latin typeface="Segoe UI"/>
                <a:cs typeface="Segoe UI"/>
              </a:rPr>
              <a:t>Trinamool</a:t>
            </a:r>
            <a:r>
              <a:rPr sz="900" spc="5" dirty="0">
                <a:solidFill>
                  <a:srgbClr val="605D5C"/>
                </a:solidFill>
                <a:latin typeface="Segoe UI"/>
                <a:cs typeface="Segoe UI"/>
              </a:rPr>
              <a:t> </a:t>
            </a:r>
            <a:r>
              <a:rPr sz="900" spc="-10" dirty="0">
                <a:solidFill>
                  <a:srgbClr val="605D5C"/>
                </a:solidFill>
                <a:latin typeface="Segoe UI"/>
                <a:cs typeface="Segoe UI"/>
              </a:rPr>
              <a:t>Congress </a:t>
            </a:r>
            <a:r>
              <a:rPr sz="900" dirty="0">
                <a:solidFill>
                  <a:srgbClr val="605D5C"/>
                </a:solidFill>
                <a:latin typeface="Segoe UI"/>
                <a:cs typeface="Segoe UI"/>
              </a:rPr>
              <a:t>Nationalist</a:t>
            </a:r>
            <a:r>
              <a:rPr sz="900" spc="-20" dirty="0">
                <a:solidFill>
                  <a:srgbClr val="605D5C"/>
                </a:solidFill>
                <a:latin typeface="Segoe UI"/>
                <a:cs typeface="Segoe UI"/>
              </a:rPr>
              <a:t> </a:t>
            </a:r>
            <a:r>
              <a:rPr sz="900" dirty="0">
                <a:solidFill>
                  <a:srgbClr val="605D5C"/>
                </a:solidFill>
                <a:latin typeface="Segoe UI"/>
                <a:cs typeface="Segoe UI"/>
              </a:rPr>
              <a:t>Congress</a:t>
            </a:r>
            <a:r>
              <a:rPr sz="900" spc="-20" dirty="0">
                <a:solidFill>
                  <a:srgbClr val="605D5C"/>
                </a:solidFill>
                <a:latin typeface="Segoe UI"/>
                <a:cs typeface="Segoe UI"/>
              </a:rPr>
              <a:t> Party</a:t>
            </a:r>
            <a:endParaRPr sz="900" dirty="0">
              <a:latin typeface="Segoe UI"/>
              <a:cs typeface="Segoe UI"/>
            </a:endParaRPr>
          </a:p>
          <a:p>
            <a:pPr marL="1339215" marR="5080" indent="-9525" algn="r">
              <a:lnSpc>
                <a:spcPct val="139900"/>
              </a:lnSpc>
              <a:spcBef>
                <a:spcPts val="5"/>
              </a:spcBef>
            </a:pPr>
            <a:r>
              <a:rPr sz="900" spc="-25" dirty="0">
                <a:solidFill>
                  <a:srgbClr val="605D5C"/>
                </a:solidFill>
                <a:latin typeface="Segoe UI"/>
                <a:cs typeface="Segoe UI"/>
              </a:rPr>
              <a:t>AITC NCP</a:t>
            </a:r>
            <a:endParaRPr sz="900" dirty="0">
              <a:latin typeface="Segoe UI"/>
              <a:cs typeface="Segoe UI"/>
            </a:endParaRPr>
          </a:p>
          <a:p>
            <a:pPr marR="5080" algn="r">
              <a:spcBef>
                <a:spcPts val="430"/>
              </a:spcBef>
            </a:pPr>
            <a:r>
              <a:rPr sz="900" dirty="0">
                <a:solidFill>
                  <a:srgbClr val="605D5C"/>
                </a:solidFill>
                <a:latin typeface="Segoe UI"/>
                <a:cs typeface="Segoe UI"/>
              </a:rPr>
              <a:t>Shiromani Akali </a:t>
            </a:r>
            <a:r>
              <a:rPr sz="900" spc="-25" dirty="0">
                <a:solidFill>
                  <a:srgbClr val="605D5C"/>
                </a:solidFill>
                <a:latin typeface="Segoe UI"/>
                <a:cs typeface="Segoe UI"/>
              </a:rPr>
              <a:t>Dal</a:t>
            </a:r>
            <a:endParaRPr sz="900" dirty="0">
              <a:latin typeface="Segoe UI"/>
              <a:cs typeface="Segoe UI"/>
            </a:endParaRPr>
          </a:p>
          <a:p>
            <a:pPr marR="5080" algn="r">
              <a:spcBef>
                <a:spcPts val="430"/>
              </a:spcBef>
            </a:pPr>
            <a:r>
              <a:rPr sz="900" spc="-25" dirty="0">
                <a:solidFill>
                  <a:srgbClr val="605D5C"/>
                </a:solidFill>
                <a:latin typeface="Segoe UI"/>
                <a:cs typeface="Segoe UI"/>
              </a:rPr>
              <a:t>SHS</a:t>
            </a:r>
            <a:endParaRPr sz="900" dirty="0">
              <a:latin typeface="Segoe UI"/>
              <a:cs typeface="Segoe UI"/>
            </a:endParaRPr>
          </a:p>
          <a:p>
            <a:pPr marR="5080" algn="r">
              <a:spcBef>
                <a:spcPts val="430"/>
              </a:spcBef>
            </a:pPr>
            <a:r>
              <a:rPr sz="900" dirty="0">
                <a:solidFill>
                  <a:srgbClr val="605D5C"/>
                </a:solidFill>
                <a:latin typeface="Segoe UI"/>
                <a:cs typeface="Segoe UI"/>
              </a:rPr>
              <a:t>Bharatiya</a:t>
            </a:r>
            <a:r>
              <a:rPr sz="900" spc="-30" dirty="0">
                <a:solidFill>
                  <a:srgbClr val="605D5C"/>
                </a:solidFill>
                <a:latin typeface="Segoe UI"/>
                <a:cs typeface="Segoe UI"/>
              </a:rPr>
              <a:t> </a:t>
            </a:r>
            <a:r>
              <a:rPr sz="900" dirty="0">
                <a:solidFill>
                  <a:srgbClr val="605D5C"/>
                </a:solidFill>
                <a:latin typeface="Segoe UI"/>
                <a:cs typeface="Segoe UI"/>
              </a:rPr>
              <a:t>Janta</a:t>
            </a:r>
            <a:r>
              <a:rPr sz="900" spc="-30" dirty="0">
                <a:solidFill>
                  <a:srgbClr val="605D5C"/>
                </a:solidFill>
                <a:latin typeface="Segoe UI"/>
                <a:cs typeface="Segoe UI"/>
              </a:rPr>
              <a:t> </a:t>
            </a:r>
            <a:r>
              <a:rPr sz="900" spc="-10" dirty="0">
                <a:solidFill>
                  <a:srgbClr val="605D5C"/>
                </a:solidFill>
                <a:latin typeface="Segoe UI"/>
                <a:cs typeface="Segoe UI"/>
              </a:rPr>
              <a:t>Party</a:t>
            </a:r>
            <a:endParaRPr sz="900" dirty="0">
              <a:latin typeface="Segoe UI"/>
              <a:cs typeface="Segoe UI"/>
            </a:endParaRPr>
          </a:p>
          <a:p>
            <a:pPr marR="5080" algn="r">
              <a:spcBef>
                <a:spcPts val="434"/>
              </a:spcBef>
            </a:pPr>
            <a:r>
              <a:rPr sz="900" spc="-25" dirty="0">
                <a:solidFill>
                  <a:srgbClr val="605D5C"/>
                </a:solidFill>
                <a:latin typeface="Segoe UI"/>
                <a:cs typeface="Segoe UI"/>
              </a:rPr>
              <a:t>BJD</a:t>
            </a:r>
            <a:endParaRPr sz="900" dirty="0">
              <a:latin typeface="Segoe UI"/>
              <a:cs typeface="Segoe UI"/>
            </a:endParaRPr>
          </a:p>
        </p:txBody>
      </p:sp>
      <p:sp>
        <p:nvSpPr>
          <p:cNvPr id="702" name="object 702"/>
          <p:cNvSpPr/>
          <p:nvPr/>
        </p:nvSpPr>
        <p:spPr>
          <a:xfrm>
            <a:off x="3381947" y="998880"/>
            <a:ext cx="6678295" cy="4237990"/>
          </a:xfrm>
          <a:custGeom>
            <a:avLst/>
            <a:gdLst/>
            <a:ahLst/>
            <a:cxnLst/>
            <a:rect l="l" t="t" r="r" b="b"/>
            <a:pathLst>
              <a:path w="6678295" h="4237990">
                <a:moveTo>
                  <a:pt x="152400" y="0"/>
                </a:moveTo>
                <a:lnTo>
                  <a:pt x="0" y="0"/>
                </a:lnTo>
                <a:lnTo>
                  <a:pt x="0" y="4237710"/>
                </a:lnTo>
                <a:lnTo>
                  <a:pt x="152400" y="4237710"/>
                </a:lnTo>
                <a:lnTo>
                  <a:pt x="152400" y="0"/>
                </a:lnTo>
                <a:close/>
              </a:path>
              <a:path w="6678295" h="4237990">
                <a:moveTo>
                  <a:pt x="344322" y="2833941"/>
                </a:moveTo>
                <a:lnTo>
                  <a:pt x="191922" y="2833941"/>
                </a:lnTo>
                <a:lnTo>
                  <a:pt x="191922" y="4237710"/>
                </a:lnTo>
                <a:lnTo>
                  <a:pt x="344322" y="4237710"/>
                </a:lnTo>
                <a:lnTo>
                  <a:pt x="344322" y="2833941"/>
                </a:lnTo>
                <a:close/>
              </a:path>
              <a:path w="6678295" h="4237990">
                <a:moveTo>
                  <a:pt x="536257" y="2850400"/>
                </a:moveTo>
                <a:lnTo>
                  <a:pt x="383857" y="2850400"/>
                </a:lnTo>
                <a:lnTo>
                  <a:pt x="383857" y="4237710"/>
                </a:lnTo>
                <a:lnTo>
                  <a:pt x="536257" y="4237710"/>
                </a:lnTo>
                <a:lnTo>
                  <a:pt x="536257" y="2850400"/>
                </a:lnTo>
                <a:close/>
              </a:path>
              <a:path w="6678295" h="4237990">
                <a:moveTo>
                  <a:pt x="728192" y="3060179"/>
                </a:moveTo>
                <a:lnTo>
                  <a:pt x="575792" y="3060179"/>
                </a:lnTo>
                <a:lnTo>
                  <a:pt x="575792" y="4237710"/>
                </a:lnTo>
                <a:lnTo>
                  <a:pt x="728192" y="4237710"/>
                </a:lnTo>
                <a:lnTo>
                  <a:pt x="728192" y="3060179"/>
                </a:lnTo>
                <a:close/>
              </a:path>
              <a:path w="6678295" h="4237990">
                <a:moveTo>
                  <a:pt x="920127" y="3079318"/>
                </a:moveTo>
                <a:lnTo>
                  <a:pt x="767727" y="3079318"/>
                </a:lnTo>
                <a:lnTo>
                  <a:pt x="767727" y="4237710"/>
                </a:lnTo>
                <a:lnTo>
                  <a:pt x="920127" y="4237710"/>
                </a:lnTo>
                <a:lnTo>
                  <a:pt x="920127" y="3079318"/>
                </a:lnTo>
                <a:close/>
              </a:path>
              <a:path w="6678295" h="4237990">
                <a:moveTo>
                  <a:pt x="1112062" y="3349548"/>
                </a:moveTo>
                <a:lnTo>
                  <a:pt x="959662" y="3349548"/>
                </a:lnTo>
                <a:lnTo>
                  <a:pt x="959662" y="4237710"/>
                </a:lnTo>
                <a:lnTo>
                  <a:pt x="1112062" y="4237710"/>
                </a:lnTo>
                <a:lnTo>
                  <a:pt x="1112062" y="3349548"/>
                </a:lnTo>
                <a:close/>
              </a:path>
              <a:path w="6678295" h="4237990">
                <a:moveTo>
                  <a:pt x="1303985" y="3601491"/>
                </a:moveTo>
                <a:lnTo>
                  <a:pt x="1151585" y="3601491"/>
                </a:lnTo>
                <a:lnTo>
                  <a:pt x="1151585" y="4237710"/>
                </a:lnTo>
                <a:lnTo>
                  <a:pt x="1303985" y="4237710"/>
                </a:lnTo>
                <a:lnTo>
                  <a:pt x="1303985" y="3601491"/>
                </a:lnTo>
                <a:close/>
              </a:path>
              <a:path w="6678295" h="4237990">
                <a:moveTo>
                  <a:pt x="1495920" y="3657765"/>
                </a:moveTo>
                <a:lnTo>
                  <a:pt x="1343520" y="3657765"/>
                </a:lnTo>
                <a:lnTo>
                  <a:pt x="1343520" y="4237710"/>
                </a:lnTo>
                <a:lnTo>
                  <a:pt x="1495920" y="4237710"/>
                </a:lnTo>
                <a:lnTo>
                  <a:pt x="1495920" y="3657765"/>
                </a:lnTo>
                <a:close/>
              </a:path>
              <a:path w="6678295" h="4237990">
                <a:moveTo>
                  <a:pt x="1687855" y="3685616"/>
                </a:moveTo>
                <a:lnTo>
                  <a:pt x="1535455" y="3685616"/>
                </a:lnTo>
                <a:lnTo>
                  <a:pt x="1535455" y="4237710"/>
                </a:lnTo>
                <a:lnTo>
                  <a:pt x="1687855" y="4237710"/>
                </a:lnTo>
                <a:lnTo>
                  <a:pt x="1687855" y="3685616"/>
                </a:lnTo>
                <a:close/>
              </a:path>
              <a:path w="6678295" h="4237990">
                <a:moveTo>
                  <a:pt x="1879790" y="3704361"/>
                </a:moveTo>
                <a:lnTo>
                  <a:pt x="1727390" y="3704361"/>
                </a:lnTo>
                <a:lnTo>
                  <a:pt x="1727390" y="4237710"/>
                </a:lnTo>
                <a:lnTo>
                  <a:pt x="1879790" y="4237710"/>
                </a:lnTo>
                <a:lnTo>
                  <a:pt x="1879790" y="3704361"/>
                </a:lnTo>
                <a:close/>
              </a:path>
              <a:path w="6678295" h="4237990">
                <a:moveTo>
                  <a:pt x="2071725" y="3740721"/>
                </a:moveTo>
                <a:lnTo>
                  <a:pt x="1919325" y="3740721"/>
                </a:lnTo>
                <a:lnTo>
                  <a:pt x="1919325" y="4237710"/>
                </a:lnTo>
                <a:lnTo>
                  <a:pt x="2071725" y="4237710"/>
                </a:lnTo>
                <a:lnTo>
                  <a:pt x="2071725" y="3740721"/>
                </a:lnTo>
                <a:close/>
              </a:path>
              <a:path w="6678295" h="4237990">
                <a:moveTo>
                  <a:pt x="2263648" y="3747198"/>
                </a:moveTo>
                <a:lnTo>
                  <a:pt x="2111248" y="3747198"/>
                </a:lnTo>
                <a:lnTo>
                  <a:pt x="2111248" y="4237710"/>
                </a:lnTo>
                <a:lnTo>
                  <a:pt x="2263648" y="4237710"/>
                </a:lnTo>
                <a:lnTo>
                  <a:pt x="2263648" y="3747198"/>
                </a:lnTo>
                <a:close/>
              </a:path>
              <a:path w="6678295" h="4237990">
                <a:moveTo>
                  <a:pt x="2455583" y="3778364"/>
                </a:moveTo>
                <a:lnTo>
                  <a:pt x="2303183" y="3778364"/>
                </a:lnTo>
                <a:lnTo>
                  <a:pt x="2303183" y="4237710"/>
                </a:lnTo>
                <a:lnTo>
                  <a:pt x="2455583" y="4237710"/>
                </a:lnTo>
                <a:lnTo>
                  <a:pt x="2455583" y="3778364"/>
                </a:lnTo>
                <a:close/>
              </a:path>
              <a:path w="6678295" h="4237990">
                <a:moveTo>
                  <a:pt x="2647518" y="3819499"/>
                </a:moveTo>
                <a:lnTo>
                  <a:pt x="2495118" y="3819499"/>
                </a:lnTo>
                <a:lnTo>
                  <a:pt x="2495118" y="4237710"/>
                </a:lnTo>
                <a:lnTo>
                  <a:pt x="2647518" y="4237710"/>
                </a:lnTo>
                <a:lnTo>
                  <a:pt x="2647518" y="3819499"/>
                </a:lnTo>
                <a:close/>
              </a:path>
              <a:path w="6678295" h="4237990">
                <a:moveTo>
                  <a:pt x="2839453" y="3820439"/>
                </a:moveTo>
                <a:lnTo>
                  <a:pt x="2687053" y="3820439"/>
                </a:lnTo>
                <a:lnTo>
                  <a:pt x="2687053" y="4237710"/>
                </a:lnTo>
                <a:lnTo>
                  <a:pt x="2839453" y="4237710"/>
                </a:lnTo>
                <a:lnTo>
                  <a:pt x="2839453" y="3820439"/>
                </a:lnTo>
                <a:close/>
              </a:path>
              <a:path w="6678295" h="4237990">
                <a:moveTo>
                  <a:pt x="3031388" y="3840099"/>
                </a:moveTo>
                <a:lnTo>
                  <a:pt x="2878988" y="3840099"/>
                </a:lnTo>
                <a:lnTo>
                  <a:pt x="2878988" y="4237710"/>
                </a:lnTo>
                <a:lnTo>
                  <a:pt x="3031388" y="4237710"/>
                </a:lnTo>
                <a:lnTo>
                  <a:pt x="3031388" y="3840099"/>
                </a:lnTo>
                <a:close/>
              </a:path>
              <a:path w="6678295" h="4237990">
                <a:moveTo>
                  <a:pt x="3223310" y="3850995"/>
                </a:moveTo>
                <a:lnTo>
                  <a:pt x="3070910" y="3850995"/>
                </a:lnTo>
                <a:lnTo>
                  <a:pt x="3070910" y="4237710"/>
                </a:lnTo>
                <a:lnTo>
                  <a:pt x="3223310" y="4237710"/>
                </a:lnTo>
                <a:lnTo>
                  <a:pt x="3223310" y="3850995"/>
                </a:lnTo>
                <a:close/>
              </a:path>
              <a:path w="6678295" h="4237990">
                <a:moveTo>
                  <a:pt x="3415246" y="3908120"/>
                </a:moveTo>
                <a:lnTo>
                  <a:pt x="3262846" y="3908120"/>
                </a:lnTo>
                <a:lnTo>
                  <a:pt x="3262846" y="4237710"/>
                </a:lnTo>
                <a:lnTo>
                  <a:pt x="3415246" y="4237710"/>
                </a:lnTo>
                <a:lnTo>
                  <a:pt x="3415246" y="3908120"/>
                </a:lnTo>
                <a:close/>
              </a:path>
              <a:path w="6678295" h="4237990">
                <a:moveTo>
                  <a:pt x="3607181" y="3953992"/>
                </a:moveTo>
                <a:lnTo>
                  <a:pt x="3454781" y="3953992"/>
                </a:lnTo>
                <a:lnTo>
                  <a:pt x="3454781" y="4237710"/>
                </a:lnTo>
                <a:lnTo>
                  <a:pt x="3607181" y="4237710"/>
                </a:lnTo>
                <a:lnTo>
                  <a:pt x="3607181" y="3953992"/>
                </a:lnTo>
                <a:close/>
              </a:path>
              <a:path w="6678295" h="4237990">
                <a:moveTo>
                  <a:pt x="3799116" y="4026471"/>
                </a:moveTo>
                <a:lnTo>
                  <a:pt x="3646716" y="4026471"/>
                </a:lnTo>
                <a:lnTo>
                  <a:pt x="3646716" y="4237710"/>
                </a:lnTo>
                <a:lnTo>
                  <a:pt x="3799116" y="4237710"/>
                </a:lnTo>
                <a:lnTo>
                  <a:pt x="3799116" y="4026471"/>
                </a:lnTo>
                <a:close/>
              </a:path>
              <a:path w="6678295" h="4237990">
                <a:moveTo>
                  <a:pt x="3991051" y="4033456"/>
                </a:moveTo>
                <a:lnTo>
                  <a:pt x="3838651" y="4033456"/>
                </a:lnTo>
                <a:lnTo>
                  <a:pt x="3838651" y="4237710"/>
                </a:lnTo>
                <a:lnTo>
                  <a:pt x="3991051" y="4237710"/>
                </a:lnTo>
                <a:lnTo>
                  <a:pt x="3991051" y="4033456"/>
                </a:lnTo>
                <a:close/>
              </a:path>
              <a:path w="6678295" h="4237990">
                <a:moveTo>
                  <a:pt x="4182986" y="4036364"/>
                </a:moveTo>
                <a:lnTo>
                  <a:pt x="4030586" y="4036364"/>
                </a:lnTo>
                <a:lnTo>
                  <a:pt x="4030586" y="4237710"/>
                </a:lnTo>
                <a:lnTo>
                  <a:pt x="4182986" y="4237710"/>
                </a:lnTo>
                <a:lnTo>
                  <a:pt x="4182986" y="4036364"/>
                </a:lnTo>
                <a:close/>
              </a:path>
              <a:path w="6678295" h="4237990">
                <a:moveTo>
                  <a:pt x="4374908" y="4046639"/>
                </a:moveTo>
                <a:lnTo>
                  <a:pt x="4222508" y="4046639"/>
                </a:lnTo>
                <a:lnTo>
                  <a:pt x="4222508" y="4237710"/>
                </a:lnTo>
                <a:lnTo>
                  <a:pt x="4374908" y="4237710"/>
                </a:lnTo>
                <a:lnTo>
                  <a:pt x="4374908" y="4046639"/>
                </a:lnTo>
                <a:close/>
              </a:path>
              <a:path w="6678295" h="4237990">
                <a:moveTo>
                  <a:pt x="4566844" y="4051604"/>
                </a:moveTo>
                <a:lnTo>
                  <a:pt x="4414444" y="4051604"/>
                </a:lnTo>
                <a:lnTo>
                  <a:pt x="4414444" y="4237710"/>
                </a:lnTo>
                <a:lnTo>
                  <a:pt x="4566844" y="4237710"/>
                </a:lnTo>
                <a:lnTo>
                  <a:pt x="4566844" y="4051604"/>
                </a:lnTo>
                <a:close/>
              </a:path>
              <a:path w="6678295" h="4237990">
                <a:moveTo>
                  <a:pt x="4758779" y="4053395"/>
                </a:moveTo>
                <a:lnTo>
                  <a:pt x="4606379" y="4053395"/>
                </a:lnTo>
                <a:lnTo>
                  <a:pt x="4606379" y="4237710"/>
                </a:lnTo>
                <a:lnTo>
                  <a:pt x="4758779" y="4237710"/>
                </a:lnTo>
                <a:lnTo>
                  <a:pt x="4758779" y="4053395"/>
                </a:lnTo>
                <a:close/>
              </a:path>
              <a:path w="6678295" h="4237990">
                <a:moveTo>
                  <a:pt x="4950714" y="4059491"/>
                </a:moveTo>
                <a:lnTo>
                  <a:pt x="4798314" y="4059491"/>
                </a:lnTo>
                <a:lnTo>
                  <a:pt x="4798314" y="4237710"/>
                </a:lnTo>
                <a:lnTo>
                  <a:pt x="4950714" y="4237710"/>
                </a:lnTo>
                <a:lnTo>
                  <a:pt x="4950714" y="4059491"/>
                </a:lnTo>
                <a:close/>
              </a:path>
              <a:path w="6678295" h="4237990">
                <a:moveTo>
                  <a:pt x="5142649" y="4074718"/>
                </a:moveTo>
                <a:lnTo>
                  <a:pt x="4990249" y="4074718"/>
                </a:lnTo>
                <a:lnTo>
                  <a:pt x="4990249" y="4237710"/>
                </a:lnTo>
                <a:lnTo>
                  <a:pt x="5142649" y="4237710"/>
                </a:lnTo>
                <a:lnTo>
                  <a:pt x="5142649" y="4074718"/>
                </a:lnTo>
                <a:close/>
              </a:path>
              <a:path w="6678295" h="4237990">
                <a:moveTo>
                  <a:pt x="5334571" y="4077716"/>
                </a:moveTo>
                <a:lnTo>
                  <a:pt x="5182171" y="4077716"/>
                </a:lnTo>
                <a:lnTo>
                  <a:pt x="5182171" y="4237710"/>
                </a:lnTo>
                <a:lnTo>
                  <a:pt x="5334571" y="4237710"/>
                </a:lnTo>
                <a:lnTo>
                  <a:pt x="5334571" y="4077716"/>
                </a:lnTo>
                <a:close/>
              </a:path>
              <a:path w="6678295" h="4237990">
                <a:moveTo>
                  <a:pt x="5526506" y="4088434"/>
                </a:moveTo>
                <a:lnTo>
                  <a:pt x="5374106" y="4088434"/>
                </a:lnTo>
                <a:lnTo>
                  <a:pt x="5374106" y="4237710"/>
                </a:lnTo>
                <a:lnTo>
                  <a:pt x="5526506" y="4237710"/>
                </a:lnTo>
                <a:lnTo>
                  <a:pt x="5526506" y="4088434"/>
                </a:lnTo>
                <a:close/>
              </a:path>
              <a:path w="6678295" h="4237990">
                <a:moveTo>
                  <a:pt x="5718441" y="4094048"/>
                </a:moveTo>
                <a:lnTo>
                  <a:pt x="5566041" y="4094048"/>
                </a:lnTo>
                <a:lnTo>
                  <a:pt x="5566041" y="4237710"/>
                </a:lnTo>
                <a:lnTo>
                  <a:pt x="5718441" y="4237710"/>
                </a:lnTo>
                <a:lnTo>
                  <a:pt x="5718441" y="4094048"/>
                </a:lnTo>
                <a:close/>
              </a:path>
              <a:path w="6678295" h="4237990">
                <a:moveTo>
                  <a:pt x="5910377" y="4097832"/>
                </a:moveTo>
                <a:lnTo>
                  <a:pt x="5757977" y="4097832"/>
                </a:lnTo>
                <a:lnTo>
                  <a:pt x="5757977" y="4237710"/>
                </a:lnTo>
                <a:lnTo>
                  <a:pt x="5910377" y="4237710"/>
                </a:lnTo>
                <a:lnTo>
                  <a:pt x="5910377" y="4097832"/>
                </a:lnTo>
                <a:close/>
              </a:path>
              <a:path w="6678295" h="4237990">
                <a:moveTo>
                  <a:pt x="6102312" y="4105897"/>
                </a:moveTo>
                <a:lnTo>
                  <a:pt x="5949912" y="4105897"/>
                </a:lnTo>
                <a:lnTo>
                  <a:pt x="5949912" y="4237710"/>
                </a:lnTo>
                <a:lnTo>
                  <a:pt x="6102312" y="4237710"/>
                </a:lnTo>
                <a:lnTo>
                  <a:pt x="6102312" y="4105897"/>
                </a:lnTo>
                <a:close/>
              </a:path>
              <a:path w="6678295" h="4237990">
                <a:moveTo>
                  <a:pt x="6294234" y="4106710"/>
                </a:moveTo>
                <a:lnTo>
                  <a:pt x="6141834" y="4106710"/>
                </a:lnTo>
                <a:lnTo>
                  <a:pt x="6141834" y="4237710"/>
                </a:lnTo>
                <a:lnTo>
                  <a:pt x="6294234" y="4237710"/>
                </a:lnTo>
                <a:lnTo>
                  <a:pt x="6294234" y="4106710"/>
                </a:lnTo>
                <a:close/>
              </a:path>
              <a:path w="6678295" h="4237990">
                <a:moveTo>
                  <a:pt x="6486169" y="4114469"/>
                </a:moveTo>
                <a:lnTo>
                  <a:pt x="6333769" y="4114469"/>
                </a:lnTo>
                <a:lnTo>
                  <a:pt x="6333769" y="4237710"/>
                </a:lnTo>
                <a:lnTo>
                  <a:pt x="6486169" y="4237710"/>
                </a:lnTo>
                <a:lnTo>
                  <a:pt x="6486169" y="4114469"/>
                </a:lnTo>
                <a:close/>
              </a:path>
              <a:path w="6678295" h="4237990">
                <a:moveTo>
                  <a:pt x="6678104" y="4119181"/>
                </a:moveTo>
                <a:lnTo>
                  <a:pt x="6525704" y="4119181"/>
                </a:lnTo>
                <a:lnTo>
                  <a:pt x="6525704" y="4237710"/>
                </a:lnTo>
                <a:lnTo>
                  <a:pt x="6678104" y="4237710"/>
                </a:lnTo>
                <a:lnTo>
                  <a:pt x="6678104" y="4119181"/>
                </a:lnTo>
                <a:close/>
              </a:path>
            </a:pathLst>
          </a:custGeom>
          <a:solidFill>
            <a:srgbClr val="118CFF"/>
          </a:solidFill>
        </p:spPr>
        <p:txBody>
          <a:bodyPr wrap="square" lIns="0" tIns="0" rIns="0" bIns="0" rtlCol="0"/>
          <a:lstStyle/>
          <a:p>
            <a:endParaRPr/>
          </a:p>
        </p:txBody>
      </p:sp>
      <p:grpSp>
        <p:nvGrpSpPr>
          <p:cNvPr id="703" name="object 703"/>
          <p:cNvGrpSpPr/>
          <p:nvPr/>
        </p:nvGrpSpPr>
        <p:grpSpPr>
          <a:xfrm>
            <a:off x="3300412" y="7100888"/>
            <a:ext cx="6844030" cy="85725"/>
            <a:chOff x="3300412" y="6872287"/>
            <a:chExt cx="6844030" cy="85725"/>
          </a:xfrm>
        </p:grpSpPr>
        <p:sp>
          <p:nvSpPr>
            <p:cNvPr id="704" name="object 704"/>
            <p:cNvSpPr/>
            <p:nvPr/>
          </p:nvSpPr>
          <p:spPr>
            <a:xfrm>
              <a:off x="3305175" y="6877050"/>
              <a:ext cx="6838950" cy="76200"/>
            </a:xfrm>
            <a:custGeom>
              <a:avLst/>
              <a:gdLst/>
              <a:ahLst/>
              <a:cxnLst/>
              <a:rect l="l" t="t" r="r" b="b"/>
              <a:pathLst>
                <a:path w="6838950" h="76200">
                  <a:moveTo>
                    <a:pt x="6805901" y="76199"/>
                  </a:moveTo>
                  <a:lnTo>
                    <a:pt x="33047" y="76199"/>
                  </a:lnTo>
                  <a:lnTo>
                    <a:pt x="28187" y="75233"/>
                  </a:lnTo>
                  <a:lnTo>
                    <a:pt x="966" y="48012"/>
                  </a:lnTo>
                  <a:lnTo>
                    <a:pt x="0" y="43152"/>
                  </a:lnTo>
                  <a:lnTo>
                    <a:pt x="0" y="33047"/>
                  </a:lnTo>
                  <a:lnTo>
                    <a:pt x="28187" y="966"/>
                  </a:lnTo>
                  <a:lnTo>
                    <a:pt x="33047" y="0"/>
                  </a:lnTo>
                  <a:lnTo>
                    <a:pt x="38100" y="0"/>
                  </a:lnTo>
                  <a:lnTo>
                    <a:pt x="6805901" y="0"/>
                  </a:lnTo>
                  <a:lnTo>
                    <a:pt x="6837982" y="28187"/>
                  </a:lnTo>
                  <a:lnTo>
                    <a:pt x="6838949" y="33047"/>
                  </a:lnTo>
                  <a:lnTo>
                    <a:pt x="6838949" y="43152"/>
                  </a:lnTo>
                  <a:lnTo>
                    <a:pt x="6810761" y="75233"/>
                  </a:lnTo>
                  <a:lnTo>
                    <a:pt x="6805901" y="76199"/>
                  </a:lnTo>
                  <a:close/>
                </a:path>
              </a:pathLst>
            </a:custGeom>
            <a:solidFill>
              <a:srgbClr val="E1E1E1">
                <a:alpha val="50000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705" name="object 705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3300412" y="6872287"/>
              <a:ext cx="248228" cy="85725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45360711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753936" y="2533947"/>
            <a:ext cx="8513445" cy="3331040"/>
          </a:xfrm>
          <a:prstGeom prst="rect">
            <a:avLst/>
          </a:prstGeom>
        </p:spPr>
        <p:txBody>
          <a:bodyPr vert="horz" wrap="square" lIns="0" tIns="52705" rIns="0" bIns="0" rtlCol="0">
            <a:spAutoFit/>
          </a:bodyPr>
          <a:lstStyle/>
          <a:p>
            <a:r>
              <a:rPr lang="en-US" sz="2300" b="1" dirty="0">
                <a:latin typeface="+mj-lt"/>
              </a:rPr>
              <a:t>4. Insights and </a:t>
            </a:r>
            <a:r>
              <a:rPr lang="en-US" sz="2300" b="1" dirty="0" smtClean="0">
                <a:latin typeface="+mj-lt"/>
              </a:rPr>
              <a:t>Findings</a:t>
            </a:r>
          </a:p>
          <a:p>
            <a:endParaRPr lang="en-US" sz="2300" b="1" dirty="0">
              <a:latin typeface="+mj-lt"/>
            </a:endParaRPr>
          </a:p>
          <a:p>
            <a:r>
              <a:rPr lang="en-US" sz="2300" b="1" dirty="0" smtClean="0">
                <a:latin typeface="+mj-lt"/>
                <a:sym typeface="Wingdings" panose="05000000000000000000" pitchFamily="2" charset="2"/>
              </a:rPr>
              <a:t></a:t>
            </a:r>
            <a:r>
              <a:rPr lang="en-US" sz="2400" dirty="0" smtClean="0"/>
              <a:t>The party 'Indian National Congress' won the most votes with a total of 580596512.0 votes.</a:t>
            </a:r>
          </a:p>
          <a:p>
            <a:endParaRPr lang="en-US" sz="2400" dirty="0" smtClean="0"/>
          </a:p>
          <a:p>
            <a:endParaRPr lang="en-US" sz="2400" dirty="0" smtClean="0"/>
          </a:p>
          <a:p>
            <a:r>
              <a:rPr lang="en-US" sz="2400" dirty="0" smtClean="0"/>
              <a:t>The party 'Indian National Congress' won the most percentage votes with a percentage of 0.19075589568995585 votes.</a:t>
            </a:r>
          </a:p>
          <a:p>
            <a:endParaRPr lang="en-US" sz="2300" dirty="0">
              <a:latin typeface="+mj-lt"/>
            </a:endParaRPr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76200" rIns="0" bIns="0" rtlCol="0">
            <a:spAutoFit/>
          </a:bodyPr>
          <a:lstStyle/>
          <a:p>
            <a:pPr marL="12700" marR="5080">
              <a:lnSpc>
                <a:spcPts val="3920"/>
              </a:lnSpc>
              <a:spcBef>
                <a:spcPts val="600"/>
              </a:spcBef>
            </a:pPr>
            <a:r>
              <a:rPr spc="-114" dirty="0"/>
              <a:t>Analysis</a:t>
            </a:r>
            <a:r>
              <a:rPr spc="-90" dirty="0"/>
              <a:t> </a:t>
            </a:r>
            <a:r>
              <a:rPr dirty="0"/>
              <a:t>of</a:t>
            </a:r>
            <a:r>
              <a:rPr spc="-75" dirty="0"/>
              <a:t> </a:t>
            </a:r>
            <a:r>
              <a:rPr spc="-90" dirty="0"/>
              <a:t>Indian</a:t>
            </a:r>
            <a:r>
              <a:rPr spc="-105" dirty="0"/>
              <a:t> </a:t>
            </a:r>
            <a:r>
              <a:rPr spc="-60" dirty="0"/>
              <a:t>Election</a:t>
            </a:r>
            <a:r>
              <a:rPr spc="-140" dirty="0"/>
              <a:t> </a:t>
            </a:r>
            <a:r>
              <a:rPr spc="-90" dirty="0"/>
              <a:t>Dataset:</a:t>
            </a:r>
            <a:r>
              <a:rPr spc="-114" dirty="0"/>
              <a:t> </a:t>
            </a:r>
            <a:r>
              <a:rPr spc="-90" dirty="0"/>
              <a:t>State</a:t>
            </a:r>
            <a:r>
              <a:rPr spc="-85" dirty="0"/>
              <a:t> </a:t>
            </a:r>
            <a:r>
              <a:rPr spc="-65" dirty="0" smtClean="0"/>
              <a:t>Level</a:t>
            </a:r>
            <a:r>
              <a:rPr spc="-100" dirty="0" smtClean="0"/>
              <a:t> </a:t>
            </a:r>
            <a:r>
              <a:rPr spc="-60" dirty="0"/>
              <a:t>Election</a:t>
            </a:r>
            <a:r>
              <a:rPr spc="-100" dirty="0"/>
              <a:t> </a:t>
            </a:r>
            <a:r>
              <a:rPr spc="-110" dirty="0"/>
              <a:t>Data</a:t>
            </a:r>
            <a:r>
              <a:rPr spc="-95" dirty="0"/>
              <a:t> </a:t>
            </a:r>
            <a:r>
              <a:rPr spc="-80" dirty="0"/>
              <a:t>from</a:t>
            </a:r>
            <a:r>
              <a:rPr spc="-114" dirty="0"/>
              <a:t> </a:t>
            </a:r>
            <a:r>
              <a:rPr dirty="0"/>
              <a:t>1977</a:t>
            </a:r>
            <a:r>
              <a:rPr spc="-130" dirty="0"/>
              <a:t> </a:t>
            </a:r>
            <a:r>
              <a:rPr dirty="0"/>
              <a:t>–</a:t>
            </a:r>
            <a:r>
              <a:rPr spc="-65" dirty="0"/>
              <a:t> </a:t>
            </a:r>
            <a:r>
              <a:rPr spc="-20" dirty="0"/>
              <a:t>2015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685800"/>
            <a:ext cx="8437880" cy="1769715"/>
          </a:xfrm>
        </p:spPr>
        <p:txBody>
          <a:bodyPr/>
          <a:lstStyle/>
          <a:p>
            <a:r>
              <a:rPr lang="en-US" sz="2300" dirty="0">
                <a:latin typeface="+mj-lt"/>
              </a:rPr>
              <a:t>5. Conclusion</a:t>
            </a:r>
            <a:r>
              <a:rPr lang="en-US" sz="2300" b="0" dirty="0">
                <a:latin typeface="+mj-lt"/>
              </a:rPr>
              <a:t> Analyzing the Indian Election Dataset yields valuable insights into India's electoral landscape, offering a foundation for strategic decision-making, further research, and policy development. Understanding historical election trends aids in shaping future electoral strategies and governance frameworks.</a:t>
            </a:r>
            <a:endParaRPr lang="en-US" sz="2300" dirty="0">
              <a:latin typeface="+mj-lt"/>
            </a:endParaRPr>
          </a:p>
        </p:txBody>
      </p:sp>
    </p:spTree>
    <p:extLst>
      <p:ext uri="{BB962C8B-B14F-4D97-AF65-F5344CB8AC3E}">
        <p14:creationId xmlns:p14="http://schemas.microsoft.com/office/powerpoint/2010/main" val="387271297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53912" y="1310157"/>
            <a:ext cx="8437880" cy="2831544"/>
          </a:xfrm>
        </p:spPr>
        <p:txBody>
          <a:bodyPr/>
          <a:lstStyle/>
          <a:p>
            <a:r>
              <a:rPr lang="en-US" sz="2300" dirty="0">
                <a:latin typeface="+mj-lt"/>
              </a:rPr>
              <a:t>6. Recommendations</a:t>
            </a:r>
            <a:r>
              <a:rPr lang="en-US" sz="2300" b="0" dirty="0">
                <a:latin typeface="+mj-lt"/>
              </a:rPr>
              <a:t/>
            </a:r>
            <a:br>
              <a:rPr lang="en-US" sz="2300" b="0" dirty="0">
                <a:latin typeface="+mj-lt"/>
              </a:rPr>
            </a:br>
            <a:r>
              <a:rPr lang="en-US" sz="2300" b="0" dirty="0" smtClean="0">
                <a:latin typeface="+mj-lt"/>
                <a:sym typeface="Wingdings" panose="05000000000000000000" pitchFamily="2" charset="2"/>
              </a:rPr>
              <a:t></a:t>
            </a:r>
            <a:r>
              <a:rPr lang="en-US" sz="2300" b="0" dirty="0" smtClean="0">
                <a:latin typeface="+mj-lt"/>
              </a:rPr>
              <a:t>Dive </a:t>
            </a:r>
            <a:r>
              <a:rPr lang="en-US" sz="2300" b="0" dirty="0">
                <a:latin typeface="+mj-lt"/>
              </a:rPr>
              <a:t>deeper into specific election cycles or regions for nuanced insights.</a:t>
            </a:r>
            <a:br>
              <a:rPr lang="en-US" sz="2300" b="0" dirty="0">
                <a:latin typeface="+mj-lt"/>
              </a:rPr>
            </a:br>
            <a:r>
              <a:rPr lang="en-US" sz="2300" b="0" dirty="0" smtClean="0">
                <a:latin typeface="+mj-lt"/>
                <a:sym typeface="Wingdings" panose="05000000000000000000" pitchFamily="2" charset="2"/>
              </a:rPr>
              <a:t></a:t>
            </a:r>
            <a:r>
              <a:rPr lang="en-US" sz="2300" b="0" dirty="0" smtClean="0">
                <a:latin typeface="+mj-lt"/>
              </a:rPr>
              <a:t>Investigate </a:t>
            </a:r>
            <a:r>
              <a:rPr lang="en-US" sz="2300" b="0" dirty="0">
                <a:latin typeface="+mj-lt"/>
              </a:rPr>
              <a:t>correlations between economic indicators, social factors, and electoral outcomes for a comprehensive understanding.</a:t>
            </a:r>
            <a:br>
              <a:rPr lang="en-US" sz="2300" b="0" dirty="0">
                <a:latin typeface="+mj-lt"/>
              </a:rPr>
            </a:br>
            <a:r>
              <a:rPr lang="en-US" sz="2300" b="0" dirty="0" smtClean="0">
                <a:latin typeface="+mj-lt"/>
                <a:sym typeface="Wingdings" panose="05000000000000000000" pitchFamily="2" charset="2"/>
              </a:rPr>
              <a:t></a:t>
            </a:r>
            <a:r>
              <a:rPr lang="en-US" sz="2300" b="0" dirty="0" smtClean="0">
                <a:latin typeface="+mj-lt"/>
              </a:rPr>
              <a:t>Consider </a:t>
            </a:r>
            <a:r>
              <a:rPr lang="en-US" sz="2300" b="0" dirty="0">
                <a:latin typeface="+mj-lt"/>
              </a:rPr>
              <a:t>implications for political forecasting, voter education, and electoral integrity measures based on dataset findings.</a:t>
            </a:r>
            <a:br>
              <a:rPr lang="en-US" sz="2300" b="0" dirty="0">
                <a:latin typeface="+mj-lt"/>
              </a:rPr>
            </a:br>
            <a:endParaRPr lang="en-US" sz="2300" dirty="0">
              <a:latin typeface="+mj-lt"/>
            </a:endParaRPr>
          </a:p>
        </p:txBody>
      </p:sp>
    </p:spTree>
    <p:extLst>
      <p:ext uri="{BB962C8B-B14F-4D97-AF65-F5344CB8AC3E}">
        <p14:creationId xmlns:p14="http://schemas.microsoft.com/office/powerpoint/2010/main" val="383108545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53912" y="1310157"/>
            <a:ext cx="8437880" cy="2477601"/>
          </a:xfrm>
        </p:spPr>
        <p:txBody>
          <a:bodyPr/>
          <a:lstStyle/>
          <a:p>
            <a:pPr fontAlgn="base"/>
            <a:r>
              <a:rPr lang="en-US" sz="2300" dirty="0">
                <a:latin typeface="+mj-lt"/>
              </a:rPr>
              <a:t>References</a:t>
            </a:r>
            <a:r>
              <a:rPr lang="en-US" sz="2300" b="0" dirty="0">
                <a:latin typeface="+mj-lt"/>
              </a:rPr>
              <a:t> </a:t>
            </a:r>
            <a:r>
              <a:rPr lang="en-US" sz="2300" b="0" dirty="0" smtClean="0">
                <a:latin typeface="+mj-lt"/>
              </a:rPr>
              <a:t>The </a:t>
            </a:r>
            <a:r>
              <a:rPr lang="en-US" sz="2300" b="0" dirty="0">
                <a:latin typeface="+mj-lt"/>
              </a:rPr>
              <a:t>citations for data analysis methodologies and any referenced literature or sources used in the </a:t>
            </a:r>
            <a:r>
              <a:rPr lang="en-US" sz="2300" b="0" dirty="0" smtClean="0">
                <a:latin typeface="+mj-lt"/>
              </a:rPr>
              <a:t>report are as follows::</a:t>
            </a:r>
            <a:br>
              <a:rPr lang="en-US" sz="2300" b="0" dirty="0" smtClean="0">
                <a:latin typeface="+mj-lt"/>
              </a:rPr>
            </a:br>
            <a:r>
              <a:rPr lang="en-US" sz="2300" b="0" dirty="0">
                <a:latin typeface="+mj-lt"/>
              </a:rPr>
              <a:t/>
            </a:r>
            <a:br>
              <a:rPr lang="en-US" sz="2300" b="0" dirty="0">
                <a:latin typeface="+mj-lt"/>
              </a:rPr>
            </a:br>
            <a:r>
              <a:rPr lang="en-US" sz="2300" dirty="0">
                <a:latin typeface="+mj-lt"/>
              </a:rPr>
              <a:t>Acknowledgements</a:t>
            </a:r>
            <a:br>
              <a:rPr lang="en-US" sz="2300" dirty="0">
                <a:latin typeface="+mj-lt"/>
              </a:rPr>
            </a:br>
            <a:r>
              <a:rPr lang="en-US" sz="2300" b="0" dirty="0" err="1">
                <a:latin typeface="+mj-lt"/>
              </a:rPr>
              <a:t>Bhavnani</a:t>
            </a:r>
            <a:r>
              <a:rPr lang="en-US" sz="2300" b="0" dirty="0">
                <a:latin typeface="+mj-lt"/>
              </a:rPr>
              <a:t>, </a:t>
            </a:r>
            <a:r>
              <a:rPr lang="en-US" sz="2300" b="0" dirty="0" err="1">
                <a:latin typeface="+mj-lt"/>
              </a:rPr>
              <a:t>Rikhil</a:t>
            </a:r>
            <a:r>
              <a:rPr lang="en-US" sz="2300" b="0" dirty="0">
                <a:latin typeface="+mj-lt"/>
              </a:rPr>
              <a:t> R., 2017, "India National and State Election Dataset",</a:t>
            </a:r>
            <a:br>
              <a:rPr lang="en-US" sz="2300" b="0" dirty="0">
                <a:latin typeface="+mj-lt"/>
              </a:rPr>
            </a:br>
            <a:r>
              <a:rPr lang="en-US" sz="2300" b="0" dirty="0">
                <a:latin typeface="+mj-lt"/>
                <a:hlinkClick r:id="rId2"/>
              </a:rPr>
              <a:t>http://dx.doi.org/10.7910/DVN/26526</a:t>
            </a:r>
            <a:r>
              <a:rPr lang="en-US" sz="2300" b="0" dirty="0">
                <a:latin typeface="+mj-lt"/>
              </a:rPr>
              <a:t> Harvard </a:t>
            </a:r>
            <a:r>
              <a:rPr lang="en-US" sz="2300" b="0" dirty="0" err="1">
                <a:latin typeface="+mj-lt"/>
              </a:rPr>
              <a:t>Dataverse</a:t>
            </a:r>
            <a:r>
              <a:rPr lang="en-US" sz="2300" b="0" dirty="0">
                <a:latin typeface="+mj-lt"/>
              </a:rPr>
              <a:t> Network V2.</a:t>
            </a:r>
            <a:br>
              <a:rPr lang="en-US" sz="2300" b="0" dirty="0">
                <a:latin typeface="+mj-lt"/>
              </a:rPr>
            </a:br>
            <a:endParaRPr lang="en-US" sz="2300" dirty="0">
              <a:latin typeface="+mj-lt"/>
            </a:endParaRPr>
          </a:p>
        </p:txBody>
      </p:sp>
    </p:spTree>
    <p:extLst>
      <p:ext uri="{BB962C8B-B14F-4D97-AF65-F5344CB8AC3E}">
        <p14:creationId xmlns:p14="http://schemas.microsoft.com/office/powerpoint/2010/main" val="422264994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53912" y="1310157"/>
            <a:ext cx="8437880" cy="553998"/>
          </a:xfrm>
        </p:spPr>
        <p:txBody>
          <a:bodyPr/>
          <a:lstStyle/>
          <a:p>
            <a:r>
              <a:rPr lang="en-US" dirty="0" smtClean="0"/>
              <a:t>Conclusion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53936" y="2464808"/>
            <a:ext cx="8448675" cy="353943"/>
          </a:xfrm>
        </p:spPr>
        <p:txBody>
          <a:bodyPr/>
          <a:lstStyle/>
          <a:p>
            <a:r>
              <a:rPr lang="en-US" dirty="0" smtClean="0"/>
              <a:t>Results are displayed in </a:t>
            </a:r>
            <a:r>
              <a:rPr lang="en-US" dirty="0" err="1" smtClean="0"/>
              <a:t>PowerBI</a:t>
            </a:r>
            <a:r>
              <a:rPr lang="en-US" dirty="0" smtClean="0"/>
              <a:t> Dashboards, Google </a:t>
            </a:r>
            <a:r>
              <a:rPr lang="en-US" dirty="0" err="1" smtClean="0"/>
              <a:t>Colab</a:t>
            </a:r>
            <a:r>
              <a:rPr lang="en-US" dirty="0" smtClean="0"/>
              <a:t>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7143126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1646</TotalTime>
  <Words>1021</Words>
  <Application>Microsoft Office PowerPoint</Application>
  <PresentationFormat>Custom</PresentationFormat>
  <Paragraphs>209</Paragraphs>
  <Slides>15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8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24" baseType="lpstr">
      <vt:lpstr>Arial MT</vt:lpstr>
      <vt:lpstr>Calibri</vt:lpstr>
      <vt:lpstr>Segoe UI</vt:lpstr>
      <vt:lpstr>Segoe UI Semibold</vt:lpstr>
      <vt:lpstr>Tahoma</vt:lpstr>
      <vt:lpstr>Times New Roman</vt:lpstr>
      <vt:lpstr>Verdana</vt:lpstr>
      <vt:lpstr>Wingdings</vt:lpstr>
      <vt:lpstr>Office Theme</vt:lpstr>
      <vt:lpstr>Report on Indian- Elections- Analysis</vt:lpstr>
      <vt:lpstr>Analysis of Indian Election Dataset: State Election Data from 1977 – 2015</vt:lpstr>
      <vt:lpstr>Analysis of Indian Election Dataset: State and National Level Election Data from 1977 – 2015</vt:lpstr>
      <vt:lpstr>Sum of totvotpoll by st_name</vt:lpstr>
      <vt:lpstr>Inferences from Indian Elections Dataset</vt:lpstr>
      <vt:lpstr>Analysis of Indian Election Dataset: State Level Election Data from 1977 – 2015</vt:lpstr>
      <vt:lpstr>PowerPoint Presentation</vt:lpstr>
      <vt:lpstr>PowerPoint Presentation</vt:lpstr>
      <vt:lpstr>Analysis of Indian Election Dataset: State and National Level Election Data from 1977 – 2015</vt:lpstr>
      <vt:lpstr>PowerPoint Presentation</vt:lpstr>
      <vt:lpstr>Analysis of Indian Election Dataset: State Level Election Data from 1977 – 2015</vt:lpstr>
      <vt:lpstr>5. Conclusion Analyzing the Indian Election Dataset yields valuable insights into India's electoral landscape, offering a foundation for strategic decision-making, further research, and policy development. Understanding historical election trends aids in shaping future electoral strategies and governance frameworks.</vt:lpstr>
      <vt:lpstr>6. Recommendations Dive deeper into specific election cycles or regions for nuanced insights. Investigate correlations between economic indicators, social factors, and electoral outcomes for a comprehensive understanding. Consider implications for political forecasting, voter education, and electoral integrity measures based on dataset findings. </vt:lpstr>
      <vt:lpstr>References The citations for data analysis methodologies and any referenced literature or sources used in the report are as follows::  Acknowledgements Bhavnani, Rikhil R., 2017, "India National and State Election Dataset", http://dx.doi.org/10.7910/DVN/26526 Harvard Dataverse Network V2. </vt:lpstr>
      <vt:lpstr>Conclusion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Report on Indian- Elections- Analysis</dc:title>
  <dc:creator>LENOVO</dc:creator>
  <cp:lastModifiedBy>LENOVO</cp:lastModifiedBy>
  <cp:revision>67</cp:revision>
  <dcterms:created xsi:type="dcterms:W3CDTF">2024-04-28T09:57:56Z</dcterms:created>
  <dcterms:modified xsi:type="dcterms:W3CDTF">2024-05-12T05:33:05Z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LastSaved">
    <vt:filetime>2024-04-28T00:00:00Z</vt:filetime>
  </property>
  <property fmtid="{D5CDD505-2E9C-101B-9397-08002B2CF9AE}" pid="3" name="Producer">
    <vt:lpwstr>iLovePDF</vt:lpwstr>
  </property>
</Properties>
</file>