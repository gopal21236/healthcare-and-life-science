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7" r:id="rId13"/>
    <p:sldId id="268" r:id="rId14"/>
    <p:sldId id="272" r:id="rId15"/>
    <p:sldId id="273" r:id="rId16"/>
  </p:sldIdLst>
  <p:sldSz cx="12649200" cy="7772400"/>
  <p:notesSz cx="126492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81" d="100"/>
          <a:sy n="81" d="100"/>
        </p:scale>
        <p:origin x="82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1078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2980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7910/DVN/26526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23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663" y="2428728"/>
            <a:ext cx="6921500" cy="14592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68880" marR="5080" indent="-2456815">
              <a:lnSpc>
                <a:spcPts val="5340"/>
              </a:lnSpc>
              <a:spcBef>
                <a:spcPts val="780"/>
              </a:spcBef>
            </a:pPr>
            <a:r>
              <a:rPr sz="4950" spc="-140" dirty="0"/>
              <a:t>Report</a:t>
            </a:r>
            <a:r>
              <a:rPr sz="4950" spc="-145" dirty="0"/>
              <a:t> </a:t>
            </a:r>
            <a:r>
              <a:rPr sz="4950" dirty="0"/>
              <a:t>on</a:t>
            </a:r>
            <a:r>
              <a:rPr sz="4950" spc="-220" dirty="0"/>
              <a:t> </a:t>
            </a:r>
            <a:r>
              <a:rPr sz="4950" spc="-130" dirty="0"/>
              <a:t>Indian-</a:t>
            </a:r>
            <a:r>
              <a:rPr sz="4950" spc="-150" dirty="0"/>
              <a:t> </a:t>
            </a:r>
            <a:r>
              <a:rPr sz="4950" spc="-70" dirty="0"/>
              <a:t>Elections- </a:t>
            </a:r>
            <a:r>
              <a:rPr sz="4950" spc="-45" dirty="0"/>
              <a:t>Analysis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2286000" y="4267200"/>
            <a:ext cx="5760720" cy="7072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15"/>
              </a:spcBef>
            </a:pPr>
            <a:r>
              <a:rPr lang="en-US" sz="2000" b="1" dirty="0"/>
              <a:t>Examination of Indian Election Data: State and National Election Records from 1977 – 2015</a:t>
            </a:r>
            <a:endParaRPr sz="1950" b="1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7941309" cy="1656223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065" marR="5080">
              <a:lnSpc>
                <a:spcPts val="2500"/>
              </a:lnSpc>
              <a:spcBef>
                <a:spcPts val="415"/>
              </a:spcBef>
              <a:tabLst>
                <a:tab pos="201295" algn="l"/>
              </a:tabLst>
            </a:pPr>
            <a:r>
              <a:rPr lang="en-US" sz="2300" b="1" dirty="0">
                <a:latin typeface="+mj-lt"/>
              </a:rPr>
              <a:t>1. Introduction</a:t>
            </a:r>
            <a:r>
              <a:rPr lang="en-US" sz="2300" dirty="0">
                <a:latin typeface="+mj-lt"/>
              </a:rPr>
              <a:t> </a:t>
            </a:r>
            <a:r>
              <a:rPr lang="en-US" sz="2300" dirty="0"/>
              <a:t>The Indian Election Dataset offers a detailed look at state and national-level election data spanning nearly four decades, from 1977 to 2015. This report aims to delve into the dataset's intricacies, uncovering significant trends, patterns, and insights.</a:t>
            </a:r>
            <a:endParaRPr lang="en-US" sz="2300" spc="-10" dirty="0" smtClean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475345" cy="288476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sz="2300" b="1" dirty="0" smtClean="0">
                <a:latin typeface="+mj-lt"/>
                <a:cs typeface="Calibri"/>
              </a:rPr>
              <a:t>2.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Dataset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Overview</a:t>
            </a:r>
            <a:r>
              <a:rPr sz="2300" b="1" spc="-45" dirty="0" smtClean="0">
                <a:latin typeface="+mj-lt"/>
                <a:cs typeface="Calibri"/>
              </a:rPr>
              <a:t> </a:t>
            </a:r>
            <a:r>
              <a:rPr lang="en-US" sz="2300" dirty="0"/>
              <a:t>The dataset encompasses a wide range of election-related information, including:</a:t>
            </a:r>
          </a:p>
          <a:p>
            <a:r>
              <a:rPr lang="en-US" sz="2300" dirty="0" smtClean="0"/>
              <a:t>1. Election </a:t>
            </a:r>
            <a:r>
              <a:rPr lang="en-US" sz="2300" dirty="0"/>
              <a:t>year specifics</a:t>
            </a:r>
          </a:p>
          <a:p>
            <a:r>
              <a:rPr lang="en-US" sz="2300" dirty="0" smtClean="0"/>
              <a:t>2. State </a:t>
            </a:r>
            <a:r>
              <a:rPr lang="en-US" sz="2300" dirty="0"/>
              <a:t>and constituency details</a:t>
            </a:r>
          </a:p>
          <a:p>
            <a:r>
              <a:rPr lang="en-US" sz="2300" dirty="0" smtClean="0"/>
              <a:t>3. Candidate </a:t>
            </a:r>
            <a:r>
              <a:rPr lang="en-US" sz="2300" dirty="0"/>
              <a:t>particulars (name, party affiliation, votes obtained)</a:t>
            </a:r>
          </a:p>
          <a:p>
            <a:r>
              <a:rPr lang="en-US" sz="2300" dirty="0" smtClean="0"/>
              <a:t>4. Election </a:t>
            </a:r>
            <a:r>
              <a:rPr lang="en-US" sz="2300" dirty="0"/>
              <a:t>categorization (general, by-election, etc.)</a:t>
            </a:r>
          </a:p>
          <a:p>
            <a:r>
              <a:rPr lang="en-US" sz="2300" dirty="0" smtClean="0"/>
              <a:t>5. Voter </a:t>
            </a:r>
            <a:r>
              <a:rPr lang="en-US" sz="2300" dirty="0"/>
              <a:t>turnout figures</a:t>
            </a:r>
          </a:p>
          <a:p>
            <a:r>
              <a:rPr lang="en-US" sz="2300" dirty="0" smtClean="0"/>
              <a:t>6. Election </a:t>
            </a:r>
            <a:r>
              <a:rPr lang="en-US" sz="2300" dirty="0"/>
              <a:t>outcomes (successful candidate, victory margins, etc.)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3936" y="2464808"/>
            <a:ext cx="8448675" cy="299569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dirty="0"/>
              <a:t>3.</a:t>
            </a:r>
            <a:r>
              <a:rPr spc="-3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Analysis</a:t>
            </a: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dirty="0" smtClean="0"/>
              <a:t>3.1</a:t>
            </a:r>
            <a:r>
              <a:rPr spc="-30" dirty="0" smtClean="0"/>
              <a:t> </a:t>
            </a:r>
            <a:r>
              <a:rPr dirty="0"/>
              <a:t>Election</a:t>
            </a:r>
            <a:r>
              <a:rPr spc="-25" dirty="0"/>
              <a:t> </a:t>
            </a:r>
            <a:r>
              <a:rPr spc="-10" dirty="0"/>
              <a:t>Trends</a:t>
            </a:r>
            <a:r>
              <a:rPr spc="-60" dirty="0"/>
              <a:t> </a:t>
            </a:r>
            <a:r>
              <a:rPr dirty="0"/>
              <a:t>Over</a:t>
            </a:r>
            <a:r>
              <a:rPr spc="-20" dirty="0"/>
              <a:t> Time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Election </a:t>
            </a:r>
            <a:r>
              <a:rPr lang="en-US" dirty="0"/>
              <a:t>Frequency:</a:t>
            </a:r>
            <a:r>
              <a:rPr lang="en-US" b="0" dirty="0"/>
              <a:t> The dataset reveals a consistent increase in the number of elections held over the years, indicating the evolving nature of India's democratic process.</a:t>
            </a:r>
          </a:p>
          <a:p>
            <a:pPr marL="12065" marR="5080">
              <a:lnSpc>
                <a:spcPts val="2500"/>
              </a:lnSpc>
              <a:spcBef>
                <a:spcPts val="815"/>
              </a:spcBef>
              <a:tabLst>
                <a:tab pos="201295" algn="l"/>
              </a:tabLst>
            </a:pPr>
            <a:r>
              <a:rPr lang="en-US" spc="-10" dirty="0" smtClean="0">
                <a:sym typeface="Wingdings" panose="05000000000000000000" pitchFamily="2" charset="2"/>
              </a:rPr>
              <a:t></a:t>
            </a:r>
            <a:r>
              <a:rPr spc="-10" dirty="0" smtClean="0"/>
              <a:t>Voter</a:t>
            </a:r>
            <a:r>
              <a:rPr spc="-60" dirty="0" smtClean="0"/>
              <a:t> </a:t>
            </a:r>
            <a:r>
              <a:rPr spc="-10" dirty="0"/>
              <a:t>Turnout:</a:t>
            </a:r>
            <a:r>
              <a:rPr spc="-90" dirty="0"/>
              <a:t> </a:t>
            </a:r>
            <a:r>
              <a:rPr b="0" dirty="0">
                <a:latin typeface="Calibri"/>
                <a:cs typeface="Calibri"/>
              </a:rPr>
              <a:t>Analyzing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voter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turnout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trends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reveals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fluctuations 	</a:t>
            </a:r>
            <a:r>
              <a:rPr b="0" dirty="0">
                <a:latin typeface="Calibri"/>
                <a:cs typeface="Calibri"/>
              </a:rPr>
              <a:t>influenced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factors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such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political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climate,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social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movements,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	</a:t>
            </a:r>
            <a:r>
              <a:rPr b="0" dirty="0">
                <a:latin typeface="Calibri"/>
                <a:cs typeface="Calibri"/>
              </a:rPr>
              <a:t>voter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awareness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campaigns.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464808"/>
            <a:ext cx="8204834" cy="25801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sz="2300" b="1" dirty="0">
                <a:latin typeface="+mj-lt"/>
                <a:cs typeface="Calibri"/>
              </a:rPr>
              <a:t>3.2</a:t>
            </a:r>
            <a:r>
              <a:rPr sz="2300" b="1" spc="-25" dirty="0">
                <a:latin typeface="+mj-lt"/>
                <a:cs typeface="Calibri"/>
              </a:rPr>
              <a:t> </a:t>
            </a:r>
            <a:r>
              <a:rPr sz="2300" b="1" dirty="0">
                <a:latin typeface="+mj-lt"/>
                <a:cs typeface="Calibri"/>
              </a:rPr>
              <a:t>Party</a:t>
            </a:r>
            <a:r>
              <a:rPr sz="2300" b="1" spc="-15" dirty="0">
                <a:latin typeface="+mj-lt"/>
                <a:cs typeface="Calibri"/>
              </a:rPr>
              <a:t> </a:t>
            </a:r>
            <a:r>
              <a:rPr sz="2300" b="1" spc="-10" dirty="0" smtClean="0">
                <a:latin typeface="+mj-lt"/>
                <a:cs typeface="Calibri"/>
              </a:rPr>
              <a:t>Performance</a:t>
            </a:r>
            <a:endParaRPr sz="2300" dirty="0" smtClean="0">
              <a:latin typeface="+mj-lt"/>
              <a:cs typeface="Calibri"/>
            </a:endParaRPr>
          </a:p>
          <a:p>
            <a:pPr marL="12065" marR="280670" algn="just">
              <a:lnSpc>
                <a:spcPts val="2500"/>
              </a:lnSpc>
              <a:spcBef>
                <a:spcPts val="860"/>
              </a:spcBef>
              <a:tabLst>
                <a:tab pos="201295" algn="l"/>
              </a:tabLst>
            </a:pPr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Key Party Players</a:t>
            </a:r>
            <a:r>
              <a:rPr sz="2300" b="1" dirty="0" smtClean="0">
                <a:latin typeface="+mj-lt"/>
                <a:cs typeface="Calibri"/>
              </a:rPr>
              <a:t>: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Identification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of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dominant</a:t>
            </a:r>
            <a:r>
              <a:rPr sz="2300" spc="-1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parties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in</a:t>
            </a:r>
            <a:r>
              <a:rPr sz="2300" spc="-30" dirty="0" smtClean="0">
                <a:latin typeface="+mj-lt"/>
                <a:cs typeface="Calibri"/>
              </a:rPr>
              <a:t> </a:t>
            </a:r>
            <a:r>
              <a:rPr sz="2300" spc="-10" dirty="0" smtClean="0">
                <a:latin typeface="+mj-lt"/>
                <a:cs typeface="Calibri"/>
              </a:rPr>
              <a:t>different 	</a:t>
            </a:r>
            <a:r>
              <a:rPr sz="2300" dirty="0" smtClean="0">
                <a:latin typeface="+mj-lt"/>
                <a:cs typeface="Calibri"/>
              </a:rPr>
              <a:t>states</a:t>
            </a:r>
            <a:r>
              <a:rPr sz="2300" spc="-6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and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regions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based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on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their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electoral</a:t>
            </a:r>
            <a:r>
              <a:rPr sz="2300" spc="-7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performance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over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spc="-25" dirty="0" smtClean="0">
                <a:latin typeface="+mj-lt"/>
                <a:cs typeface="Calibri"/>
              </a:rPr>
              <a:t>the 	</a:t>
            </a:r>
            <a:r>
              <a:rPr sz="2300" spc="-10" dirty="0" smtClean="0">
                <a:latin typeface="+mj-lt"/>
                <a:cs typeface="Calibri"/>
              </a:rPr>
              <a:t>years.</a:t>
            </a:r>
            <a:endParaRPr sz="2300" dirty="0" smtClean="0">
              <a:latin typeface="+mj-lt"/>
              <a:cs typeface="Calibri"/>
            </a:endParaRPr>
          </a:p>
          <a:p>
            <a:pPr marL="12065" marR="5080">
              <a:lnSpc>
                <a:spcPts val="2500"/>
              </a:lnSpc>
              <a:spcBef>
                <a:spcPts val="805"/>
              </a:spcBef>
              <a:tabLst>
                <a:tab pos="201295" algn="l"/>
              </a:tabLst>
            </a:pPr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Party </a:t>
            </a:r>
            <a:r>
              <a:rPr lang="en-US" sz="2300" b="1" dirty="0">
                <a:latin typeface="+mj-lt"/>
              </a:rPr>
              <a:t>Collaborations</a:t>
            </a:r>
            <a:r>
              <a:rPr sz="2300" b="1" dirty="0" smtClean="0">
                <a:latin typeface="+mj-lt"/>
                <a:cs typeface="Calibri"/>
              </a:rPr>
              <a:t>:</a:t>
            </a:r>
            <a:r>
              <a:rPr sz="2300" b="1" spc="-20" dirty="0" smtClean="0">
                <a:latin typeface="+mj-lt"/>
                <a:cs typeface="Calibri"/>
              </a:rPr>
              <a:t> </a:t>
            </a:r>
            <a:r>
              <a:rPr lang="en-US" sz="2300" dirty="0">
                <a:latin typeface="+mj-lt"/>
              </a:rPr>
              <a:t>Examination of party alliances and their impact on election results, shedding light on the dynamics of coalition politics</a:t>
            </a:r>
            <a:endParaRPr sz="2300" dirty="0">
              <a:latin typeface="+mj-lt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3936" y="2464808"/>
            <a:ext cx="8448675" cy="185435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dirty="0"/>
              <a:t>3.3</a:t>
            </a:r>
            <a:r>
              <a:rPr spc="-25" dirty="0"/>
              <a:t> </a:t>
            </a:r>
            <a:r>
              <a:rPr dirty="0"/>
              <a:t>Candidate</a:t>
            </a:r>
            <a:r>
              <a:rPr spc="-40" dirty="0"/>
              <a:t> </a:t>
            </a:r>
            <a:r>
              <a:rPr spc="-10" dirty="0"/>
              <a:t>Analysis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Margin </a:t>
            </a:r>
            <a:r>
              <a:rPr lang="en-US" dirty="0"/>
              <a:t>of Victory:</a:t>
            </a:r>
            <a:r>
              <a:rPr lang="en-US" b="0" dirty="0"/>
              <a:t> Reviewing victory margins helps gauge election competitiveness and candidate strength.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Candidate </a:t>
            </a:r>
            <a:r>
              <a:rPr lang="en-US" dirty="0"/>
              <a:t>Profiles:</a:t>
            </a:r>
            <a:r>
              <a:rPr lang="en-US" b="0" dirty="0"/>
              <a:t> Profiling successful candidates based on demographics like age, gender, education, and political experience.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850" y="2480736"/>
            <a:ext cx="8507730" cy="2514791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r>
              <a:rPr lang="en-US" sz="2300" b="1" dirty="0">
                <a:latin typeface="+mj-lt"/>
              </a:rPr>
              <a:t>3.4 Regional Analysis</a:t>
            </a:r>
            <a:endParaRPr lang="en-US" sz="2300" dirty="0">
              <a:latin typeface="+mj-lt"/>
            </a:endParaRP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State-specific </a:t>
            </a:r>
            <a:r>
              <a:rPr lang="en-US" sz="2300" b="1" dirty="0">
                <a:latin typeface="+mj-lt"/>
              </a:rPr>
              <a:t>Dynamics:</a:t>
            </a:r>
            <a:r>
              <a:rPr lang="en-US" sz="2300" dirty="0">
                <a:latin typeface="+mj-lt"/>
              </a:rPr>
              <a:t> Comparing election dynamics across states highlights variations in voter preferences, political ideologies, and regional concerns.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Urban </a:t>
            </a:r>
            <a:r>
              <a:rPr lang="en-US" sz="2300" b="1" dirty="0">
                <a:latin typeface="+mj-lt"/>
              </a:rPr>
              <a:t>vs. Rural:</a:t>
            </a:r>
            <a:r>
              <a:rPr lang="en-US" sz="2300" dirty="0">
                <a:latin typeface="+mj-lt"/>
              </a:rPr>
              <a:t> Contrasting voting patterns between urban and rural areas uncovers insights into voter behavior and candidate appeal in different settings</a:t>
            </a:r>
            <a:r>
              <a:rPr lang="en-US" sz="2300" dirty="0" smtClean="0">
                <a:latin typeface="+mj-lt"/>
              </a:rPr>
              <a:t>.</a:t>
            </a:r>
            <a:endParaRPr lang="en-US" sz="2300" dirty="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513445" cy="35926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lang="en-US" sz="2300" b="1" dirty="0">
                <a:latin typeface="+mj-lt"/>
              </a:rPr>
              <a:t>4. Insights and Findings</a:t>
            </a:r>
            <a:endParaRPr lang="en-US" sz="2300" dirty="0">
              <a:latin typeface="+mj-lt"/>
            </a:endParaRP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Rise </a:t>
            </a:r>
            <a:r>
              <a:rPr lang="en-US" sz="2300" b="1" dirty="0">
                <a:latin typeface="+mj-lt"/>
              </a:rPr>
              <a:t>of Regional Influence:</a:t>
            </a:r>
            <a:r>
              <a:rPr lang="en-US" sz="2300" dirty="0">
                <a:latin typeface="+mj-lt"/>
              </a:rPr>
              <a:t> The dataset potentially reflects the growing influence of regional parties, challenging the dominance of national-level parties in specific regions.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Voter </a:t>
            </a:r>
            <a:r>
              <a:rPr lang="en-US" sz="2300" b="1" dirty="0">
                <a:latin typeface="+mj-lt"/>
              </a:rPr>
              <a:t>Engagement Challenges:</a:t>
            </a:r>
            <a:r>
              <a:rPr lang="en-US" sz="2300" dirty="0">
                <a:latin typeface="+mj-lt"/>
              </a:rPr>
              <a:t> Analysis may reveal hurdles to voter participation, suggesting areas for targeted outreach efforts and electoral reforms.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Demographic </a:t>
            </a:r>
            <a:r>
              <a:rPr lang="en-US" sz="2300" b="1" dirty="0">
                <a:latin typeface="+mj-lt"/>
              </a:rPr>
              <a:t>Shifts:</a:t>
            </a:r>
            <a:r>
              <a:rPr lang="en-US" sz="2300" dirty="0">
                <a:latin typeface="+mj-lt"/>
              </a:rPr>
              <a:t> Exploring changes in voter demographics, such as the impact of youth voter initiatives, provides insights into electoral dynamics.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8437880" cy="1769715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5. Conclusion</a:t>
            </a:r>
            <a:r>
              <a:rPr lang="en-US" sz="2300" b="0" dirty="0">
                <a:latin typeface="+mj-lt"/>
              </a:rPr>
              <a:t>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a:t>
            </a: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271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831544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6. Recommendations</a:t>
            </a: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Dive </a:t>
            </a:r>
            <a:r>
              <a:rPr lang="en-US" sz="2300" b="0" dirty="0">
                <a:latin typeface="+mj-lt"/>
              </a:rPr>
              <a:t>deeper into specific election cycles or regions for nuanced insights.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Investigate </a:t>
            </a:r>
            <a:r>
              <a:rPr lang="en-US" sz="2300" b="0" dirty="0">
                <a:latin typeface="+mj-lt"/>
              </a:rPr>
              <a:t>correlations between economic indicators, social factors, and electoral outcomes for a comprehensive understanding.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Consider </a:t>
            </a:r>
            <a:r>
              <a:rPr lang="en-US" sz="2300" b="0" dirty="0">
                <a:latin typeface="+mj-lt"/>
              </a:rPr>
              <a:t>implications for political forecasting, voter education, and electoral integrity measures based on dataset findings.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108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477601"/>
          </a:xfrm>
        </p:spPr>
        <p:txBody>
          <a:bodyPr/>
          <a:lstStyle/>
          <a:p>
            <a:pPr fontAlgn="base"/>
            <a:r>
              <a:rPr lang="en-US" sz="2300" dirty="0">
                <a:latin typeface="+mj-lt"/>
              </a:rPr>
              <a:t>References</a:t>
            </a:r>
            <a:r>
              <a:rPr lang="en-US" sz="2300" b="0" dirty="0">
                <a:latin typeface="+mj-lt"/>
              </a:rPr>
              <a:t> </a:t>
            </a:r>
            <a:r>
              <a:rPr lang="en-US" sz="2300" b="0" dirty="0" smtClean="0">
                <a:latin typeface="+mj-lt"/>
              </a:rPr>
              <a:t>The </a:t>
            </a:r>
            <a:r>
              <a:rPr lang="en-US" sz="2300" b="0" dirty="0">
                <a:latin typeface="+mj-lt"/>
              </a:rPr>
              <a:t>citations for data analysis methodologies and any referenced literature or sources used in the </a:t>
            </a:r>
            <a:r>
              <a:rPr lang="en-US" sz="2300" b="0" dirty="0" smtClean="0">
                <a:latin typeface="+mj-lt"/>
              </a:rPr>
              <a:t>report are as follows::</a:t>
            </a:r>
            <a:br>
              <a:rPr lang="en-US" sz="2300" b="0" dirty="0" smtClean="0">
                <a:latin typeface="+mj-lt"/>
              </a:rPr>
            </a:b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dirty="0">
                <a:latin typeface="+mj-lt"/>
              </a:rPr>
              <a:t>Acknowledgements</a:t>
            </a:r>
            <a:br>
              <a:rPr lang="en-US" sz="2300" dirty="0">
                <a:latin typeface="+mj-lt"/>
              </a:rPr>
            </a:br>
            <a:r>
              <a:rPr lang="en-US" sz="2300" b="0" dirty="0" err="1">
                <a:latin typeface="+mj-lt"/>
              </a:rPr>
              <a:t>Bhavnani</a:t>
            </a:r>
            <a:r>
              <a:rPr lang="en-US" sz="2300" b="0" dirty="0">
                <a:latin typeface="+mj-lt"/>
              </a:rPr>
              <a:t>, </a:t>
            </a:r>
            <a:r>
              <a:rPr lang="en-US" sz="2300" b="0" dirty="0" err="1">
                <a:latin typeface="+mj-lt"/>
              </a:rPr>
              <a:t>Rikhil</a:t>
            </a:r>
            <a:r>
              <a:rPr lang="en-US" sz="2300" b="0" dirty="0">
                <a:latin typeface="+mj-lt"/>
              </a:rPr>
              <a:t> R., 2017, "India National and State Election Dataset",</a:t>
            </a:r>
            <a:br>
              <a:rPr lang="en-US" sz="2300" b="0" dirty="0">
                <a:latin typeface="+mj-lt"/>
              </a:rPr>
            </a:br>
            <a:r>
              <a:rPr lang="en-US" sz="2300" b="0" dirty="0">
                <a:latin typeface="+mj-lt"/>
                <a:hlinkClick r:id="rId2"/>
              </a:rPr>
              <a:t>http://dx.doi.org/10.7910/DVN/26526</a:t>
            </a:r>
            <a:r>
              <a:rPr lang="en-US" sz="2300" b="0" dirty="0">
                <a:latin typeface="+mj-lt"/>
              </a:rPr>
              <a:t> Harvard </a:t>
            </a:r>
            <a:r>
              <a:rPr lang="en-US" sz="2300" b="0" dirty="0" err="1">
                <a:latin typeface="+mj-lt"/>
              </a:rPr>
              <a:t>Dataverse</a:t>
            </a:r>
            <a:r>
              <a:rPr lang="en-US" sz="2300" b="0" dirty="0">
                <a:latin typeface="+mj-lt"/>
              </a:rPr>
              <a:t> Network V2.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2649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Inferences from Indian Elections Dataset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11514264" cy="3893374"/>
          </a:xfrm>
        </p:spPr>
        <p:txBody>
          <a:bodyPr/>
          <a:lstStyle/>
          <a:p>
            <a:r>
              <a:rPr lang="en-US" b="0" dirty="0" smtClean="0"/>
              <a:t>The maximum voter turnout is for Uttar Pradesh. West Bengal follows next</a:t>
            </a:r>
          </a:p>
          <a:p>
            <a:endParaRPr lang="en-US" b="0" dirty="0"/>
          </a:p>
          <a:p>
            <a:r>
              <a:rPr lang="en-US" b="0" dirty="0" smtClean="0"/>
              <a:t>The average number of electors is 1.12 M</a:t>
            </a:r>
          </a:p>
          <a:p>
            <a:endParaRPr lang="en-US" b="0" dirty="0"/>
          </a:p>
          <a:p>
            <a:r>
              <a:rPr lang="en-US" b="0" dirty="0" smtClean="0"/>
              <a:t>The total voter poll and electors is plotted against parliamentary constituency name</a:t>
            </a:r>
          </a:p>
          <a:p>
            <a:endParaRPr lang="en-US" b="0" dirty="0"/>
          </a:p>
          <a:p>
            <a:r>
              <a:rPr lang="en-US" b="0" dirty="0" smtClean="0"/>
              <a:t>Several Analysis is done similarly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 smtClean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5309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353943"/>
          </a:xfrm>
        </p:spPr>
        <p:txBody>
          <a:bodyPr/>
          <a:lstStyle/>
          <a:p>
            <a:r>
              <a:rPr lang="en-US" dirty="0" smtClean="0"/>
              <a:t>Results are displayed in </a:t>
            </a:r>
            <a:r>
              <a:rPr lang="en-US" dirty="0" err="1" smtClean="0"/>
              <a:t>PowerBI</a:t>
            </a:r>
            <a:r>
              <a:rPr lang="en-US" dirty="0" smtClean="0"/>
              <a:t> Dashboards.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3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775" y="190563"/>
            <a:ext cx="2103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of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b="0" spc="-6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8250" y="19145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58102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58102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58102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6900" y="19145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98107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98107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98107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981075" h="9525">
                <a:moveTo>
                  <a:pt x="581012" y="0"/>
                </a:moveTo>
                <a:lnTo>
                  <a:pt x="571487" y="0"/>
                </a:lnTo>
                <a:lnTo>
                  <a:pt x="571487" y="9525"/>
                </a:lnTo>
                <a:lnTo>
                  <a:pt x="581012" y="9525"/>
                </a:lnTo>
                <a:lnTo>
                  <a:pt x="581012" y="0"/>
                </a:lnTo>
                <a:close/>
              </a:path>
              <a:path w="981075" h="9525">
                <a:moveTo>
                  <a:pt x="638162" y="0"/>
                </a:moveTo>
                <a:lnTo>
                  <a:pt x="628637" y="0"/>
                </a:lnTo>
                <a:lnTo>
                  <a:pt x="628637" y="9525"/>
                </a:lnTo>
                <a:lnTo>
                  <a:pt x="638162" y="9525"/>
                </a:lnTo>
                <a:lnTo>
                  <a:pt x="638162" y="0"/>
                </a:lnTo>
                <a:close/>
              </a:path>
              <a:path w="981075" h="9525">
                <a:moveTo>
                  <a:pt x="695312" y="0"/>
                </a:moveTo>
                <a:lnTo>
                  <a:pt x="685787" y="0"/>
                </a:lnTo>
                <a:lnTo>
                  <a:pt x="685787" y="9525"/>
                </a:lnTo>
                <a:lnTo>
                  <a:pt x="695312" y="9525"/>
                </a:lnTo>
                <a:lnTo>
                  <a:pt x="695312" y="0"/>
                </a:lnTo>
                <a:close/>
              </a:path>
              <a:path w="981075" h="9525">
                <a:moveTo>
                  <a:pt x="752462" y="0"/>
                </a:moveTo>
                <a:lnTo>
                  <a:pt x="742937" y="0"/>
                </a:lnTo>
                <a:lnTo>
                  <a:pt x="742937" y="9525"/>
                </a:lnTo>
                <a:lnTo>
                  <a:pt x="752462" y="9525"/>
                </a:lnTo>
                <a:lnTo>
                  <a:pt x="752462" y="0"/>
                </a:lnTo>
                <a:close/>
              </a:path>
              <a:path w="981075" h="9525">
                <a:moveTo>
                  <a:pt x="809612" y="0"/>
                </a:moveTo>
                <a:lnTo>
                  <a:pt x="800087" y="0"/>
                </a:lnTo>
                <a:lnTo>
                  <a:pt x="800087" y="9525"/>
                </a:lnTo>
                <a:lnTo>
                  <a:pt x="809612" y="9525"/>
                </a:lnTo>
                <a:lnTo>
                  <a:pt x="809612" y="0"/>
                </a:lnTo>
                <a:close/>
              </a:path>
              <a:path w="981075" h="9525">
                <a:moveTo>
                  <a:pt x="866762" y="0"/>
                </a:moveTo>
                <a:lnTo>
                  <a:pt x="857237" y="0"/>
                </a:lnTo>
                <a:lnTo>
                  <a:pt x="857237" y="9525"/>
                </a:lnTo>
                <a:lnTo>
                  <a:pt x="866762" y="9525"/>
                </a:lnTo>
                <a:lnTo>
                  <a:pt x="866762" y="0"/>
                </a:lnTo>
                <a:close/>
              </a:path>
              <a:path w="981075" h="9525">
                <a:moveTo>
                  <a:pt x="923912" y="0"/>
                </a:moveTo>
                <a:lnTo>
                  <a:pt x="914387" y="0"/>
                </a:lnTo>
                <a:lnTo>
                  <a:pt x="914387" y="9525"/>
                </a:lnTo>
                <a:lnTo>
                  <a:pt x="923912" y="9525"/>
                </a:lnTo>
                <a:lnTo>
                  <a:pt x="923912" y="0"/>
                </a:lnTo>
                <a:close/>
              </a:path>
              <a:path w="981075" h="9525">
                <a:moveTo>
                  <a:pt x="981062" y="0"/>
                </a:moveTo>
                <a:lnTo>
                  <a:pt x="971537" y="0"/>
                </a:lnTo>
                <a:lnTo>
                  <a:pt x="971537" y="9525"/>
                </a:lnTo>
                <a:lnTo>
                  <a:pt x="981062" y="9525"/>
                </a:lnTo>
                <a:lnTo>
                  <a:pt x="981062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56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09650" y="771537"/>
            <a:ext cx="180975" cy="1152525"/>
          </a:xfrm>
          <a:custGeom>
            <a:avLst/>
            <a:gdLst/>
            <a:ahLst/>
            <a:cxnLst/>
            <a:rect l="l" t="t" r="r" b="b"/>
            <a:pathLst>
              <a:path w="180975" h="1152525">
                <a:moveTo>
                  <a:pt x="9525" y="1143000"/>
                </a:moveTo>
                <a:lnTo>
                  <a:pt x="0" y="1143000"/>
                </a:lnTo>
                <a:lnTo>
                  <a:pt x="0" y="1152525"/>
                </a:lnTo>
                <a:lnTo>
                  <a:pt x="9525" y="1152525"/>
                </a:lnTo>
                <a:lnTo>
                  <a:pt x="9525" y="1143000"/>
                </a:lnTo>
                <a:close/>
              </a:path>
              <a:path w="180975" h="1152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52525">
                <a:moveTo>
                  <a:pt x="66675" y="1143000"/>
                </a:moveTo>
                <a:lnTo>
                  <a:pt x="57150" y="1143000"/>
                </a:lnTo>
                <a:lnTo>
                  <a:pt x="57150" y="1152525"/>
                </a:lnTo>
                <a:lnTo>
                  <a:pt x="66675" y="1152525"/>
                </a:lnTo>
                <a:lnTo>
                  <a:pt x="66675" y="1143000"/>
                </a:lnTo>
                <a:close/>
              </a:path>
              <a:path w="180975" h="1152525">
                <a:moveTo>
                  <a:pt x="123825" y="1143000"/>
                </a:moveTo>
                <a:lnTo>
                  <a:pt x="114300" y="1143000"/>
                </a:lnTo>
                <a:lnTo>
                  <a:pt x="114300" y="1152525"/>
                </a:lnTo>
                <a:lnTo>
                  <a:pt x="123825" y="1152525"/>
                </a:lnTo>
                <a:lnTo>
                  <a:pt x="123825" y="1143000"/>
                </a:lnTo>
                <a:close/>
              </a:path>
              <a:path w="180975" h="1152525">
                <a:moveTo>
                  <a:pt x="180975" y="1143000"/>
                </a:moveTo>
                <a:lnTo>
                  <a:pt x="171450" y="1143000"/>
                </a:lnTo>
                <a:lnTo>
                  <a:pt x="171450" y="1152525"/>
                </a:lnTo>
                <a:lnTo>
                  <a:pt x="180975" y="1152525"/>
                </a:lnTo>
                <a:lnTo>
                  <a:pt x="180975" y="1143000"/>
                </a:lnTo>
                <a:close/>
              </a:path>
              <a:path w="180975" h="1152525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4604" y="1828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38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5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52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09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66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81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8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5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2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097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66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40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12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383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95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52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09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66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24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81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38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95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52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09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667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24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81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8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95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4604" y="685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75010" y="2578100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3845" y="693266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22387" y="1962100"/>
            <a:ext cx="1836420" cy="5803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36195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900">
              <a:latin typeface="Segoe UI"/>
              <a:cs typeface="Segoe UI"/>
            </a:endParaRPr>
          </a:p>
          <a:p>
            <a:pPr marL="19685" marR="5080" indent="-7620" algn="just">
              <a:lnSpc>
                <a:spcPct val="1512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Ben…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P…</a:t>
            </a:r>
            <a:endParaRPr sz="900">
              <a:latin typeface="Segoe UI"/>
              <a:cs typeface="Segoe UI"/>
            </a:endParaRPr>
          </a:p>
          <a:p>
            <a:pPr marL="45720" marR="5080" indent="26543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Maharas…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Madhya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Karnataka Rajasthan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35446" y="740960"/>
            <a:ext cx="152400" cy="1174115"/>
          </a:xfrm>
          <a:custGeom>
            <a:avLst/>
            <a:gdLst/>
            <a:ahLst/>
            <a:cxnLst/>
            <a:rect l="l" t="t" r="r" b="b"/>
            <a:pathLst>
              <a:path w="152400" h="1174114">
                <a:moveTo>
                  <a:pt x="152399" y="1173564"/>
                </a:moveTo>
                <a:lnTo>
                  <a:pt x="0" y="1173564"/>
                </a:lnTo>
                <a:lnTo>
                  <a:pt x="0" y="0"/>
                </a:lnTo>
                <a:lnTo>
                  <a:pt x="152399" y="0"/>
                </a:lnTo>
                <a:lnTo>
                  <a:pt x="152399" y="117356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42809" y="1084186"/>
            <a:ext cx="567690" cy="830580"/>
          </a:xfrm>
          <a:custGeom>
            <a:avLst/>
            <a:gdLst/>
            <a:ahLst/>
            <a:cxnLst/>
            <a:rect l="l" t="t" r="r" b="b"/>
            <a:pathLst>
              <a:path w="567689" h="830580">
                <a:moveTo>
                  <a:pt x="152400" y="0"/>
                </a:moveTo>
                <a:lnTo>
                  <a:pt x="0" y="0"/>
                </a:lnTo>
                <a:lnTo>
                  <a:pt x="0" y="830351"/>
                </a:lnTo>
                <a:lnTo>
                  <a:pt x="152400" y="830351"/>
                </a:lnTo>
                <a:lnTo>
                  <a:pt x="152400" y="0"/>
                </a:lnTo>
                <a:close/>
              </a:path>
              <a:path w="567689" h="830580">
                <a:moveTo>
                  <a:pt x="359765" y="70497"/>
                </a:moveTo>
                <a:lnTo>
                  <a:pt x="207365" y="70497"/>
                </a:lnTo>
                <a:lnTo>
                  <a:pt x="207365" y="830351"/>
                </a:lnTo>
                <a:lnTo>
                  <a:pt x="359765" y="830351"/>
                </a:lnTo>
                <a:lnTo>
                  <a:pt x="359765" y="70497"/>
                </a:lnTo>
                <a:close/>
              </a:path>
              <a:path w="567689" h="830580">
                <a:moveTo>
                  <a:pt x="567131" y="92100"/>
                </a:moveTo>
                <a:lnTo>
                  <a:pt x="414731" y="92100"/>
                </a:lnTo>
                <a:lnTo>
                  <a:pt x="414731" y="830351"/>
                </a:lnTo>
                <a:lnTo>
                  <a:pt x="567131" y="830351"/>
                </a:lnTo>
                <a:lnTo>
                  <a:pt x="567131" y="9210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64906" y="1180934"/>
            <a:ext cx="982344" cy="734060"/>
          </a:xfrm>
          <a:custGeom>
            <a:avLst/>
            <a:gdLst/>
            <a:ahLst/>
            <a:cxnLst/>
            <a:rect l="l" t="t" r="r" b="b"/>
            <a:pathLst>
              <a:path w="982344" h="734060">
                <a:moveTo>
                  <a:pt x="152400" y="0"/>
                </a:moveTo>
                <a:lnTo>
                  <a:pt x="0" y="0"/>
                </a:lnTo>
                <a:lnTo>
                  <a:pt x="0" y="733602"/>
                </a:lnTo>
                <a:lnTo>
                  <a:pt x="152400" y="733602"/>
                </a:lnTo>
                <a:lnTo>
                  <a:pt x="152400" y="0"/>
                </a:lnTo>
                <a:close/>
              </a:path>
              <a:path w="982344" h="734060">
                <a:moveTo>
                  <a:pt x="359765" y="73596"/>
                </a:moveTo>
                <a:lnTo>
                  <a:pt x="207365" y="73596"/>
                </a:lnTo>
                <a:lnTo>
                  <a:pt x="207365" y="733602"/>
                </a:lnTo>
                <a:lnTo>
                  <a:pt x="359765" y="733602"/>
                </a:lnTo>
                <a:lnTo>
                  <a:pt x="359765" y="73596"/>
                </a:lnTo>
                <a:close/>
              </a:path>
              <a:path w="982344" h="734060">
                <a:moveTo>
                  <a:pt x="567143" y="234848"/>
                </a:moveTo>
                <a:lnTo>
                  <a:pt x="414743" y="234848"/>
                </a:lnTo>
                <a:lnTo>
                  <a:pt x="414743" y="733602"/>
                </a:lnTo>
                <a:lnTo>
                  <a:pt x="567143" y="733602"/>
                </a:lnTo>
                <a:lnTo>
                  <a:pt x="567143" y="234848"/>
                </a:lnTo>
                <a:close/>
              </a:path>
              <a:path w="982344" h="734060">
                <a:moveTo>
                  <a:pt x="774509" y="250240"/>
                </a:moveTo>
                <a:lnTo>
                  <a:pt x="622109" y="250240"/>
                </a:lnTo>
                <a:lnTo>
                  <a:pt x="622109" y="733602"/>
                </a:lnTo>
                <a:lnTo>
                  <a:pt x="774509" y="733602"/>
                </a:lnTo>
                <a:lnTo>
                  <a:pt x="774509" y="250240"/>
                </a:lnTo>
                <a:close/>
              </a:path>
              <a:path w="982344" h="734060">
                <a:moveTo>
                  <a:pt x="981875" y="355904"/>
                </a:moveTo>
                <a:lnTo>
                  <a:pt x="829475" y="355904"/>
                </a:lnTo>
                <a:lnTo>
                  <a:pt x="829475" y="733602"/>
                </a:lnTo>
                <a:lnTo>
                  <a:pt x="981875" y="733602"/>
                </a:lnTo>
                <a:lnTo>
                  <a:pt x="981875" y="35590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947737" y="2767012"/>
            <a:ext cx="1995805" cy="85725"/>
            <a:chOff x="947737" y="2767012"/>
            <a:chExt cx="1995805" cy="85725"/>
          </a:xfrm>
        </p:grpSpPr>
        <p:sp>
          <p:nvSpPr>
            <p:cNvPr id="50" name="object 50"/>
            <p:cNvSpPr/>
            <p:nvPr/>
          </p:nvSpPr>
          <p:spPr>
            <a:xfrm>
              <a:off x="952500" y="27717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79946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379946" y="0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43152"/>
                  </a:lnTo>
                  <a:lnTo>
                    <a:pt x="384806" y="75233"/>
                  </a:lnTo>
                  <a:lnTo>
                    <a:pt x="379946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8100" y="0"/>
                  </a:moveTo>
                  <a:lnTo>
                    <a:pt x="374894" y="0"/>
                  </a:lnTo>
                  <a:lnTo>
                    <a:pt x="379946" y="0"/>
                  </a:lnTo>
                  <a:lnTo>
                    <a:pt x="384806" y="966"/>
                  </a:lnTo>
                  <a:lnTo>
                    <a:pt x="389474" y="2900"/>
                  </a:lnTo>
                  <a:lnTo>
                    <a:pt x="394142" y="4833"/>
                  </a:lnTo>
                  <a:lnTo>
                    <a:pt x="398262" y="7586"/>
                  </a:lnTo>
                  <a:lnTo>
                    <a:pt x="401834" y="11159"/>
                  </a:lnTo>
                  <a:lnTo>
                    <a:pt x="405407" y="14731"/>
                  </a:lnTo>
                  <a:lnTo>
                    <a:pt x="408160" y="18851"/>
                  </a:lnTo>
                  <a:lnTo>
                    <a:pt x="410094" y="23519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38100"/>
                  </a:lnTo>
                  <a:lnTo>
                    <a:pt x="412994" y="43152"/>
                  </a:lnTo>
                  <a:lnTo>
                    <a:pt x="389474" y="73299"/>
                  </a:lnTo>
                  <a:lnTo>
                    <a:pt x="384806" y="75233"/>
                  </a:lnTo>
                  <a:lnTo>
                    <a:pt x="379946" y="76199"/>
                  </a:lnTo>
                  <a:lnTo>
                    <a:pt x="374894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91440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00150" y="4829187"/>
            <a:ext cx="809625" cy="9525"/>
          </a:xfrm>
          <a:custGeom>
            <a:avLst/>
            <a:gdLst/>
            <a:ahLst/>
            <a:cxnLst/>
            <a:rect l="l" t="t" r="r" b="b"/>
            <a:pathLst>
              <a:path w="809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8096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8096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8096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8096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8096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8096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8096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8096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8096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8096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057400" y="482918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686050" y="482918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1465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71550" y="4291024"/>
            <a:ext cx="180975" cy="548005"/>
          </a:xfrm>
          <a:custGeom>
            <a:avLst/>
            <a:gdLst/>
            <a:ahLst/>
            <a:cxnLst/>
            <a:rect l="l" t="t" r="r" b="b"/>
            <a:pathLst>
              <a:path w="180975" h="548004">
                <a:moveTo>
                  <a:pt x="9525" y="538162"/>
                </a:moveTo>
                <a:lnTo>
                  <a:pt x="0" y="538162"/>
                </a:lnTo>
                <a:lnTo>
                  <a:pt x="0" y="547687"/>
                </a:lnTo>
                <a:lnTo>
                  <a:pt x="9525" y="547687"/>
                </a:lnTo>
                <a:lnTo>
                  <a:pt x="9525" y="538162"/>
                </a:lnTo>
                <a:close/>
              </a:path>
              <a:path w="180975" h="54800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548004">
                <a:moveTo>
                  <a:pt x="66675" y="538162"/>
                </a:moveTo>
                <a:lnTo>
                  <a:pt x="57150" y="538162"/>
                </a:lnTo>
                <a:lnTo>
                  <a:pt x="57150" y="547687"/>
                </a:lnTo>
                <a:lnTo>
                  <a:pt x="66675" y="547687"/>
                </a:lnTo>
                <a:lnTo>
                  <a:pt x="66675" y="538162"/>
                </a:lnTo>
                <a:close/>
              </a:path>
              <a:path w="180975" h="548004">
                <a:moveTo>
                  <a:pt x="123825" y="538162"/>
                </a:moveTo>
                <a:lnTo>
                  <a:pt x="114300" y="538162"/>
                </a:lnTo>
                <a:lnTo>
                  <a:pt x="114300" y="547687"/>
                </a:lnTo>
                <a:lnTo>
                  <a:pt x="123825" y="547687"/>
                </a:lnTo>
                <a:lnTo>
                  <a:pt x="123825" y="538162"/>
                </a:lnTo>
                <a:close/>
              </a:path>
              <a:path w="180975" h="548004">
                <a:moveTo>
                  <a:pt x="180975" y="538162"/>
                </a:moveTo>
                <a:lnTo>
                  <a:pt x="171450" y="538162"/>
                </a:lnTo>
                <a:lnTo>
                  <a:pt x="171450" y="547687"/>
                </a:lnTo>
                <a:lnTo>
                  <a:pt x="180975" y="547687"/>
                </a:lnTo>
                <a:lnTo>
                  <a:pt x="180975" y="538162"/>
                </a:lnTo>
                <a:close/>
              </a:path>
              <a:path w="180975" h="548004">
                <a:moveTo>
                  <a:pt x="180975" y="0"/>
                </a:moveTo>
                <a:lnTo>
                  <a:pt x="179781" y="0"/>
                </a:lnTo>
                <a:lnTo>
                  <a:pt x="179781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26504" y="474354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14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200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57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314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371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28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85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543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00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57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714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71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288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8859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431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002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57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145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717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288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860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43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00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57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514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571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28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686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743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800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857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914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26504" y="420538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14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71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028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085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43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200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57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14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71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8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485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543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600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657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14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71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8288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8859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9431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0002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057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114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171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228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286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343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400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457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514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571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628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686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743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800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857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914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1668909" y="5387975"/>
            <a:ext cx="520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55434" y="3886243"/>
            <a:ext cx="139700" cy="809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987462" y="4876769"/>
            <a:ext cx="1868170" cy="4343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Indian…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Bharat…</a:t>
            </a:r>
            <a:endParaRPr sz="900">
              <a:latin typeface="Segoe UI"/>
              <a:cs typeface="Segoe UI"/>
            </a:endParaRPr>
          </a:p>
          <a:p>
            <a:pPr marL="234315" marR="5080" indent="15875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BJP INC</a:t>
            </a:r>
            <a:endParaRPr sz="900">
              <a:latin typeface="Segoe UI"/>
              <a:cs typeface="Segoe UI"/>
            </a:endParaRPr>
          </a:p>
          <a:p>
            <a:pPr marL="18415" marR="5080" indent="82550" algn="just">
              <a:lnSpc>
                <a:spcPct val="1541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Com…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Janata… Indep… Indian… Bahuj…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998934" y="3947345"/>
            <a:ext cx="152400" cy="882015"/>
            <a:chOff x="998934" y="3947345"/>
            <a:chExt cx="152400" cy="882015"/>
          </a:xfrm>
        </p:grpSpPr>
        <p:sp>
          <p:nvSpPr>
            <p:cNvPr id="133" name="object 133"/>
            <p:cNvSpPr/>
            <p:nvPr/>
          </p:nvSpPr>
          <p:spPr>
            <a:xfrm>
              <a:off x="998934" y="4700973"/>
              <a:ext cx="152400" cy="128270"/>
            </a:xfrm>
            <a:custGeom>
              <a:avLst/>
              <a:gdLst/>
              <a:ahLst/>
              <a:cxnLst/>
              <a:rect l="l" t="t" r="r" b="b"/>
              <a:pathLst>
                <a:path w="152400" h="128270">
                  <a:moveTo>
                    <a:pt x="152400" y="128201"/>
                  </a:moveTo>
                  <a:lnTo>
                    <a:pt x="0" y="1282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82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98934" y="4099919"/>
              <a:ext cx="152400" cy="601345"/>
            </a:xfrm>
            <a:custGeom>
              <a:avLst/>
              <a:gdLst/>
              <a:ahLst/>
              <a:cxnLst/>
              <a:rect l="l" t="t" r="r" b="b"/>
              <a:pathLst>
                <a:path w="152400" h="601345">
                  <a:moveTo>
                    <a:pt x="152400" y="601054"/>
                  </a:moveTo>
                  <a:lnTo>
                    <a:pt x="0" y="60105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0105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98934" y="3999483"/>
              <a:ext cx="152400" cy="100965"/>
            </a:xfrm>
            <a:custGeom>
              <a:avLst/>
              <a:gdLst/>
              <a:ahLst/>
              <a:cxnLst/>
              <a:rect l="l" t="t" r="r" b="b"/>
              <a:pathLst>
                <a:path w="152400" h="100964">
                  <a:moveTo>
                    <a:pt x="152400" y="100435"/>
                  </a:moveTo>
                  <a:lnTo>
                    <a:pt x="0" y="1004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043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98934" y="3947345"/>
              <a:ext cx="152400" cy="52705"/>
            </a:xfrm>
            <a:custGeom>
              <a:avLst/>
              <a:gdLst/>
              <a:ahLst/>
              <a:cxnLst/>
              <a:rect l="l" t="t" r="r" b="b"/>
              <a:pathLst>
                <a:path w="152400" h="52704">
                  <a:moveTo>
                    <a:pt x="152400" y="52137"/>
                  </a:moveTo>
                  <a:lnTo>
                    <a:pt x="0" y="5213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213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1210270" y="4381350"/>
            <a:ext cx="786765" cy="448309"/>
            <a:chOff x="1210270" y="4381350"/>
            <a:chExt cx="786765" cy="448309"/>
          </a:xfrm>
        </p:grpSpPr>
        <p:sp>
          <p:nvSpPr>
            <p:cNvPr id="138" name="object 138"/>
            <p:cNvSpPr/>
            <p:nvPr/>
          </p:nvSpPr>
          <p:spPr>
            <a:xfrm>
              <a:off x="1210259" y="4744758"/>
              <a:ext cx="786765" cy="84455"/>
            </a:xfrm>
            <a:custGeom>
              <a:avLst/>
              <a:gdLst/>
              <a:ahLst/>
              <a:cxnLst/>
              <a:rect l="l" t="t" r="r" b="b"/>
              <a:pathLst>
                <a:path w="786764" h="84454">
                  <a:moveTo>
                    <a:pt x="152400" y="0"/>
                  </a:moveTo>
                  <a:lnTo>
                    <a:pt x="0" y="0"/>
                  </a:lnTo>
                  <a:lnTo>
                    <a:pt x="0" y="84429"/>
                  </a:lnTo>
                  <a:lnTo>
                    <a:pt x="152400" y="84429"/>
                  </a:lnTo>
                  <a:lnTo>
                    <a:pt x="152400" y="0"/>
                  </a:lnTo>
                  <a:close/>
                </a:path>
                <a:path w="786764" h="84454">
                  <a:moveTo>
                    <a:pt x="786409" y="60502"/>
                  </a:moveTo>
                  <a:lnTo>
                    <a:pt x="634009" y="60502"/>
                  </a:lnTo>
                  <a:lnTo>
                    <a:pt x="634009" y="84429"/>
                  </a:lnTo>
                  <a:lnTo>
                    <a:pt x="786409" y="84429"/>
                  </a:lnTo>
                  <a:lnTo>
                    <a:pt x="786409" y="6050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10259" y="4459846"/>
              <a:ext cx="786765" cy="369570"/>
            </a:xfrm>
            <a:custGeom>
              <a:avLst/>
              <a:gdLst/>
              <a:ahLst/>
              <a:cxnLst/>
              <a:rect l="l" t="t" r="r" b="b"/>
              <a:pathLst>
                <a:path w="786764" h="369570">
                  <a:moveTo>
                    <a:pt x="152400" y="0"/>
                  </a:moveTo>
                  <a:lnTo>
                    <a:pt x="0" y="0"/>
                  </a:lnTo>
                  <a:lnTo>
                    <a:pt x="0" y="284911"/>
                  </a:lnTo>
                  <a:lnTo>
                    <a:pt x="152400" y="284911"/>
                  </a:lnTo>
                  <a:lnTo>
                    <a:pt x="152400" y="0"/>
                  </a:lnTo>
                  <a:close/>
                </a:path>
                <a:path w="786764" h="369570">
                  <a:moveTo>
                    <a:pt x="363740" y="155702"/>
                  </a:moveTo>
                  <a:lnTo>
                    <a:pt x="211340" y="155702"/>
                  </a:lnTo>
                  <a:lnTo>
                    <a:pt x="211340" y="369341"/>
                  </a:lnTo>
                  <a:lnTo>
                    <a:pt x="363740" y="369341"/>
                  </a:lnTo>
                  <a:lnTo>
                    <a:pt x="363740" y="155702"/>
                  </a:lnTo>
                  <a:close/>
                </a:path>
                <a:path w="786764" h="369570">
                  <a:moveTo>
                    <a:pt x="575081" y="195338"/>
                  </a:moveTo>
                  <a:lnTo>
                    <a:pt x="422681" y="195338"/>
                  </a:lnTo>
                  <a:lnTo>
                    <a:pt x="422681" y="369341"/>
                  </a:lnTo>
                  <a:lnTo>
                    <a:pt x="575081" y="369341"/>
                  </a:lnTo>
                  <a:lnTo>
                    <a:pt x="575081" y="195338"/>
                  </a:lnTo>
                  <a:close/>
                </a:path>
                <a:path w="786764" h="369570">
                  <a:moveTo>
                    <a:pt x="786409" y="233324"/>
                  </a:moveTo>
                  <a:lnTo>
                    <a:pt x="634009" y="233324"/>
                  </a:lnTo>
                  <a:lnTo>
                    <a:pt x="634009" y="345414"/>
                  </a:lnTo>
                  <a:lnTo>
                    <a:pt x="786409" y="345414"/>
                  </a:lnTo>
                  <a:lnTo>
                    <a:pt x="786409" y="2333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10259" y="4409808"/>
              <a:ext cx="786765" cy="283845"/>
            </a:xfrm>
            <a:custGeom>
              <a:avLst/>
              <a:gdLst/>
              <a:ahLst/>
              <a:cxnLst/>
              <a:rect l="l" t="t" r="r" b="b"/>
              <a:pathLst>
                <a:path w="786764" h="283845">
                  <a:moveTo>
                    <a:pt x="152400" y="0"/>
                  </a:moveTo>
                  <a:lnTo>
                    <a:pt x="0" y="0"/>
                  </a:lnTo>
                  <a:lnTo>
                    <a:pt x="0" y="50038"/>
                  </a:lnTo>
                  <a:lnTo>
                    <a:pt x="152400" y="50038"/>
                  </a:lnTo>
                  <a:lnTo>
                    <a:pt x="152400" y="0"/>
                  </a:lnTo>
                  <a:close/>
                </a:path>
                <a:path w="786764" h="283845">
                  <a:moveTo>
                    <a:pt x="363740" y="167462"/>
                  </a:moveTo>
                  <a:lnTo>
                    <a:pt x="211340" y="167462"/>
                  </a:lnTo>
                  <a:lnTo>
                    <a:pt x="211340" y="205740"/>
                  </a:lnTo>
                  <a:lnTo>
                    <a:pt x="363740" y="205740"/>
                  </a:lnTo>
                  <a:lnTo>
                    <a:pt x="363740" y="167462"/>
                  </a:lnTo>
                  <a:close/>
                </a:path>
                <a:path w="786764" h="283845">
                  <a:moveTo>
                    <a:pt x="575081" y="214706"/>
                  </a:moveTo>
                  <a:lnTo>
                    <a:pt x="422681" y="214706"/>
                  </a:lnTo>
                  <a:lnTo>
                    <a:pt x="422681" y="245376"/>
                  </a:lnTo>
                  <a:lnTo>
                    <a:pt x="575081" y="245376"/>
                  </a:lnTo>
                  <a:lnTo>
                    <a:pt x="575081" y="214706"/>
                  </a:lnTo>
                  <a:close/>
                </a:path>
                <a:path w="786764" h="283845">
                  <a:moveTo>
                    <a:pt x="786409" y="261061"/>
                  </a:moveTo>
                  <a:lnTo>
                    <a:pt x="634009" y="261061"/>
                  </a:lnTo>
                  <a:lnTo>
                    <a:pt x="634009" y="283362"/>
                  </a:lnTo>
                  <a:lnTo>
                    <a:pt x="786409" y="283362"/>
                  </a:lnTo>
                  <a:lnTo>
                    <a:pt x="786409" y="261061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10259" y="4381360"/>
              <a:ext cx="786765" cy="289560"/>
            </a:xfrm>
            <a:custGeom>
              <a:avLst/>
              <a:gdLst/>
              <a:ahLst/>
              <a:cxnLst/>
              <a:rect l="l" t="t" r="r" b="b"/>
              <a:pathLst>
                <a:path w="786764" h="289560">
                  <a:moveTo>
                    <a:pt x="152400" y="0"/>
                  </a:moveTo>
                  <a:lnTo>
                    <a:pt x="0" y="0"/>
                  </a:lnTo>
                  <a:lnTo>
                    <a:pt x="0" y="28448"/>
                  </a:lnTo>
                  <a:lnTo>
                    <a:pt x="152400" y="28448"/>
                  </a:lnTo>
                  <a:lnTo>
                    <a:pt x="152400" y="0"/>
                  </a:lnTo>
                  <a:close/>
                </a:path>
                <a:path w="786764" h="289560">
                  <a:moveTo>
                    <a:pt x="363740" y="170091"/>
                  </a:moveTo>
                  <a:lnTo>
                    <a:pt x="211340" y="170091"/>
                  </a:lnTo>
                  <a:lnTo>
                    <a:pt x="211340" y="195910"/>
                  </a:lnTo>
                  <a:lnTo>
                    <a:pt x="363740" y="195910"/>
                  </a:lnTo>
                  <a:lnTo>
                    <a:pt x="363740" y="170091"/>
                  </a:lnTo>
                  <a:close/>
                </a:path>
                <a:path w="786764" h="289560">
                  <a:moveTo>
                    <a:pt x="575081" y="221424"/>
                  </a:moveTo>
                  <a:lnTo>
                    <a:pt x="422681" y="221424"/>
                  </a:lnTo>
                  <a:lnTo>
                    <a:pt x="422681" y="243154"/>
                  </a:lnTo>
                  <a:lnTo>
                    <a:pt x="575081" y="243154"/>
                  </a:lnTo>
                  <a:lnTo>
                    <a:pt x="575081" y="221424"/>
                  </a:lnTo>
                  <a:close/>
                </a:path>
                <a:path w="786764" h="289560">
                  <a:moveTo>
                    <a:pt x="786409" y="283248"/>
                  </a:moveTo>
                  <a:lnTo>
                    <a:pt x="634009" y="283248"/>
                  </a:lnTo>
                  <a:lnTo>
                    <a:pt x="634009" y="289509"/>
                  </a:lnTo>
                  <a:lnTo>
                    <a:pt x="786409" y="289509"/>
                  </a:lnTo>
                  <a:lnTo>
                    <a:pt x="786409" y="283248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2055614" y="4694475"/>
            <a:ext cx="575310" cy="135255"/>
            <a:chOff x="2055614" y="4694475"/>
            <a:chExt cx="575310" cy="135255"/>
          </a:xfrm>
        </p:grpSpPr>
        <p:sp>
          <p:nvSpPr>
            <p:cNvPr id="143" name="object 143"/>
            <p:cNvSpPr/>
            <p:nvPr/>
          </p:nvSpPr>
          <p:spPr>
            <a:xfrm>
              <a:off x="2266950" y="4805873"/>
              <a:ext cx="152400" cy="23495"/>
            </a:xfrm>
            <a:custGeom>
              <a:avLst/>
              <a:gdLst/>
              <a:ahLst/>
              <a:cxnLst/>
              <a:rect l="l" t="t" r="r" b="b"/>
              <a:pathLst>
                <a:path w="152400" h="23495">
                  <a:moveTo>
                    <a:pt x="152400" y="23301"/>
                  </a:moveTo>
                  <a:lnTo>
                    <a:pt x="0" y="233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33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055609" y="4722786"/>
              <a:ext cx="575310" cy="106680"/>
            </a:xfrm>
            <a:custGeom>
              <a:avLst/>
              <a:gdLst/>
              <a:ahLst/>
              <a:cxnLst/>
              <a:rect l="l" t="t" r="r" b="b"/>
              <a:pathLst>
                <a:path w="575310" h="106679">
                  <a:moveTo>
                    <a:pt x="152400" y="0"/>
                  </a:moveTo>
                  <a:lnTo>
                    <a:pt x="0" y="0"/>
                  </a:lnTo>
                  <a:lnTo>
                    <a:pt x="0" y="106400"/>
                  </a:lnTo>
                  <a:lnTo>
                    <a:pt x="152400" y="106400"/>
                  </a:lnTo>
                  <a:lnTo>
                    <a:pt x="152400" y="0"/>
                  </a:lnTo>
                  <a:close/>
                </a:path>
                <a:path w="575310" h="106679">
                  <a:moveTo>
                    <a:pt x="363740" y="2400"/>
                  </a:moveTo>
                  <a:lnTo>
                    <a:pt x="211340" y="2400"/>
                  </a:lnTo>
                  <a:lnTo>
                    <a:pt x="211340" y="83096"/>
                  </a:lnTo>
                  <a:lnTo>
                    <a:pt x="363740" y="83096"/>
                  </a:lnTo>
                  <a:lnTo>
                    <a:pt x="363740" y="2400"/>
                  </a:lnTo>
                  <a:close/>
                </a:path>
                <a:path w="575310" h="106679">
                  <a:moveTo>
                    <a:pt x="575068" y="34150"/>
                  </a:moveTo>
                  <a:lnTo>
                    <a:pt x="422668" y="34150"/>
                  </a:lnTo>
                  <a:lnTo>
                    <a:pt x="422668" y="106400"/>
                  </a:lnTo>
                  <a:lnTo>
                    <a:pt x="575068" y="106400"/>
                  </a:lnTo>
                  <a:lnTo>
                    <a:pt x="575068" y="3415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055609" y="4701463"/>
              <a:ext cx="575310" cy="55880"/>
            </a:xfrm>
            <a:custGeom>
              <a:avLst/>
              <a:gdLst/>
              <a:ahLst/>
              <a:cxnLst/>
              <a:rect l="l" t="t" r="r" b="b"/>
              <a:pathLst>
                <a:path w="575310" h="55879">
                  <a:moveTo>
                    <a:pt x="152400" y="0"/>
                  </a:moveTo>
                  <a:lnTo>
                    <a:pt x="0" y="0"/>
                  </a:lnTo>
                  <a:lnTo>
                    <a:pt x="0" y="21323"/>
                  </a:lnTo>
                  <a:lnTo>
                    <a:pt x="152400" y="21323"/>
                  </a:lnTo>
                  <a:lnTo>
                    <a:pt x="152400" y="0"/>
                  </a:lnTo>
                  <a:close/>
                </a:path>
                <a:path w="575310" h="55879">
                  <a:moveTo>
                    <a:pt x="363740" y="13792"/>
                  </a:moveTo>
                  <a:lnTo>
                    <a:pt x="211340" y="13792"/>
                  </a:lnTo>
                  <a:lnTo>
                    <a:pt x="211340" y="23723"/>
                  </a:lnTo>
                  <a:lnTo>
                    <a:pt x="363740" y="23723"/>
                  </a:lnTo>
                  <a:lnTo>
                    <a:pt x="363740" y="13792"/>
                  </a:lnTo>
                  <a:close/>
                </a:path>
                <a:path w="575310" h="55879">
                  <a:moveTo>
                    <a:pt x="575068" y="42024"/>
                  </a:moveTo>
                  <a:lnTo>
                    <a:pt x="422668" y="42024"/>
                  </a:lnTo>
                  <a:lnTo>
                    <a:pt x="422668" y="55473"/>
                  </a:lnTo>
                  <a:lnTo>
                    <a:pt x="575068" y="55473"/>
                  </a:lnTo>
                  <a:lnTo>
                    <a:pt x="575068" y="42024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055609" y="4694478"/>
              <a:ext cx="575310" cy="49530"/>
            </a:xfrm>
            <a:custGeom>
              <a:avLst/>
              <a:gdLst/>
              <a:ahLst/>
              <a:cxnLst/>
              <a:rect l="l" t="t" r="r" b="b"/>
              <a:pathLst>
                <a:path w="575310" h="49529">
                  <a:moveTo>
                    <a:pt x="152400" y="0"/>
                  </a:moveTo>
                  <a:lnTo>
                    <a:pt x="0" y="0"/>
                  </a:lnTo>
                  <a:lnTo>
                    <a:pt x="0" y="6985"/>
                  </a:lnTo>
                  <a:lnTo>
                    <a:pt x="152400" y="6985"/>
                  </a:lnTo>
                  <a:lnTo>
                    <a:pt x="152400" y="0"/>
                  </a:lnTo>
                  <a:close/>
                </a:path>
                <a:path w="575310" h="49529">
                  <a:moveTo>
                    <a:pt x="363740" y="13906"/>
                  </a:moveTo>
                  <a:lnTo>
                    <a:pt x="211340" y="13906"/>
                  </a:lnTo>
                  <a:lnTo>
                    <a:pt x="211340" y="20777"/>
                  </a:lnTo>
                  <a:lnTo>
                    <a:pt x="363740" y="20777"/>
                  </a:lnTo>
                  <a:lnTo>
                    <a:pt x="363740" y="13906"/>
                  </a:lnTo>
                  <a:close/>
                </a:path>
                <a:path w="575310" h="49529">
                  <a:moveTo>
                    <a:pt x="575068" y="43802"/>
                  </a:moveTo>
                  <a:lnTo>
                    <a:pt x="422668" y="43802"/>
                  </a:lnTo>
                  <a:lnTo>
                    <a:pt x="422668" y="49009"/>
                  </a:lnTo>
                  <a:lnTo>
                    <a:pt x="575068" y="49009"/>
                  </a:lnTo>
                  <a:lnTo>
                    <a:pt x="575068" y="4380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" name="object 147"/>
          <p:cNvGrpSpPr/>
          <p:nvPr/>
        </p:nvGrpSpPr>
        <p:grpSpPr>
          <a:xfrm>
            <a:off x="2689621" y="4740328"/>
            <a:ext cx="152400" cy="88900"/>
            <a:chOff x="2689621" y="4740328"/>
            <a:chExt cx="152400" cy="88900"/>
          </a:xfrm>
        </p:grpSpPr>
        <p:sp>
          <p:nvSpPr>
            <p:cNvPr id="148" name="object 148"/>
            <p:cNvSpPr/>
            <p:nvPr/>
          </p:nvSpPr>
          <p:spPr>
            <a:xfrm>
              <a:off x="2689621" y="4801482"/>
              <a:ext cx="152400" cy="27940"/>
            </a:xfrm>
            <a:custGeom>
              <a:avLst/>
              <a:gdLst/>
              <a:ahLst/>
              <a:cxnLst/>
              <a:rect l="l" t="t" r="r" b="b"/>
              <a:pathLst>
                <a:path w="152400" h="27939">
                  <a:moveTo>
                    <a:pt x="152400" y="27692"/>
                  </a:moveTo>
                  <a:lnTo>
                    <a:pt x="0" y="276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769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89621" y="4757558"/>
              <a:ext cx="152400" cy="44450"/>
            </a:xfrm>
            <a:custGeom>
              <a:avLst/>
              <a:gdLst/>
              <a:ahLst/>
              <a:cxnLst/>
              <a:rect l="l" t="t" r="r" b="b"/>
              <a:pathLst>
                <a:path w="152400" h="44450">
                  <a:moveTo>
                    <a:pt x="152400" y="43923"/>
                  </a:moveTo>
                  <a:lnTo>
                    <a:pt x="0" y="4392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392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89621" y="4741190"/>
              <a:ext cx="152400" cy="16510"/>
            </a:xfrm>
            <a:custGeom>
              <a:avLst/>
              <a:gdLst/>
              <a:ahLst/>
              <a:cxnLst/>
              <a:rect l="l" t="t" r="r" b="b"/>
              <a:pathLst>
                <a:path w="152400" h="16510">
                  <a:moveTo>
                    <a:pt x="152400" y="16368"/>
                  </a:moveTo>
                  <a:lnTo>
                    <a:pt x="0" y="1636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636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689621" y="4740328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400" y="862"/>
                  </a:moveTo>
                  <a:lnTo>
                    <a:pt x="0" y="86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6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" name="object 152"/>
          <p:cNvGrpSpPr/>
          <p:nvPr/>
        </p:nvGrpSpPr>
        <p:grpSpPr>
          <a:xfrm>
            <a:off x="909637" y="5529262"/>
            <a:ext cx="2033905" cy="85725"/>
            <a:chOff x="909637" y="5529262"/>
            <a:chExt cx="2033905" cy="85725"/>
          </a:xfrm>
        </p:grpSpPr>
        <p:sp>
          <p:nvSpPr>
            <p:cNvPr id="153" name="object 153"/>
            <p:cNvSpPr/>
            <p:nvPr/>
          </p:nvSpPr>
          <p:spPr>
            <a:xfrm>
              <a:off x="914400" y="5534025"/>
              <a:ext cx="2028825" cy="76200"/>
            </a:xfrm>
            <a:custGeom>
              <a:avLst/>
              <a:gdLst/>
              <a:ahLst/>
              <a:cxnLst/>
              <a:rect l="l" t="t" r="r" b="b"/>
              <a:pathLst>
                <a:path w="2028825" h="76200">
                  <a:moveTo>
                    <a:pt x="19957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95777" y="0"/>
                  </a:lnTo>
                  <a:lnTo>
                    <a:pt x="2027857" y="28187"/>
                  </a:lnTo>
                  <a:lnTo>
                    <a:pt x="2028824" y="33047"/>
                  </a:lnTo>
                  <a:lnTo>
                    <a:pt x="2028824" y="43152"/>
                  </a:lnTo>
                  <a:lnTo>
                    <a:pt x="2000637" y="75233"/>
                  </a:lnTo>
                  <a:lnTo>
                    <a:pt x="19957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637" y="5529262"/>
              <a:ext cx="99852" cy="85725"/>
            </a:xfrm>
            <a:prstGeom prst="rect">
              <a:avLst/>
            </a:prstGeom>
          </p:spPr>
        </p:pic>
      </p:grpSp>
      <p:pic>
        <p:nvPicPr>
          <p:cNvPr id="155" name="object 1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70" y="3491484"/>
            <a:ext cx="95249" cy="95249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795" y="3491484"/>
            <a:ext cx="95249" cy="95249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7320" y="3491484"/>
            <a:ext cx="95249" cy="95249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2595" y="3491484"/>
            <a:ext cx="95249" cy="95249"/>
          </a:xfrm>
          <a:prstGeom prst="rect">
            <a:avLst/>
          </a:prstGeom>
        </p:spPr>
      </p:pic>
      <p:sp>
        <p:nvSpPr>
          <p:cNvPr id="159" name="object 159"/>
          <p:cNvSpPr txBox="1"/>
          <p:nvPr/>
        </p:nvSpPr>
        <p:spPr>
          <a:xfrm>
            <a:off x="358775" y="2952813"/>
            <a:ext cx="2565400" cy="87756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80340" marR="970280" indent="-168275">
              <a:lnSpc>
                <a:spcPct val="155200"/>
              </a:lnSpc>
              <a:spcBef>
                <a:spcPts val="235"/>
              </a:spcBef>
              <a:tabLst>
                <a:tab pos="781050" algn="l"/>
                <a:tab pos="1169035" algn="l"/>
                <a:tab pos="1466215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pc_type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6492875" y="68262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52423"/>
                </a:solidFill>
                <a:latin typeface="Verdana"/>
                <a:cs typeface="Verdana"/>
              </a:rPr>
              <a:t>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276776" y="374681"/>
            <a:ext cx="356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Verdana"/>
                <a:cs typeface="Verdana"/>
              </a:rPr>
              <a:t></a:t>
            </a:r>
            <a:r>
              <a:rPr sz="1000" spc="245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52423"/>
                </a:solidFill>
                <a:latin typeface="Verdana"/>
                <a:cs typeface="Verdana"/>
              </a:rPr>
              <a:t>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124325" y="314325"/>
            <a:ext cx="2085975" cy="295275"/>
            <a:chOff x="4124325" y="314325"/>
            <a:chExt cx="2085975" cy="295275"/>
          </a:xfrm>
        </p:grpSpPr>
        <p:sp>
          <p:nvSpPr>
            <p:cNvPr id="163" name="object 163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2064057" y="285749"/>
                  </a:moveTo>
                  <a:lnTo>
                    <a:pt x="12392" y="285749"/>
                  </a:lnTo>
                  <a:lnTo>
                    <a:pt x="10570" y="285387"/>
                  </a:lnTo>
                  <a:lnTo>
                    <a:pt x="0" y="273357"/>
                  </a:lnTo>
                  <a:lnTo>
                    <a:pt x="0" y="27146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2064057" y="0"/>
                  </a:lnTo>
                  <a:lnTo>
                    <a:pt x="2076449" y="12392"/>
                  </a:lnTo>
                  <a:lnTo>
                    <a:pt x="2076449" y="273357"/>
                  </a:lnTo>
                  <a:lnTo>
                    <a:pt x="2065879" y="285387"/>
                  </a:lnTo>
                  <a:lnTo>
                    <a:pt x="2064057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0" y="271462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2062162" y="0"/>
                  </a:lnTo>
                  <a:lnTo>
                    <a:pt x="2064057" y="0"/>
                  </a:lnTo>
                  <a:lnTo>
                    <a:pt x="2065879" y="362"/>
                  </a:lnTo>
                  <a:lnTo>
                    <a:pt x="2076450" y="14287"/>
                  </a:lnTo>
                  <a:lnTo>
                    <a:pt x="2076450" y="271462"/>
                  </a:lnTo>
                  <a:lnTo>
                    <a:pt x="2062162" y="285750"/>
                  </a:lnTo>
                  <a:lnTo>
                    <a:pt x="14287" y="285750"/>
                  </a:lnTo>
                  <a:lnTo>
                    <a:pt x="1087" y="276930"/>
                  </a:lnTo>
                  <a:lnTo>
                    <a:pt x="362" y="275179"/>
                  </a:lnTo>
                  <a:lnTo>
                    <a:pt x="0" y="27335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A19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113735" y="368300"/>
            <a:ext cx="21075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1575" spc="352" baseline="-13227" dirty="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sz="1575" spc="97" baseline="-13227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average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spc="-10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elector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646810" y="1327943"/>
            <a:ext cx="1355725" cy="939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4500" spc="-370" dirty="0">
                <a:solidFill>
                  <a:srgbClr val="252423"/>
                </a:solidFill>
                <a:latin typeface="Tahoma"/>
                <a:cs typeface="Tahoma"/>
              </a:rPr>
              <a:t>1.12M</a:t>
            </a:r>
            <a:endParaRPr sz="45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747712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534275" y="1924062"/>
            <a:ext cx="2238375" cy="9525"/>
          </a:xfrm>
          <a:custGeom>
            <a:avLst/>
            <a:gdLst/>
            <a:ahLst/>
            <a:cxnLst/>
            <a:rect l="l" t="t" r="r" b="b"/>
            <a:pathLst>
              <a:path w="22383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22383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22383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22383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22383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22383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22383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22383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22383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22383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22383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22383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22383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22383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22383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22383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22383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22383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223837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223837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223837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223837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223837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223837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223837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  <a:path w="2238375" h="9525">
                <a:moveTo>
                  <a:pt x="1438275" y="0"/>
                </a:moveTo>
                <a:lnTo>
                  <a:pt x="1428750" y="0"/>
                </a:lnTo>
                <a:lnTo>
                  <a:pt x="1428750" y="9525"/>
                </a:lnTo>
                <a:lnTo>
                  <a:pt x="1438275" y="9525"/>
                </a:lnTo>
                <a:lnTo>
                  <a:pt x="1438275" y="0"/>
                </a:lnTo>
                <a:close/>
              </a:path>
              <a:path w="2238375" h="9525">
                <a:moveTo>
                  <a:pt x="1495425" y="0"/>
                </a:moveTo>
                <a:lnTo>
                  <a:pt x="1485900" y="0"/>
                </a:lnTo>
                <a:lnTo>
                  <a:pt x="1485900" y="9525"/>
                </a:lnTo>
                <a:lnTo>
                  <a:pt x="1495425" y="9525"/>
                </a:lnTo>
                <a:lnTo>
                  <a:pt x="1495425" y="0"/>
                </a:lnTo>
                <a:close/>
              </a:path>
              <a:path w="2238375" h="9525">
                <a:moveTo>
                  <a:pt x="1552575" y="0"/>
                </a:moveTo>
                <a:lnTo>
                  <a:pt x="1543050" y="0"/>
                </a:lnTo>
                <a:lnTo>
                  <a:pt x="1543050" y="9525"/>
                </a:lnTo>
                <a:lnTo>
                  <a:pt x="1552575" y="9525"/>
                </a:lnTo>
                <a:lnTo>
                  <a:pt x="1552575" y="0"/>
                </a:lnTo>
                <a:close/>
              </a:path>
              <a:path w="2238375" h="9525">
                <a:moveTo>
                  <a:pt x="1609725" y="0"/>
                </a:moveTo>
                <a:lnTo>
                  <a:pt x="1600200" y="0"/>
                </a:lnTo>
                <a:lnTo>
                  <a:pt x="1600200" y="9525"/>
                </a:lnTo>
                <a:lnTo>
                  <a:pt x="1609725" y="9525"/>
                </a:lnTo>
                <a:lnTo>
                  <a:pt x="1609725" y="0"/>
                </a:lnTo>
                <a:close/>
              </a:path>
              <a:path w="2238375" h="9525">
                <a:moveTo>
                  <a:pt x="1666875" y="0"/>
                </a:moveTo>
                <a:lnTo>
                  <a:pt x="1657350" y="0"/>
                </a:lnTo>
                <a:lnTo>
                  <a:pt x="1657350" y="9525"/>
                </a:lnTo>
                <a:lnTo>
                  <a:pt x="1666875" y="9525"/>
                </a:lnTo>
                <a:lnTo>
                  <a:pt x="1666875" y="0"/>
                </a:lnTo>
                <a:close/>
              </a:path>
              <a:path w="2238375" h="9525">
                <a:moveTo>
                  <a:pt x="1724025" y="0"/>
                </a:moveTo>
                <a:lnTo>
                  <a:pt x="1714500" y="0"/>
                </a:lnTo>
                <a:lnTo>
                  <a:pt x="1714500" y="9525"/>
                </a:lnTo>
                <a:lnTo>
                  <a:pt x="1724025" y="9525"/>
                </a:lnTo>
                <a:lnTo>
                  <a:pt x="1724025" y="0"/>
                </a:lnTo>
                <a:close/>
              </a:path>
              <a:path w="2238375" h="9525">
                <a:moveTo>
                  <a:pt x="1781175" y="0"/>
                </a:moveTo>
                <a:lnTo>
                  <a:pt x="1771650" y="0"/>
                </a:lnTo>
                <a:lnTo>
                  <a:pt x="1771650" y="9525"/>
                </a:lnTo>
                <a:lnTo>
                  <a:pt x="1781175" y="9525"/>
                </a:lnTo>
                <a:lnTo>
                  <a:pt x="1781175" y="0"/>
                </a:lnTo>
                <a:close/>
              </a:path>
              <a:path w="2238375" h="9525">
                <a:moveTo>
                  <a:pt x="1838325" y="0"/>
                </a:moveTo>
                <a:lnTo>
                  <a:pt x="1828800" y="0"/>
                </a:lnTo>
                <a:lnTo>
                  <a:pt x="1828800" y="9525"/>
                </a:lnTo>
                <a:lnTo>
                  <a:pt x="1838325" y="9525"/>
                </a:lnTo>
                <a:lnTo>
                  <a:pt x="1838325" y="0"/>
                </a:lnTo>
                <a:close/>
              </a:path>
              <a:path w="2238375" h="9525">
                <a:moveTo>
                  <a:pt x="1895475" y="0"/>
                </a:moveTo>
                <a:lnTo>
                  <a:pt x="1885950" y="0"/>
                </a:lnTo>
                <a:lnTo>
                  <a:pt x="1885950" y="9525"/>
                </a:lnTo>
                <a:lnTo>
                  <a:pt x="1895475" y="9525"/>
                </a:lnTo>
                <a:lnTo>
                  <a:pt x="1895475" y="0"/>
                </a:lnTo>
                <a:close/>
              </a:path>
              <a:path w="2238375" h="9525">
                <a:moveTo>
                  <a:pt x="1952625" y="0"/>
                </a:moveTo>
                <a:lnTo>
                  <a:pt x="1943100" y="0"/>
                </a:lnTo>
                <a:lnTo>
                  <a:pt x="1943100" y="9525"/>
                </a:lnTo>
                <a:lnTo>
                  <a:pt x="1952625" y="9525"/>
                </a:lnTo>
                <a:lnTo>
                  <a:pt x="1952625" y="0"/>
                </a:lnTo>
                <a:close/>
              </a:path>
              <a:path w="2238375" h="9525">
                <a:moveTo>
                  <a:pt x="2009775" y="0"/>
                </a:moveTo>
                <a:lnTo>
                  <a:pt x="2000250" y="0"/>
                </a:lnTo>
                <a:lnTo>
                  <a:pt x="2000250" y="9525"/>
                </a:lnTo>
                <a:lnTo>
                  <a:pt x="2009775" y="9525"/>
                </a:lnTo>
                <a:lnTo>
                  <a:pt x="2009775" y="0"/>
                </a:lnTo>
                <a:close/>
              </a:path>
              <a:path w="2238375" h="9525">
                <a:moveTo>
                  <a:pt x="2066925" y="0"/>
                </a:moveTo>
                <a:lnTo>
                  <a:pt x="2057400" y="0"/>
                </a:lnTo>
                <a:lnTo>
                  <a:pt x="2057400" y="9525"/>
                </a:lnTo>
                <a:lnTo>
                  <a:pt x="2066925" y="9525"/>
                </a:lnTo>
                <a:lnTo>
                  <a:pt x="2066925" y="0"/>
                </a:lnTo>
                <a:close/>
              </a:path>
              <a:path w="2238375" h="9525">
                <a:moveTo>
                  <a:pt x="2124075" y="0"/>
                </a:moveTo>
                <a:lnTo>
                  <a:pt x="2114550" y="0"/>
                </a:lnTo>
                <a:lnTo>
                  <a:pt x="2114550" y="9525"/>
                </a:lnTo>
                <a:lnTo>
                  <a:pt x="2124075" y="9525"/>
                </a:lnTo>
                <a:lnTo>
                  <a:pt x="2124075" y="0"/>
                </a:lnTo>
                <a:close/>
              </a:path>
              <a:path w="2238375" h="9525">
                <a:moveTo>
                  <a:pt x="2181225" y="0"/>
                </a:moveTo>
                <a:lnTo>
                  <a:pt x="2171700" y="0"/>
                </a:lnTo>
                <a:lnTo>
                  <a:pt x="2171700" y="9525"/>
                </a:lnTo>
                <a:lnTo>
                  <a:pt x="2181225" y="9525"/>
                </a:lnTo>
                <a:lnTo>
                  <a:pt x="2181225" y="0"/>
                </a:lnTo>
                <a:close/>
              </a:path>
              <a:path w="2238375" h="9525">
                <a:moveTo>
                  <a:pt x="2238375" y="0"/>
                </a:moveTo>
                <a:lnTo>
                  <a:pt x="2228850" y="0"/>
                </a:lnTo>
                <a:lnTo>
                  <a:pt x="2228850" y="9525"/>
                </a:lnTo>
                <a:lnTo>
                  <a:pt x="2238375" y="9525"/>
                </a:lnTo>
                <a:lnTo>
                  <a:pt x="22383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82027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089229" y="183842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7477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534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591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648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705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762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820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877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934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991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48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05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162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220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277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334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91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48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505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562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20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677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734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791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848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905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963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9020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9077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9134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9191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9248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9305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9363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9420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477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9534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9591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648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705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9763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9820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 txBox="1"/>
          <p:nvPr/>
        </p:nvSpPr>
        <p:spPr>
          <a:xfrm>
            <a:off x="7089229" y="1255017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8456513" y="2444750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918159" y="982197"/>
            <a:ext cx="139700" cy="9505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900" spc="-4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125" dirty="0">
                <a:solidFill>
                  <a:srgbClr val="252423"/>
                </a:solidFill>
                <a:latin typeface="Tahoma"/>
                <a:cs typeface="Tahoma"/>
              </a:rPr>
              <a:t>a…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7546000" y="1971625"/>
            <a:ext cx="2239010" cy="39306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Aura…</a:t>
            </a:r>
            <a:endParaRPr sz="900">
              <a:latin typeface="Segoe UI"/>
              <a:cs typeface="Segoe UI"/>
            </a:endParaRPr>
          </a:p>
          <a:p>
            <a:pPr marL="12700" marR="5080" indent="-635" algn="just">
              <a:lnSpc>
                <a:spcPct val="1503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Maha…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Hami…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Dum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Barasat Jadav… Aram… Tamluk Cooc… Murs… Hoog…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7559565" y="1482447"/>
            <a:ext cx="2213610" cy="441959"/>
            <a:chOff x="7559565" y="1482447"/>
            <a:chExt cx="2213610" cy="441959"/>
          </a:xfrm>
        </p:grpSpPr>
        <p:sp>
          <p:nvSpPr>
            <p:cNvPr id="218" name="object 218"/>
            <p:cNvSpPr/>
            <p:nvPr/>
          </p:nvSpPr>
          <p:spPr>
            <a:xfrm>
              <a:off x="7559565" y="1915993"/>
              <a:ext cx="2137410" cy="0"/>
            </a:xfrm>
            <a:custGeom>
              <a:avLst/>
              <a:gdLst/>
              <a:ahLst/>
              <a:cxnLst/>
              <a:rect l="l" t="t" r="r" b="b"/>
              <a:pathLst>
                <a:path w="2137409">
                  <a:moveTo>
                    <a:pt x="0" y="0"/>
                  </a:moveTo>
                  <a:lnTo>
                    <a:pt x="2137212" y="0"/>
                  </a:lnTo>
                </a:path>
              </a:pathLst>
            </a:custGeom>
            <a:ln w="16112">
              <a:solidFill>
                <a:srgbClr val="118C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635760" y="1482458"/>
              <a:ext cx="2137410" cy="441959"/>
            </a:xfrm>
            <a:custGeom>
              <a:avLst/>
              <a:gdLst/>
              <a:ahLst/>
              <a:cxnLst/>
              <a:rect l="l" t="t" r="r" b="b"/>
              <a:pathLst>
                <a:path w="2137409" h="441960">
                  <a:moveTo>
                    <a:pt x="76200" y="0"/>
                  </a:moveTo>
                  <a:lnTo>
                    <a:pt x="0" y="0"/>
                  </a:lnTo>
                  <a:lnTo>
                    <a:pt x="0" y="441604"/>
                  </a:lnTo>
                  <a:lnTo>
                    <a:pt x="76200" y="441604"/>
                  </a:lnTo>
                  <a:lnTo>
                    <a:pt x="76200" y="0"/>
                  </a:lnTo>
                  <a:close/>
                </a:path>
                <a:path w="2137409" h="441960">
                  <a:moveTo>
                    <a:pt x="282295" y="71221"/>
                  </a:moveTo>
                  <a:lnTo>
                    <a:pt x="206095" y="71221"/>
                  </a:lnTo>
                  <a:lnTo>
                    <a:pt x="206095" y="441604"/>
                  </a:lnTo>
                  <a:lnTo>
                    <a:pt x="282295" y="441604"/>
                  </a:lnTo>
                  <a:lnTo>
                    <a:pt x="282295" y="71221"/>
                  </a:lnTo>
                  <a:close/>
                </a:path>
                <a:path w="2137409" h="441960">
                  <a:moveTo>
                    <a:pt x="488403" y="123266"/>
                  </a:moveTo>
                  <a:lnTo>
                    <a:pt x="412203" y="123266"/>
                  </a:lnTo>
                  <a:lnTo>
                    <a:pt x="412203" y="441604"/>
                  </a:lnTo>
                  <a:lnTo>
                    <a:pt x="488403" y="441604"/>
                  </a:lnTo>
                  <a:lnTo>
                    <a:pt x="488403" y="123266"/>
                  </a:lnTo>
                  <a:close/>
                </a:path>
                <a:path w="2137409" h="441960">
                  <a:moveTo>
                    <a:pt x="694499" y="323824"/>
                  </a:moveTo>
                  <a:lnTo>
                    <a:pt x="618299" y="323824"/>
                  </a:lnTo>
                  <a:lnTo>
                    <a:pt x="618299" y="441604"/>
                  </a:lnTo>
                  <a:lnTo>
                    <a:pt x="694499" y="441604"/>
                  </a:lnTo>
                  <a:lnTo>
                    <a:pt x="694499" y="323824"/>
                  </a:lnTo>
                  <a:close/>
                </a:path>
                <a:path w="2137409" h="441960">
                  <a:moveTo>
                    <a:pt x="900607" y="309994"/>
                  </a:moveTo>
                  <a:lnTo>
                    <a:pt x="824407" y="309994"/>
                  </a:lnTo>
                  <a:lnTo>
                    <a:pt x="824407" y="441604"/>
                  </a:lnTo>
                  <a:lnTo>
                    <a:pt x="900607" y="441604"/>
                  </a:lnTo>
                  <a:lnTo>
                    <a:pt x="900607" y="309994"/>
                  </a:lnTo>
                  <a:close/>
                </a:path>
                <a:path w="2137409" h="441960">
                  <a:moveTo>
                    <a:pt x="1106703" y="297942"/>
                  </a:moveTo>
                  <a:lnTo>
                    <a:pt x="1030503" y="297942"/>
                  </a:lnTo>
                  <a:lnTo>
                    <a:pt x="1030503" y="441604"/>
                  </a:lnTo>
                  <a:lnTo>
                    <a:pt x="1106703" y="441604"/>
                  </a:lnTo>
                  <a:lnTo>
                    <a:pt x="1106703" y="297942"/>
                  </a:lnTo>
                  <a:close/>
                </a:path>
                <a:path w="2137409" h="441960">
                  <a:moveTo>
                    <a:pt x="1312811" y="381736"/>
                  </a:moveTo>
                  <a:lnTo>
                    <a:pt x="1236611" y="381736"/>
                  </a:lnTo>
                  <a:lnTo>
                    <a:pt x="1236611" y="441604"/>
                  </a:lnTo>
                  <a:lnTo>
                    <a:pt x="1312811" y="441604"/>
                  </a:lnTo>
                  <a:lnTo>
                    <a:pt x="1312811" y="381736"/>
                  </a:lnTo>
                  <a:close/>
                </a:path>
                <a:path w="2137409" h="441960">
                  <a:moveTo>
                    <a:pt x="1518907" y="346202"/>
                  </a:moveTo>
                  <a:lnTo>
                    <a:pt x="1442707" y="346202"/>
                  </a:lnTo>
                  <a:lnTo>
                    <a:pt x="1442707" y="441604"/>
                  </a:lnTo>
                  <a:lnTo>
                    <a:pt x="1518907" y="441604"/>
                  </a:lnTo>
                  <a:lnTo>
                    <a:pt x="1518907" y="346202"/>
                  </a:lnTo>
                  <a:close/>
                </a:path>
                <a:path w="2137409" h="441960">
                  <a:moveTo>
                    <a:pt x="1725002" y="343954"/>
                  </a:moveTo>
                  <a:lnTo>
                    <a:pt x="1648802" y="343954"/>
                  </a:lnTo>
                  <a:lnTo>
                    <a:pt x="1648802" y="441604"/>
                  </a:lnTo>
                  <a:lnTo>
                    <a:pt x="1725002" y="441604"/>
                  </a:lnTo>
                  <a:lnTo>
                    <a:pt x="1725002" y="343954"/>
                  </a:lnTo>
                  <a:close/>
                </a:path>
                <a:path w="2137409" h="441960">
                  <a:moveTo>
                    <a:pt x="1931111" y="315556"/>
                  </a:moveTo>
                  <a:lnTo>
                    <a:pt x="1854911" y="315556"/>
                  </a:lnTo>
                  <a:lnTo>
                    <a:pt x="1854911" y="441604"/>
                  </a:lnTo>
                  <a:lnTo>
                    <a:pt x="1931111" y="441604"/>
                  </a:lnTo>
                  <a:lnTo>
                    <a:pt x="1931111" y="315556"/>
                  </a:lnTo>
                  <a:close/>
                </a:path>
                <a:path w="2137409" h="441960">
                  <a:moveTo>
                    <a:pt x="2137206" y="348996"/>
                  </a:moveTo>
                  <a:lnTo>
                    <a:pt x="2061006" y="348996"/>
                  </a:lnTo>
                  <a:lnTo>
                    <a:pt x="2061006" y="441604"/>
                  </a:lnTo>
                  <a:lnTo>
                    <a:pt x="2137206" y="441604"/>
                  </a:lnTo>
                  <a:lnTo>
                    <a:pt x="2137206" y="34899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7472362" y="2586037"/>
            <a:ext cx="2395855" cy="85725"/>
            <a:chOff x="7472362" y="2586037"/>
            <a:chExt cx="2395855" cy="85725"/>
          </a:xfrm>
        </p:grpSpPr>
        <p:sp>
          <p:nvSpPr>
            <p:cNvPr id="221" name="object 221"/>
            <p:cNvSpPr/>
            <p:nvPr/>
          </p:nvSpPr>
          <p:spPr>
            <a:xfrm>
              <a:off x="7477125" y="2590800"/>
              <a:ext cx="2390775" cy="76200"/>
            </a:xfrm>
            <a:custGeom>
              <a:avLst/>
              <a:gdLst/>
              <a:ahLst/>
              <a:cxnLst/>
              <a:rect l="l" t="t" r="r" b="b"/>
              <a:pathLst>
                <a:path w="2390775" h="76200">
                  <a:moveTo>
                    <a:pt x="23577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57727" y="0"/>
                  </a:lnTo>
                  <a:lnTo>
                    <a:pt x="2389807" y="28187"/>
                  </a:lnTo>
                  <a:lnTo>
                    <a:pt x="2390774" y="33047"/>
                  </a:lnTo>
                  <a:lnTo>
                    <a:pt x="2390774" y="43152"/>
                  </a:lnTo>
                  <a:lnTo>
                    <a:pt x="2362587" y="75233"/>
                  </a:lnTo>
                  <a:lnTo>
                    <a:pt x="23577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20585" y="76199"/>
                  </a:moveTo>
                  <a:lnTo>
                    <a:pt x="15764" y="76199"/>
                  </a:lnTo>
                  <a:lnTo>
                    <a:pt x="13446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15764" y="0"/>
                  </a:lnTo>
                  <a:lnTo>
                    <a:pt x="18175" y="0"/>
                  </a:lnTo>
                  <a:lnTo>
                    <a:pt x="20585" y="0"/>
                  </a:lnTo>
                  <a:lnTo>
                    <a:pt x="36350" y="33047"/>
                  </a:lnTo>
                  <a:lnTo>
                    <a:pt x="36350" y="43152"/>
                  </a:lnTo>
                  <a:lnTo>
                    <a:pt x="22903" y="75233"/>
                  </a:lnTo>
                  <a:lnTo>
                    <a:pt x="20585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18175" y="0"/>
                  </a:moveTo>
                  <a:lnTo>
                    <a:pt x="20585" y="0"/>
                  </a:lnTo>
                  <a:lnTo>
                    <a:pt x="22903" y="966"/>
                  </a:lnTo>
                  <a:lnTo>
                    <a:pt x="25130" y="2900"/>
                  </a:lnTo>
                  <a:lnTo>
                    <a:pt x="27357" y="4833"/>
                  </a:lnTo>
                  <a:lnTo>
                    <a:pt x="36350" y="38100"/>
                  </a:lnTo>
                  <a:lnTo>
                    <a:pt x="36350" y="43152"/>
                  </a:lnTo>
                  <a:lnTo>
                    <a:pt x="35889" y="48012"/>
                  </a:lnTo>
                  <a:lnTo>
                    <a:pt x="34966" y="52680"/>
                  </a:lnTo>
                  <a:lnTo>
                    <a:pt x="34044" y="57348"/>
                  </a:lnTo>
                  <a:lnTo>
                    <a:pt x="25130" y="73299"/>
                  </a:lnTo>
                  <a:lnTo>
                    <a:pt x="22903" y="75233"/>
                  </a:lnTo>
                  <a:lnTo>
                    <a:pt x="20585" y="76199"/>
                  </a:lnTo>
                  <a:lnTo>
                    <a:pt x="18175" y="76200"/>
                  </a:lnTo>
                  <a:lnTo>
                    <a:pt x="15764" y="76199"/>
                  </a:lnTo>
                  <a:lnTo>
                    <a:pt x="13446" y="75233"/>
                  </a:lnTo>
                  <a:lnTo>
                    <a:pt x="11219" y="73299"/>
                  </a:lnTo>
                  <a:lnTo>
                    <a:pt x="899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5323" y="11159"/>
                  </a:lnTo>
                  <a:lnTo>
                    <a:pt x="7027" y="7586"/>
                  </a:lnTo>
                  <a:lnTo>
                    <a:pt x="8993" y="4833"/>
                  </a:lnTo>
                  <a:lnTo>
                    <a:pt x="11219" y="2900"/>
                  </a:lnTo>
                  <a:lnTo>
                    <a:pt x="13446" y="966"/>
                  </a:lnTo>
                  <a:lnTo>
                    <a:pt x="15764" y="0"/>
                  </a:lnTo>
                  <a:lnTo>
                    <a:pt x="18175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4" name="object 2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820" y="729234"/>
            <a:ext cx="95249" cy="95249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9570" y="729234"/>
            <a:ext cx="95249" cy="95249"/>
          </a:xfrm>
          <a:prstGeom prst="rect">
            <a:avLst/>
          </a:prstGeom>
        </p:spPr>
      </p:pic>
      <p:sp>
        <p:nvSpPr>
          <p:cNvPr id="226" name="object 226"/>
          <p:cNvSpPr txBox="1"/>
          <p:nvPr/>
        </p:nvSpPr>
        <p:spPr>
          <a:xfrm>
            <a:off x="6921500" y="190563"/>
            <a:ext cx="2918460" cy="6642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ahoma"/>
                <a:cs typeface="Tahoma"/>
              </a:rPr>
              <a:t>electors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5"/>
              </a:spcBef>
              <a:tabLst>
                <a:tab pos="1181735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417195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457700" y="476886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857750" y="4768862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3811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3811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3811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13811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13811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13811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13811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13811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13811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13811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13811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13811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13811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13811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138112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138112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138112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138112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138112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138112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138112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138112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138112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138112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286500" y="4768862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51510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229100" y="4080281"/>
            <a:ext cx="180975" cy="698500"/>
          </a:xfrm>
          <a:custGeom>
            <a:avLst/>
            <a:gdLst/>
            <a:ahLst/>
            <a:cxnLst/>
            <a:rect l="l" t="t" r="r" b="b"/>
            <a:pathLst>
              <a:path w="180975" h="698500">
                <a:moveTo>
                  <a:pt x="9525" y="688581"/>
                </a:moveTo>
                <a:lnTo>
                  <a:pt x="0" y="688581"/>
                </a:lnTo>
                <a:lnTo>
                  <a:pt x="0" y="698106"/>
                </a:lnTo>
                <a:lnTo>
                  <a:pt x="9525" y="698106"/>
                </a:lnTo>
                <a:lnTo>
                  <a:pt x="9525" y="688581"/>
                </a:lnTo>
                <a:close/>
              </a:path>
              <a:path w="180975" h="69850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698500">
                <a:moveTo>
                  <a:pt x="66675" y="688581"/>
                </a:moveTo>
                <a:lnTo>
                  <a:pt x="57150" y="688581"/>
                </a:lnTo>
                <a:lnTo>
                  <a:pt x="57150" y="698106"/>
                </a:lnTo>
                <a:lnTo>
                  <a:pt x="66675" y="698106"/>
                </a:lnTo>
                <a:lnTo>
                  <a:pt x="66675" y="688581"/>
                </a:lnTo>
                <a:close/>
              </a:path>
              <a:path w="180975" h="698500">
                <a:moveTo>
                  <a:pt x="123825" y="688581"/>
                </a:moveTo>
                <a:lnTo>
                  <a:pt x="114300" y="688581"/>
                </a:lnTo>
                <a:lnTo>
                  <a:pt x="114300" y="698106"/>
                </a:lnTo>
                <a:lnTo>
                  <a:pt x="123825" y="698106"/>
                </a:lnTo>
                <a:lnTo>
                  <a:pt x="123825" y="688581"/>
                </a:lnTo>
                <a:close/>
              </a:path>
              <a:path w="180975" h="698500">
                <a:moveTo>
                  <a:pt x="180975" y="688581"/>
                </a:moveTo>
                <a:lnTo>
                  <a:pt x="171450" y="688581"/>
                </a:lnTo>
                <a:lnTo>
                  <a:pt x="171450" y="698106"/>
                </a:lnTo>
                <a:lnTo>
                  <a:pt x="180975" y="698106"/>
                </a:lnTo>
                <a:lnTo>
                  <a:pt x="180975" y="688581"/>
                </a:lnTo>
                <a:close/>
              </a:path>
              <a:path w="180975" h="698500">
                <a:moveTo>
                  <a:pt x="180975" y="0"/>
                </a:moveTo>
                <a:lnTo>
                  <a:pt x="176695" y="0"/>
                </a:lnTo>
                <a:lnTo>
                  <a:pt x="176695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 txBox="1"/>
          <p:nvPr/>
        </p:nvSpPr>
        <p:spPr>
          <a:xfrm>
            <a:off x="3899693" y="4683224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4" name="object 234"/>
          <p:cNvSpPr/>
          <p:nvPr/>
        </p:nvSpPr>
        <p:spPr>
          <a:xfrm>
            <a:off x="4171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457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14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572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629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686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743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800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857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914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972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029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086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143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200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257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314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372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4292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4864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5435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600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657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715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772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829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886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943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000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057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115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172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229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286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343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400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457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515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 txBox="1"/>
          <p:nvPr/>
        </p:nvSpPr>
        <p:spPr>
          <a:xfrm>
            <a:off x="3899693" y="3994646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4995664" y="5346700"/>
            <a:ext cx="715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3697595" y="3682479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4238854" y="4816425"/>
            <a:ext cx="2214245" cy="5041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None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O…</a:t>
            </a:r>
            <a:endParaRPr sz="900">
              <a:latin typeface="Segoe UI"/>
              <a:cs typeface="Segoe UI"/>
            </a:endParaRPr>
          </a:p>
          <a:p>
            <a:pPr marL="15240" marR="5080" indent="13335" algn="just">
              <a:lnSpc>
                <a:spcPct val="148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Anil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Basu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Mullap…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Ram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Vil…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Mamat… Rupcha…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Sharad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Hannan…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Indrajit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Pawar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Mulaya…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6289784" y="4357055"/>
            <a:ext cx="152400" cy="412115"/>
          </a:xfrm>
          <a:custGeom>
            <a:avLst/>
            <a:gdLst/>
            <a:ahLst/>
            <a:cxnLst/>
            <a:rect l="l" t="t" r="r" b="b"/>
            <a:pathLst>
              <a:path w="152400" h="412114">
                <a:moveTo>
                  <a:pt x="152400" y="411794"/>
                </a:moveTo>
                <a:lnTo>
                  <a:pt x="0" y="411794"/>
                </a:lnTo>
                <a:lnTo>
                  <a:pt x="0" y="0"/>
                </a:lnTo>
                <a:lnTo>
                  <a:pt x="152400" y="0"/>
                </a:lnTo>
                <a:lnTo>
                  <a:pt x="152400" y="411794"/>
                </a:lnTo>
                <a:close/>
              </a:path>
            </a:pathLst>
          </a:custGeom>
          <a:solidFill>
            <a:srgbClr val="0C3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7" name="object 277"/>
          <p:cNvGrpSpPr/>
          <p:nvPr/>
        </p:nvGrpSpPr>
        <p:grpSpPr>
          <a:xfrm>
            <a:off x="4253405" y="3942151"/>
            <a:ext cx="152400" cy="826769"/>
            <a:chOff x="4253405" y="3942151"/>
            <a:chExt cx="152400" cy="826769"/>
          </a:xfrm>
        </p:grpSpPr>
        <p:sp>
          <p:nvSpPr>
            <p:cNvPr id="278" name="object 278"/>
            <p:cNvSpPr/>
            <p:nvPr/>
          </p:nvSpPr>
          <p:spPr>
            <a:xfrm>
              <a:off x="4253405" y="4768634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215"/>
                  </a:moveTo>
                  <a:lnTo>
                    <a:pt x="0" y="2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1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53405" y="4721735"/>
              <a:ext cx="152400" cy="46990"/>
            </a:xfrm>
            <a:custGeom>
              <a:avLst/>
              <a:gdLst/>
              <a:ahLst/>
              <a:cxnLst/>
              <a:rect l="l" t="t" r="r" b="b"/>
              <a:pathLst>
                <a:path w="152400" h="46989">
                  <a:moveTo>
                    <a:pt x="152399" y="46899"/>
                  </a:moveTo>
                  <a:lnTo>
                    <a:pt x="0" y="468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6899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253405" y="472086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399" y="870"/>
                  </a:moveTo>
                  <a:lnTo>
                    <a:pt x="0" y="87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253405" y="4700612"/>
              <a:ext cx="152400" cy="20320"/>
            </a:xfrm>
            <a:custGeom>
              <a:avLst/>
              <a:gdLst/>
              <a:ahLst/>
              <a:cxnLst/>
              <a:rect l="l" t="t" r="r" b="b"/>
              <a:pathLst>
                <a:path w="152400" h="20320">
                  <a:moveTo>
                    <a:pt x="152399" y="20252"/>
                  </a:moveTo>
                  <a:lnTo>
                    <a:pt x="0" y="2025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025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253405" y="4620604"/>
              <a:ext cx="152400" cy="80010"/>
            </a:xfrm>
            <a:custGeom>
              <a:avLst/>
              <a:gdLst/>
              <a:ahLst/>
              <a:cxnLst/>
              <a:rect l="l" t="t" r="r" b="b"/>
              <a:pathLst>
                <a:path w="152400" h="80010">
                  <a:moveTo>
                    <a:pt x="152399" y="80007"/>
                  </a:moveTo>
                  <a:lnTo>
                    <a:pt x="0" y="8000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0007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3405" y="4420702"/>
              <a:ext cx="152399" cy="199902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4253405" y="4366723"/>
              <a:ext cx="152400" cy="53975"/>
            </a:xfrm>
            <a:custGeom>
              <a:avLst/>
              <a:gdLst/>
              <a:ahLst/>
              <a:cxnLst/>
              <a:rect l="l" t="t" r="r" b="b"/>
              <a:pathLst>
                <a:path w="152400" h="53975">
                  <a:moveTo>
                    <a:pt x="152399" y="53962"/>
                  </a:moveTo>
                  <a:lnTo>
                    <a:pt x="0" y="5396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396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253405" y="4307069"/>
              <a:ext cx="152400" cy="59690"/>
            </a:xfrm>
            <a:custGeom>
              <a:avLst/>
              <a:gdLst/>
              <a:ahLst/>
              <a:cxnLst/>
              <a:rect l="l" t="t" r="r" b="b"/>
              <a:pathLst>
                <a:path w="152400" h="59689">
                  <a:moveTo>
                    <a:pt x="152399" y="59654"/>
                  </a:moveTo>
                  <a:lnTo>
                    <a:pt x="0" y="5965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9654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6" name="object 2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3405" y="4027443"/>
              <a:ext cx="152399" cy="279625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4253405" y="4020827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616"/>
                  </a:moveTo>
                  <a:lnTo>
                    <a:pt x="0" y="661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616"/>
                  </a:lnTo>
                  <a:close/>
                </a:path>
              </a:pathLst>
            </a:custGeom>
            <a:solidFill>
              <a:srgbClr val="0A5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253405" y="3942151"/>
              <a:ext cx="152400" cy="78740"/>
            </a:xfrm>
            <a:custGeom>
              <a:avLst/>
              <a:gdLst/>
              <a:ahLst/>
              <a:cxnLst/>
              <a:rect l="l" t="t" r="r" b="b"/>
              <a:pathLst>
                <a:path w="152400" h="78739">
                  <a:moveTo>
                    <a:pt x="152399" y="78676"/>
                  </a:moveTo>
                  <a:lnTo>
                    <a:pt x="0" y="7867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8676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9" name="object 289"/>
          <p:cNvGrpSpPr/>
          <p:nvPr/>
        </p:nvGrpSpPr>
        <p:grpSpPr>
          <a:xfrm>
            <a:off x="4457043" y="4285007"/>
            <a:ext cx="356235" cy="483870"/>
            <a:chOff x="4457043" y="4285007"/>
            <a:chExt cx="356235" cy="483870"/>
          </a:xfrm>
        </p:grpSpPr>
        <p:sp>
          <p:nvSpPr>
            <p:cNvPr id="290" name="object 290"/>
            <p:cNvSpPr/>
            <p:nvPr/>
          </p:nvSpPr>
          <p:spPr>
            <a:xfrm>
              <a:off x="4660681" y="4306493"/>
              <a:ext cx="152400" cy="462915"/>
            </a:xfrm>
            <a:custGeom>
              <a:avLst/>
              <a:gdLst/>
              <a:ahLst/>
              <a:cxnLst/>
              <a:rect l="l" t="t" r="r" b="b"/>
              <a:pathLst>
                <a:path w="152400" h="462914">
                  <a:moveTo>
                    <a:pt x="152400" y="462356"/>
                  </a:moveTo>
                  <a:lnTo>
                    <a:pt x="0" y="46235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6235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457043" y="4285007"/>
              <a:ext cx="152400" cy="483870"/>
            </a:xfrm>
            <a:custGeom>
              <a:avLst/>
              <a:gdLst/>
              <a:ahLst/>
              <a:cxnLst/>
              <a:rect l="l" t="t" r="r" b="b"/>
              <a:pathLst>
                <a:path w="152400" h="483870">
                  <a:moveTo>
                    <a:pt x="152399" y="483842"/>
                  </a:moveTo>
                  <a:lnTo>
                    <a:pt x="0" y="4838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83842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2" name="object 292"/>
          <p:cNvGrpSpPr/>
          <p:nvPr/>
        </p:nvGrpSpPr>
        <p:grpSpPr>
          <a:xfrm>
            <a:off x="4864318" y="4310052"/>
            <a:ext cx="1374775" cy="459105"/>
            <a:chOff x="4864318" y="4310052"/>
            <a:chExt cx="1374775" cy="459105"/>
          </a:xfrm>
        </p:grpSpPr>
        <p:sp>
          <p:nvSpPr>
            <p:cNvPr id="293" name="object 293"/>
            <p:cNvSpPr/>
            <p:nvPr/>
          </p:nvSpPr>
          <p:spPr>
            <a:xfrm>
              <a:off x="4864315" y="4310062"/>
              <a:ext cx="763905" cy="459105"/>
            </a:xfrm>
            <a:custGeom>
              <a:avLst/>
              <a:gdLst/>
              <a:ahLst/>
              <a:cxnLst/>
              <a:rect l="l" t="t" r="r" b="b"/>
              <a:pathLst>
                <a:path w="763904" h="459104">
                  <a:moveTo>
                    <a:pt x="152400" y="0"/>
                  </a:moveTo>
                  <a:lnTo>
                    <a:pt x="0" y="0"/>
                  </a:lnTo>
                  <a:lnTo>
                    <a:pt x="0" y="458800"/>
                  </a:lnTo>
                  <a:lnTo>
                    <a:pt x="152400" y="458800"/>
                  </a:lnTo>
                  <a:lnTo>
                    <a:pt x="152400" y="0"/>
                  </a:lnTo>
                  <a:close/>
                </a:path>
                <a:path w="763904" h="459104">
                  <a:moveTo>
                    <a:pt x="763308" y="135051"/>
                  </a:moveTo>
                  <a:lnTo>
                    <a:pt x="610908" y="135051"/>
                  </a:lnTo>
                  <a:lnTo>
                    <a:pt x="610908" y="458800"/>
                  </a:lnTo>
                  <a:lnTo>
                    <a:pt x="763308" y="458800"/>
                  </a:lnTo>
                  <a:lnTo>
                    <a:pt x="763308" y="135051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475232" y="4418325"/>
              <a:ext cx="152400" cy="27305"/>
            </a:xfrm>
            <a:custGeom>
              <a:avLst/>
              <a:gdLst/>
              <a:ahLst/>
              <a:cxnLst/>
              <a:rect l="l" t="t" r="r" b="b"/>
              <a:pathLst>
                <a:path w="152400" h="27304">
                  <a:moveTo>
                    <a:pt x="152399" y="26787"/>
                  </a:moveTo>
                  <a:lnTo>
                    <a:pt x="0" y="267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678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086146" y="4356482"/>
              <a:ext cx="152400" cy="412750"/>
            </a:xfrm>
            <a:custGeom>
              <a:avLst/>
              <a:gdLst/>
              <a:ahLst/>
              <a:cxnLst/>
              <a:rect l="l" t="t" r="r" b="b"/>
              <a:pathLst>
                <a:path w="152400" h="412750">
                  <a:moveTo>
                    <a:pt x="152399" y="412368"/>
                  </a:moveTo>
                  <a:lnTo>
                    <a:pt x="0" y="41236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12368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475232" y="4348658"/>
              <a:ext cx="152400" cy="69850"/>
            </a:xfrm>
            <a:custGeom>
              <a:avLst/>
              <a:gdLst/>
              <a:ahLst/>
              <a:cxnLst/>
              <a:rect l="l" t="t" r="r" b="b"/>
              <a:pathLst>
                <a:path w="152400" h="69850">
                  <a:moveTo>
                    <a:pt x="152399" y="69666"/>
                  </a:moveTo>
                  <a:lnTo>
                    <a:pt x="0" y="6966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9666"/>
                  </a:lnTo>
                  <a:close/>
                </a:path>
              </a:pathLst>
            </a:custGeom>
            <a:solidFill>
              <a:srgbClr val="0C3C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067947" y="4338853"/>
              <a:ext cx="967105" cy="430530"/>
            </a:xfrm>
            <a:custGeom>
              <a:avLst/>
              <a:gdLst/>
              <a:ahLst/>
              <a:cxnLst/>
              <a:rect l="l" t="t" r="r" b="b"/>
              <a:pathLst>
                <a:path w="967104" h="430529">
                  <a:moveTo>
                    <a:pt x="152400" y="0"/>
                  </a:moveTo>
                  <a:lnTo>
                    <a:pt x="0" y="0"/>
                  </a:lnTo>
                  <a:lnTo>
                    <a:pt x="0" y="430009"/>
                  </a:lnTo>
                  <a:lnTo>
                    <a:pt x="152400" y="430009"/>
                  </a:lnTo>
                  <a:lnTo>
                    <a:pt x="152400" y="0"/>
                  </a:lnTo>
                  <a:close/>
                </a:path>
                <a:path w="967104" h="430529">
                  <a:moveTo>
                    <a:pt x="356044" y="254"/>
                  </a:moveTo>
                  <a:lnTo>
                    <a:pt x="203644" y="254"/>
                  </a:lnTo>
                  <a:lnTo>
                    <a:pt x="203644" y="430009"/>
                  </a:lnTo>
                  <a:lnTo>
                    <a:pt x="356044" y="430009"/>
                  </a:lnTo>
                  <a:lnTo>
                    <a:pt x="356044" y="254"/>
                  </a:lnTo>
                  <a:close/>
                </a:path>
                <a:path w="967104" h="430529">
                  <a:moveTo>
                    <a:pt x="763320" y="10337"/>
                  </a:moveTo>
                  <a:lnTo>
                    <a:pt x="610920" y="10337"/>
                  </a:lnTo>
                  <a:lnTo>
                    <a:pt x="610920" y="430009"/>
                  </a:lnTo>
                  <a:lnTo>
                    <a:pt x="763320" y="430009"/>
                  </a:lnTo>
                  <a:lnTo>
                    <a:pt x="763320" y="10337"/>
                  </a:lnTo>
                  <a:close/>
                </a:path>
                <a:path w="967104" h="430529">
                  <a:moveTo>
                    <a:pt x="966952" y="16738"/>
                  </a:moveTo>
                  <a:lnTo>
                    <a:pt x="814552" y="16738"/>
                  </a:lnTo>
                  <a:lnTo>
                    <a:pt x="814552" y="430009"/>
                  </a:lnTo>
                  <a:lnTo>
                    <a:pt x="966952" y="430009"/>
                  </a:lnTo>
                  <a:lnTo>
                    <a:pt x="966952" y="16738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8" name="object 298"/>
          <p:cNvGrpSpPr/>
          <p:nvPr/>
        </p:nvGrpSpPr>
        <p:grpSpPr>
          <a:xfrm>
            <a:off x="4167187" y="5535612"/>
            <a:ext cx="2367280" cy="85725"/>
            <a:chOff x="4167187" y="5535612"/>
            <a:chExt cx="2367280" cy="85725"/>
          </a:xfrm>
        </p:grpSpPr>
        <p:sp>
          <p:nvSpPr>
            <p:cNvPr id="299" name="object 299"/>
            <p:cNvSpPr/>
            <p:nvPr/>
          </p:nvSpPr>
          <p:spPr>
            <a:xfrm>
              <a:off x="4171950" y="5540375"/>
              <a:ext cx="2362200" cy="76200"/>
            </a:xfrm>
            <a:custGeom>
              <a:avLst/>
              <a:gdLst/>
              <a:ahLst/>
              <a:cxnLst/>
              <a:rect l="l" t="t" r="r" b="b"/>
              <a:pathLst>
                <a:path w="2362200" h="76200">
                  <a:moveTo>
                    <a:pt x="232915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29152" y="0"/>
                  </a:lnTo>
                  <a:lnTo>
                    <a:pt x="2361233" y="28187"/>
                  </a:lnTo>
                  <a:lnTo>
                    <a:pt x="2362199" y="33047"/>
                  </a:lnTo>
                  <a:lnTo>
                    <a:pt x="2362199" y="43152"/>
                  </a:lnTo>
                  <a:lnTo>
                    <a:pt x="2334012" y="75233"/>
                  </a:lnTo>
                  <a:lnTo>
                    <a:pt x="232915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0" name="object 3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7187" y="5535612"/>
              <a:ext cx="138329" cy="85725"/>
            </a:xfrm>
            <a:prstGeom prst="rect">
              <a:avLst/>
            </a:prstGeom>
          </p:spPr>
        </p:pic>
      </p:grpSp>
      <p:pic>
        <p:nvPicPr>
          <p:cNvPr id="301" name="object 3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7360" y="3402838"/>
            <a:ext cx="95249" cy="95249"/>
          </a:xfrm>
          <a:prstGeom prst="rect">
            <a:avLst/>
          </a:prstGeom>
        </p:spPr>
      </p:pic>
      <p:pic>
        <p:nvPicPr>
          <p:cNvPr id="302" name="object 30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735" y="3402838"/>
            <a:ext cx="95249" cy="95249"/>
          </a:xfrm>
          <a:prstGeom prst="rect">
            <a:avLst/>
          </a:prstGeom>
        </p:spPr>
      </p:pic>
      <p:sp>
        <p:nvSpPr>
          <p:cNvPr id="303" name="object 303"/>
          <p:cNvSpPr txBox="1"/>
          <p:nvPr/>
        </p:nvSpPr>
        <p:spPr>
          <a:xfrm>
            <a:off x="3692525" y="2857563"/>
            <a:ext cx="2600325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697230" algn="l"/>
                <a:tab pos="1798955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Andaman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Ni…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Andhra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304" name="object 30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55556" y="3362325"/>
            <a:ext cx="90487" cy="161925"/>
          </a:xfrm>
          <a:prstGeom prst="rect">
            <a:avLst/>
          </a:prstGeom>
        </p:spPr>
      </p:pic>
      <p:sp>
        <p:nvSpPr>
          <p:cNvPr id="305" name="object 305"/>
          <p:cNvSpPr/>
          <p:nvPr/>
        </p:nvSpPr>
        <p:spPr>
          <a:xfrm>
            <a:off x="7429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7486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7543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81153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81724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84010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629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868680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920115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9715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9772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9829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7600950" y="4196295"/>
            <a:ext cx="466725" cy="1068070"/>
          </a:xfrm>
          <a:custGeom>
            <a:avLst/>
            <a:gdLst/>
            <a:ahLst/>
            <a:cxnLst/>
            <a:rect l="l" t="t" r="r" b="b"/>
            <a:pathLst>
              <a:path w="466725" h="1068070">
                <a:moveTo>
                  <a:pt x="9525" y="1058341"/>
                </a:moveTo>
                <a:lnTo>
                  <a:pt x="0" y="1058341"/>
                </a:lnTo>
                <a:lnTo>
                  <a:pt x="0" y="1067866"/>
                </a:lnTo>
                <a:lnTo>
                  <a:pt x="9525" y="1067866"/>
                </a:lnTo>
                <a:lnTo>
                  <a:pt x="9525" y="1058341"/>
                </a:lnTo>
                <a:close/>
              </a:path>
              <a:path w="466725" h="1068070">
                <a:moveTo>
                  <a:pt x="9525" y="529170"/>
                </a:moveTo>
                <a:lnTo>
                  <a:pt x="0" y="529170"/>
                </a:lnTo>
                <a:lnTo>
                  <a:pt x="0" y="538695"/>
                </a:lnTo>
                <a:lnTo>
                  <a:pt x="9525" y="538695"/>
                </a:lnTo>
                <a:lnTo>
                  <a:pt x="9525" y="529170"/>
                </a:lnTo>
                <a:close/>
              </a:path>
              <a:path w="466725" h="106807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1068070">
                <a:moveTo>
                  <a:pt x="66675" y="1058341"/>
                </a:moveTo>
                <a:lnTo>
                  <a:pt x="57150" y="1058341"/>
                </a:lnTo>
                <a:lnTo>
                  <a:pt x="57150" y="1067866"/>
                </a:lnTo>
                <a:lnTo>
                  <a:pt x="66675" y="1067866"/>
                </a:lnTo>
                <a:lnTo>
                  <a:pt x="66675" y="1058341"/>
                </a:lnTo>
                <a:close/>
              </a:path>
              <a:path w="466725" h="1068070">
                <a:moveTo>
                  <a:pt x="123825" y="1058341"/>
                </a:moveTo>
                <a:lnTo>
                  <a:pt x="114300" y="1058341"/>
                </a:lnTo>
                <a:lnTo>
                  <a:pt x="114300" y="1067866"/>
                </a:lnTo>
                <a:lnTo>
                  <a:pt x="123825" y="1067866"/>
                </a:lnTo>
                <a:lnTo>
                  <a:pt x="123825" y="1058341"/>
                </a:lnTo>
                <a:close/>
              </a:path>
              <a:path w="466725" h="1068070">
                <a:moveTo>
                  <a:pt x="180975" y="1058341"/>
                </a:moveTo>
                <a:lnTo>
                  <a:pt x="171450" y="1058341"/>
                </a:lnTo>
                <a:lnTo>
                  <a:pt x="171450" y="1067866"/>
                </a:lnTo>
                <a:lnTo>
                  <a:pt x="180975" y="1067866"/>
                </a:lnTo>
                <a:lnTo>
                  <a:pt x="180975" y="1058341"/>
                </a:lnTo>
                <a:close/>
              </a:path>
              <a:path w="466725" h="1068070">
                <a:moveTo>
                  <a:pt x="238125" y="1058341"/>
                </a:moveTo>
                <a:lnTo>
                  <a:pt x="228600" y="1058341"/>
                </a:lnTo>
                <a:lnTo>
                  <a:pt x="228600" y="1067866"/>
                </a:lnTo>
                <a:lnTo>
                  <a:pt x="238125" y="1067866"/>
                </a:lnTo>
                <a:lnTo>
                  <a:pt x="238125" y="1058341"/>
                </a:lnTo>
                <a:close/>
              </a:path>
              <a:path w="466725" h="1068070">
                <a:moveTo>
                  <a:pt x="295275" y="1058341"/>
                </a:moveTo>
                <a:lnTo>
                  <a:pt x="285750" y="1058341"/>
                </a:lnTo>
                <a:lnTo>
                  <a:pt x="285750" y="1067866"/>
                </a:lnTo>
                <a:lnTo>
                  <a:pt x="295275" y="1067866"/>
                </a:lnTo>
                <a:lnTo>
                  <a:pt x="295275" y="1058341"/>
                </a:lnTo>
                <a:close/>
              </a:path>
              <a:path w="466725" h="1068070">
                <a:moveTo>
                  <a:pt x="295275" y="529170"/>
                </a:moveTo>
                <a:lnTo>
                  <a:pt x="285750" y="529170"/>
                </a:lnTo>
                <a:lnTo>
                  <a:pt x="285750" y="538695"/>
                </a:lnTo>
                <a:lnTo>
                  <a:pt x="295275" y="538695"/>
                </a:lnTo>
                <a:lnTo>
                  <a:pt x="295275" y="529170"/>
                </a:lnTo>
                <a:close/>
              </a:path>
              <a:path w="466725" h="1068070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1068070">
                <a:moveTo>
                  <a:pt x="352425" y="1058341"/>
                </a:moveTo>
                <a:lnTo>
                  <a:pt x="342900" y="1058341"/>
                </a:lnTo>
                <a:lnTo>
                  <a:pt x="342900" y="1067866"/>
                </a:lnTo>
                <a:lnTo>
                  <a:pt x="352425" y="1067866"/>
                </a:lnTo>
                <a:lnTo>
                  <a:pt x="352425" y="1058341"/>
                </a:lnTo>
                <a:close/>
              </a:path>
              <a:path w="466725" h="1068070">
                <a:moveTo>
                  <a:pt x="409575" y="1058341"/>
                </a:moveTo>
                <a:lnTo>
                  <a:pt x="400050" y="1058341"/>
                </a:lnTo>
                <a:lnTo>
                  <a:pt x="400050" y="1067866"/>
                </a:lnTo>
                <a:lnTo>
                  <a:pt x="409575" y="1067866"/>
                </a:lnTo>
                <a:lnTo>
                  <a:pt x="409575" y="1058341"/>
                </a:lnTo>
                <a:close/>
              </a:path>
              <a:path w="466725" h="1068070">
                <a:moveTo>
                  <a:pt x="466725" y="1058341"/>
                </a:moveTo>
                <a:lnTo>
                  <a:pt x="457200" y="1058341"/>
                </a:lnTo>
                <a:lnTo>
                  <a:pt x="457200" y="1067866"/>
                </a:lnTo>
                <a:lnTo>
                  <a:pt x="466725" y="1067866"/>
                </a:lnTo>
                <a:lnTo>
                  <a:pt x="466725" y="10583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 txBox="1"/>
          <p:nvPr/>
        </p:nvSpPr>
        <p:spPr>
          <a:xfrm>
            <a:off x="7127924" y="516899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7429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7486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7543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7943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001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058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115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172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229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286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43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01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458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515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572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629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686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7439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8011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8582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9154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9725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90297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9086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9144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9201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9258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9315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9372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9429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9486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9544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9601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9658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9715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9772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9829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 txBox="1"/>
          <p:nvPr/>
        </p:nvSpPr>
        <p:spPr>
          <a:xfrm>
            <a:off x="7127924" y="4639832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7" name="object 357"/>
          <p:cNvSpPr/>
          <p:nvPr/>
        </p:nvSpPr>
        <p:spPr>
          <a:xfrm>
            <a:off x="7429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7486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7543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7943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001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058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115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172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229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286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343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401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458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515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572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29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686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7439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8011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8582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9154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9725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90297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9086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9144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9201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9258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9315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9372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429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9486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9544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9601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9658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9715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9772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9829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 txBox="1"/>
          <p:nvPr/>
        </p:nvSpPr>
        <p:spPr>
          <a:xfrm>
            <a:off x="7127924" y="4110665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7429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486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7543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7600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7658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715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7772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829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7886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7943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001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058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115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8172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229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8286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8343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8401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8458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8515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8572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8629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8686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8743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8801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8858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915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8972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9029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9086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9144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9201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9258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9315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9372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9429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9486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9544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9601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9658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9715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9772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9829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 txBox="1"/>
          <p:nvPr/>
        </p:nvSpPr>
        <p:spPr>
          <a:xfrm>
            <a:off x="6926571" y="3660378"/>
            <a:ext cx="177800" cy="1600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110" dirty="0">
                <a:solidFill>
                  <a:srgbClr val="252423"/>
                </a:solidFill>
                <a:latin typeface="Tahoma"/>
                <a:cs typeface="Tahoma"/>
              </a:rPr>
              <a:t>Su…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7729992" y="5280025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8305174" y="5280025"/>
            <a:ext cx="59118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endParaRPr sz="900">
              <a:latin typeface="Segoe UI"/>
              <a:cs typeface="Segoe UI"/>
            </a:endParaRPr>
          </a:p>
          <a:p>
            <a:pPr marL="109220">
              <a:lnSpc>
                <a:spcPct val="100000"/>
              </a:lnSpc>
              <a:spcBef>
                <a:spcPts val="45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9370855" y="5280025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2" name="object 442"/>
          <p:cNvSpPr/>
          <p:nvPr/>
        </p:nvSpPr>
        <p:spPr>
          <a:xfrm>
            <a:off x="8171622" y="5002119"/>
            <a:ext cx="203200" cy="252729"/>
          </a:xfrm>
          <a:custGeom>
            <a:avLst/>
            <a:gdLst/>
            <a:ahLst/>
            <a:cxnLst/>
            <a:rect l="l" t="t" r="r" b="b"/>
            <a:pathLst>
              <a:path w="203200" h="252729">
                <a:moveTo>
                  <a:pt x="203200" y="252505"/>
                </a:moveTo>
                <a:lnTo>
                  <a:pt x="0" y="252505"/>
                </a:lnTo>
                <a:lnTo>
                  <a:pt x="0" y="0"/>
                </a:lnTo>
                <a:lnTo>
                  <a:pt x="203200" y="0"/>
                </a:lnTo>
                <a:lnTo>
                  <a:pt x="203200" y="252505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3" name="object 443"/>
          <p:cNvGrpSpPr/>
          <p:nvPr/>
        </p:nvGrpSpPr>
        <p:grpSpPr>
          <a:xfrm>
            <a:off x="7641535" y="3906431"/>
            <a:ext cx="406400" cy="1348740"/>
            <a:chOff x="7641535" y="3906431"/>
            <a:chExt cx="406400" cy="1348740"/>
          </a:xfrm>
        </p:grpSpPr>
        <p:sp>
          <p:nvSpPr>
            <p:cNvPr id="444" name="object 444"/>
            <p:cNvSpPr/>
            <p:nvPr/>
          </p:nvSpPr>
          <p:spPr>
            <a:xfrm>
              <a:off x="7641535" y="3906431"/>
              <a:ext cx="203200" cy="1348740"/>
            </a:xfrm>
            <a:custGeom>
              <a:avLst/>
              <a:gdLst/>
              <a:ahLst/>
              <a:cxnLst/>
              <a:rect l="l" t="t" r="r" b="b"/>
              <a:pathLst>
                <a:path w="203200" h="1348739">
                  <a:moveTo>
                    <a:pt x="203200" y="1348193"/>
                  </a:moveTo>
                  <a:lnTo>
                    <a:pt x="0" y="1348193"/>
                  </a:lnTo>
                  <a:lnTo>
                    <a:pt x="0" y="0"/>
                  </a:lnTo>
                  <a:lnTo>
                    <a:pt x="203200" y="0"/>
                  </a:lnTo>
                  <a:lnTo>
                    <a:pt x="203200" y="134819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7844735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6" name="object 446"/>
          <p:cNvSpPr/>
          <p:nvPr/>
        </p:nvSpPr>
        <p:spPr>
          <a:xfrm>
            <a:off x="8374822" y="5245100"/>
            <a:ext cx="203200" cy="9525"/>
          </a:xfrm>
          <a:custGeom>
            <a:avLst/>
            <a:gdLst/>
            <a:ahLst/>
            <a:cxnLst/>
            <a:rect l="l" t="t" r="r" b="b"/>
            <a:pathLst>
              <a:path w="203200" h="9525">
                <a:moveTo>
                  <a:pt x="203200" y="9525"/>
                </a:moveTo>
                <a:lnTo>
                  <a:pt x="0" y="9525"/>
                </a:lnTo>
                <a:lnTo>
                  <a:pt x="0" y="0"/>
                </a:lnTo>
                <a:lnTo>
                  <a:pt x="203200" y="0"/>
                </a:lnTo>
                <a:lnTo>
                  <a:pt x="203200" y="9525"/>
                </a:lnTo>
                <a:close/>
              </a:path>
            </a:pathLst>
          </a:custGeom>
          <a:solidFill>
            <a:srgbClr val="122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7" name="object 447"/>
          <p:cNvGrpSpPr/>
          <p:nvPr/>
        </p:nvGrpSpPr>
        <p:grpSpPr>
          <a:xfrm>
            <a:off x="8701709" y="5033878"/>
            <a:ext cx="406400" cy="220979"/>
            <a:chOff x="8701709" y="5033878"/>
            <a:chExt cx="406400" cy="220979"/>
          </a:xfrm>
        </p:grpSpPr>
        <p:sp>
          <p:nvSpPr>
            <p:cNvPr id="448" name="object 448"/>
            <p:cNvSpPr/>
            <p:nvPr/>
          </p:nvSpPr>
          <p:spPr>
            <a:xfrm>
              <a:off x="8701709" y="5033878"/>
              <a:ext cx="203200" cy="220979"/>
            </a:xfrm>
            <a:custGeom>
              <a:avLst/>
              <a:gdLst/>
              <a:ahLst/>
              <a:cxnLst/>
              <a:rect l="l" t="t" r="r" b="b"/>
              <a:pathLst>
                <a:path w="203200" h="220979">
                  <a:moveTo>
                    <a:pt x="203199" y="220746"/>
                  </a:moveTo>
                  <a:lnTo>
                    <a:pt x="0" y="22074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2207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8904909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0" name="object 450"/>
          <p:cNvGrpSpPr/>
          <p:nvPr/>
        </p:nvGrpSpPr>
        <p:grpSpPr>
          <a:xfrm>
            <a:off x="9231796" y="5148858"/>
            <a:ext cx="406400" cy="106045"/>
            <a:chOff x="9231796" y="5148858"/>
            <a:chExt cx="406400" cy="106045"/>
          </a:xfrm>
        </p:grpSpPr>
        <p:sp>
          <p:nvSpPr>
            <p:cNvPr id="451" name="object 451"/>
            <p:cNvSpPr/>
            <p:nvPr/>
          </p:nvSpPr>
          <p:spPr>
            <a:xfrm>
              <a:off x="9231796" y="5148858"/>
              <a:ext cx="203200" cy="106045"/>
            </a:xfrm>
            <a:custGeom>
              <a:avLst/>
              <a:gdLst/>
              <a:ahLst/>
              <a:cxnLst/>
              <a:rect l="l" t="t" r="r" b="b"/>
              <a:pathLst>
                <a:path w="203200" h="106045">
                  <a:moveTo>
                    <a:pt x="203199" y="105766"/>
                  </a:moveTo>
                  <a:lnTo>
                    <a:pt x="0" y="10576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10576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9434996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3" name="object 4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4359" y="3402838"/>
            <a:ext cx="95249" cy="95249"/>
          </a:xfrm>
          <a:prstGeom prst="rect">
            <a:avLst/>
          </a:prstGeom>
        </p:spPr>
      </p:pic>
      <p:pic>
        <p:nvPicPr>
          <p:cNvPr id="454" name="object 4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6884" y="3402838"/>
            <a:ext cx="95249" cy="95249"/>
          </a:xfrm>
          <a:prstGeom prst="rect">
            <a:avLst/>
          </a:prstGeom>
        </p:spPr>
      </p:pic>
      <p:sp>
        <p:nvSpPr>
          <p:cNvPr id="455" name="object 455"/>
          <p:cNvSpPr txBox="1"/>
          <p:nvPr/>
        </p:nvSpPr>
        <p:spPr>
          <a:xfrm>
            <a:off x="6921500" y="2857563"/>
            <a:ext cx="2745740" cy="88709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105" dirty="0">
                <a:solidFill>
                  <a:srgbClr val="252423"/>
                </a:solidFill>
                <a:latin typeface="Tahoma"/>
                <a:cs typeface="Tahoma"/>
              </a:rPr>
              <a:t>pc_no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pc_no</a:t>
            </a:r>
            <a:endParaRPr sz="1000">
              <a:latin typeface="Segoe UI"/>
              <a:cs typeface="Segoe UI"/>
            </a:endParaRPr>
          </a:p>
          <a:p>
            <a:pPr marL="219075">
              <a:lnSpc>
                <a:spcPct val="100000"/>
              </a:lnSpc>
              <a:spcBef>
                <a:spcPts val="575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6" name="object 456"/>
          <p:cNvSpPr/>
          <p:nvPr/>
        </p:nvSpPr>
        <p:spPr>
          <a:xfrm>
            <a:off x="1056322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233487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8" name="object 458"/>
          <p:cNvGrpSpPr/>
          <p:nvPr/>
        </p:nvGrpSpPr>
        <p:grpSpPr>
          <a:xfrm>
            <a:off x="10620375" y="1371511"/>
            <a:ext cx="180975" cy="610235"/>
            <a:chOff x="10620375" y="1371511"/>
            <a:chExt cx="180975" cy="610235"/>
          </a:xfrm>
        </p:grpSpPr>
        <p:sp>
          <p:nvSpPr>
            <p:cNvPr id="459" name="object 459"/>
            <p:cNvSpPr/>
            <p:nvPr/>
          </p:nvSpPr>
          <p:spPr>
            <a:xfrm>
              <a:off x="10620375" y="1971687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10647399" y="1371511"/>
              <a:ext cx="50800" cy="600710"/>
            </a:xfrm>
            <a:custGeom>
              <a:avLst/>
              <a:gdLst/>
              <a:ahLst/>
              <a:cxnLst/>
              <a:rect l="l" t="t" r="r" b="b"/>
              <a:pathLst>
                <a:path w="50800" h="600710">
                  <a:moveTo>
                    <a:pt x="50800" y="600163"/>
                  </a:moveTo>
                  <a:lnTo>
                    <a:pt x="0" y="600163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60016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106981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7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799" y="0"/>
                  </a:lnTo>
                  <a:lnTo>
                    <a:pt x="507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107489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8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952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3" name="object 463"/>
          <p:cNvGrpSpPr/>
          <p:nvPr/>
        </p:nvGrpSpPr>
        <p:grpSpPr>
          <a:xfrm>
            <a:off x="10848975" y="1904116"/>
            <a:ext cx="582295" cy="77470"/>
            <a:chOff x="10848975" y="1904116"/>
            <a:chExt cx="582295" cy="77470"/>
          </a:xfrm>
        </p:grpSpPr>
        <p:sp>
          <p:nvSpPr>
            <p:cNvPr id="464" name="object 464"/>
            <p:cNvSpPr/>
            <p:nvPr/>
          </p:nvSpPr>
          <p:spPr>
            <a:xfrm>
              <a:off x="10848975" y="1971687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581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581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581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581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581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581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581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581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581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581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10857827" y="1904123"/>
              <a:ext cx="471805" cy="67945"/>
            </a:xfrm>
            <a:custGeom>
              <a:avLst/>
              <a:gdLst/>
              <a:ahLst/>
              <a:cxnLst/>
              <a:rect l="l" t="t" r="r" b="b"/>
              <a:pathLst>
                <a:path w="471804" h="67944">
                  <a:moveTo>
                    <a:pt x="50800" y="0"/>
                  </a:moveTo>
                  <a:lnTo>
                    <a:pt x="0" y="0"/>
                  </a:lnTo>
                  <a:lnTo>
                    <a:pt x="0" y="67564"/>
                  </a:lnTo>
                  <a:lnTo>
                    <a:pt x="50800" y="67564"/>
                  </a:lnTo>
                  <a:lnTo>
                    <a:pt x="50800" y="0"/>
                  </a:lnTo>
                  <a:close/>
                </a:path>
                <a:path w="471804" h="67944">
                  <a:moveTo>
                    <a:pt x="261239" y="15976"/>
                  </a:moveTo>
                  <a:lnTo>
                    <a:pt x="210439" y="15976"/>
                  </a:lnTo>
                  <a:lnTo>
                    <a:pt x="210439" y="67564"/>
                  </a:lnTo>
                  <a:lnTo>
                    <a:pt x="261239" y="67564"/>
                  </a:lnTo>
                  <a:lnTo>
                    <a:pt x="261239" y="15976"/>
                  </a:lnTo>
                  <a:close/>
                </a:path>
                <a:path w="471804" h="67944">
                  <a:moveTo>
                    <a:pt x="471678" y="23482"/>
                  </a:moveTo>
                  <a:lnTo>
                    <a:pt x="420878" y="23482"/>
                  </a:lnTo>
                  <a:lnTo>
                    <a:pt x="420878" y="67564"/>
                  </a:lnTo>
                  <a:lnTo>
                    <a:pt x="471678" y="67564"/>
                  </a:lnTo>
                  <a:lnTo>
                    <a:pt x="471678" y="2348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10908627" y="1957958"/>
              <a:ext cx="471805" cy="13970"/>
            </a:xfrm>
            <a:custGeom>
              <a:avLst/>
              <a:gdLst/>
              <a:ahLst/>
              <a:cxnLst/>
              <a:rect l="l" t="t" r="r" b="b"/>
              <a:pathLst>
                <a:path w="471804" h="13969">
                  <a:moveTo>
                    <a:pt x="50800" y="0"/>
                  </a:moveTo>
                  <a:lnTo>
                    <a:pt x="0" y="0"/>
                  </a:lnTo>
                  <a:lnTo>
                    <a:pt x="0" y="13728"/>
                  </a:lnTo>
                  <a:lnTo>
                    <a:pt x="50800" y="13728"/>
                  </a:lnTo>
                  <a:lnTo>
                    <a:pt x="50800" y="0"/>
                  </a:lnTo>
                  <a:close/>
                </a:path>
                <a:path w="471804" h="13969">
                  <a:moveTo>
                    <a:pt x="261239" y="4203"/>
                  </a:moveTo>
                  <a:lnTo>
                    <a:pt x="210439" y="4203"/>
                  </a:lnTo>
                  <a:lnTo>
                    <a:pt x="210439" y="13728"/>
                  </a:lnTo>
                  <a:lnTo>
                    <a:pt x="261239" y="13728"/>
                  </a:lnTo>
                  <a:lnTo>
                    <a:pt x="261239" y="4203"/>
                  </a:lnTo>
                  <a:close/>
                </a:path>
                <a:path w="471804" h="13969">
                  <a:moveTo>
                    <a:pt x="471678" y="4203"/>
                  </a:moveTo>
                  <a:lnTo>
                    <a:pt x="420878" y="4203"/>
                  </a:lnTo>
                  <a:lnTo>
                    <a:pt x="420878" y="13728"/>
                  </a:lnTo>
                  <a:lnTo>
                    <a:pt x="471678" y="13728"/>
                  </a:lnTo>
                  <a:lnTo>
                    <a:pt x="471678" y="420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10959427" y="1962162"/>
              <a:ext cx="471805" cy="9525"/>
            </a:xfrm>
            <a:custGeom>
              <a:avLst/>
              <a:gdLst/>
              <a:ahLst/>
              <a:cxnLst/>
              <a:rect l="l" t="t" r="r" b="b"/>
              <a:pathLst>
                <a:path w="471804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471804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471804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8" name="object 468"/>
          <p:cNvGrpSpPr/>
          <p:nvPr/>
        </p:nvGrpSpPr>
        <p:grpSpPr>
          <a:xfrm>
            <a:off x="11477625" y="1952926"/>
            <a:ext cx="809625" cy="28575"/>
            <a:chOff x="11477625" y="1952926"/>
            <a:chExt cx="809625" cy="28575"/>
          </a:xfrm>
        </p:grpSpPr>
        <p:sp>
          <p:nvSpPr>
            <p:cNvPr id="469" name="object 469"/>
            <p:cNvSpPr/>
            <p:nvPr/>
          </p:nvSpPr>
          <p:spPr>
            <a:xfrm>
              <a:off x="11477625" y="1971687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096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096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8096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8096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8096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8096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096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096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096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096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096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096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096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096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11489131" y="1952929"/>
              <a:ext cx="682625" cy="19050"/>
            </a:xfrm>
            <a:custGeom>
              <a:avLst/>
              <a:gdLst/>
              <a:ahLst/>
              <a:cxnLst/>
              <a:rect l="l" t="t" r="r" b="b"/>
              <a:pathLst>
                <a:path w="682625" h="19050">
                  <a:moveTo>
                    <a:pt x="50800" y="0"/>
                  </a:moveTo>
                  <a:lnTo>
                    <a:pt x="0" y="0"/>
                  </a:lnTo>
                  <a:lnTo>
                    <a:pt x="0" y="18757"/>
                  </a:lnTo>
                  <a:lnTo>
                    <a:pt x="50800" y="18757"/>
                  </a:lnTo>
                  <a:lnTo>
                    <a:pt x="50800" y="0"/>
                  </a:lnTo>
                  <a:close/>
                </a:path>
                <a:path w="682625" h="19050">
                  <a:moveTo>
                    <a:pt x="261239" y="5981"/>
                  </a:moveTo>
                  <a:lnTo>
                    <a:pt x="210439" y="5981"/>
                  </a:lnTo>
                  <a:lnTo>
                    <a:pt x="210439" y="18757"/>
                  </a:lnTo>
                  <a:lnTo>
                    <a:pt x="261239" y="18757"/>
                  </a:lnTo>
                  <a:lnTo>
                    <a:pt x="261239" y="5981"/>
                  </a:lnTo>
                  <a:close/>
                </a:path>
                <a:path w="682625" h="19050">
                  <a:moveTo>
                    <a:pt x="471678" y="7632"/>
                  </a:moveTo>
                  <a:lnTo>
                    <a:pt x="420878" y="7632"/>
                  </a:lnTo>
                  <a:lnTo>
                    <a:pt x="420878" y="18757"/>
                  </a:lnTo>
                  <a:lnTo>
                    <a:pt x="471678" y="18757"/>
                  </a:lnTo>
                  <a:lnTo>
                    <a:pt x="471678" y="7632"/>
                  </a:lnTo>
                  <a:close/>
                </a:path>
                <a:path w="682625" h="19050">
                  <a:moveTo>
                    <a:pt x="682117" y="8077"/>
                  </a:moveTo>
                  <a:lnTo>
                    <a:pt x="631317" y="8077"/>
                  </a:lnTo>
                  <a:lnTo>
                    <a:pt x="631317" y="18757"/>
                  </a:lnTo>
                  <a:lnTo>
                    <a:pt x="682117" y="18757"/>
                  </a:lnTo>
                  <a:lnTo>
                    <a:pt x="682117" y="807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115399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115907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3" name="object 473"/>
          <p:cNvSpPr txBox="1"/>
          <p:nvPr/>
        </p:nvSpPr>
        <p:spPr>
          <a:xfrm>
            <a:off x="10261649" y="188604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4" name="object 474"/>
          <p:cNvSpPr/>
          <p:nvPr/>
        </p:nvSpPr>
        <p:spPr>
          <a:xfrm>
            <a:off x="10563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10620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10677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10734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10791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10848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10906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10963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11020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11077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11134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11191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112490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113061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113633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114204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114776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15347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15919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16490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1706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1763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1820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1877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1934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1991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2049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2106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2163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12220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12277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12334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 txBox="1"/>
          <p:nvPr/>
        </p:nvSpPr>
        <p:spPr>
          <a:xfrm>
            <a:off x="11205071" y="2444750"/>
            <a:ext cx="526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10032834" y="1157907"/>
            <a:ext cx="139700" cy="828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50" dirty="0">
                <a:solidFill>
                  <a:srgbClr val="252423"/>
                </a:solidFill>
                <a:latin typeface="Tahoma"/>
                <a:cs typeface="Tahoma"/>
              </a:rPr>
              <a:t>electors,…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10635567" y="2019306"/>
            <a:ext cx="1651000" cy="31813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IND</a:t>
            </a:r>
            <a:endParaRPr sz="900">
              <a:latin typeface="Segoe UI"/>
              <a:cs typeface="Segoe UI"/>
            </a:endParaRPr>
          </a:p>
          <a:p>
            <a:pPr marL="114300" marR="5080" indent="3175" algn="r">
              <a:lnSpc>
                <a:spcPct val="1534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 BSP SP JD</a:t>
            </a:r>
            <a:endParaRPr sz="900">
              <a:latin typeface="Segoe UI"/>
              <a:cs typeface="Segoe UI"/>
            </a:endParaRPr>
          </a:p>
          <a:p>
            <a:pPr marL="67310" marR="5080" indent="-55244" algn="r">
              <a:lnSpc>
                <a:spcPct val="153400"/>
              </a:lnSpc>
            </a:pP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NOTA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CPM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0558462" y="2586037"/>
            <a:ext cx="1814830" cy="85725"/>
            <a:chOff x="10558462" y="2586037"/>
            <a:chExt cx="1814830" cy="85725"/>
          </a:xfrm>
        </p:grpSpPr>
        <p:sp>
          <p:nvSpPr>
            <p:cNvPr id="510" name="object 510"/>
            <p:cNvSpPr/>
            <p:nvPr/>
          </p:nvSpPr>
          <p:spPr>
            <a:xfrm>
              <a:off x="10563225" y="2590800"/>
              <a:ext cx="1809750" cy="76200"/>
            </a:xfrm>
            <a:custGeom>
              <a:avLst/>
              <a:gdLst/>
              <a:ahLst/>
              <a:cxnLst/>
              <a:rect l="l" t="t" r="r" b="b"/>
              <a:pathLst>
                <a:path w="1809750" h="76200">
                  <a:moveTo>
                    <a:pt x="177670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76702" y="0"/>
                  </a:lnTo>
                  <a:lnTo>
                    <a:pt x="1808783" y="28187"/>
                  </a:lnTo>
                  <a:lnTo>
                    <a:pt x="1809749" y="33047"/>
                  </a:lnTo>
                  <a:lnTo>
                    <a:pt x="1809749" y="43152"/>
                  </a:lnTo>
                  <a:lnTo>
                    <a:pt x="1781562" y="75233"/>
                  </a:lnTo>
                  <a:lnTo>
                    <a:pt x="177670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8097" y="76199"/>
                  </a:moveTo>
                  <a:lnTo>
                    <a:pt x="6201" y="76199"/>
                  </a:lnTo>
                  <a:lnTo>
                    <a:pt x="5289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6201" y="0"/>
                  </a:lnTo>
                  <a:lnTo>
                    <a:pt x="7149" y="0"/>
                  </a:lnTo>
                  <a:lnTo>
                    <a:pt x="8097" y="0"/>
                  </a:lnTo>
                  <a:lnTo>
                    <a:pt x="14298" y="33047"/>
                  </a:lnTo>
                  <a:lnTo>
                    <a:pt x="14298" y="43152"/>
                  </a:lnTo>
                  <a:lnTo>
                    <a:pt x="9009" y="75233"/>
                  </a:lnTo>
                  <a:lnTo>
                    <a:pt x="8097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7149" y="0"/>
                  </a:moveTo>
                  <a:lnTo>
                    <a:pt x="8097" y="0"/>
                  </a:lnTo>
                  <a:lnTo>
                    <a:pt x="9009" y="966"/>
                  </a:lnTo>
                  <a:lnTo>
                    <a:pt x="9885" y="2900"/>
                  </a:lnTo>
                  <a:lnTo>
                    <a:pt x="10760" y="4833"/>
                  </a:lnTo>
                  <a:lnTo>
                    <a:pt x="13754" y="23519"/>
                  </a:lnTo>
                  <a:lnTo>
                    <a:pt x="14117" y="28187"/>
                  </a:lnTo>
                  <a:lnTo>
                    <a:pt x="14298" y="33047"/>
                  </a:lnTo>
                  <a:lnTo>
                    <a:pt x="14298" y="38100"/>
                  </a:lnTo>
                  <a:lnTo>
                    <a:pt x="14298" y="43152"/>
                  </a:lnTo>
                  <a:lnTo>
                    <a:pt x="14117" y="48012"/>
                  </a:lnTo>
                  <a:lnTo>
                    <a:pt x="13754" y="52680"/>
                  </a:lnTo>
                  <a:lnTo>
                    <a:pt x="13391" y="57348"/>
                  </a:lnTo>
                  <a:lnTo>
                    <a:pt x="9885" y="73299"/>
                  </a:lnTo>
                  <a:lnTo>
                    <a:pt x="9009" y="75233"/>
                  </a:lnTo>
                  <a:lnTo>
                    <a:pt x="8097" y="76199"/>
                  </a:lnTo>
                  <a:lnTo>
                    <a:pt x="7149" y="76200"/>
                  </a:lnTo>
                  <a:lnTo>
                    <a:pt x="6201" y="76199"/>
                  </a:lnTo>
                  <a:lnTo>
                    <a:pt x="5289" y="75233"/>
                  </a:lnTo>
                  <a:lnTo>
                    <a:pt x="4413" y="73299"/>
                  </a:lnTo>
                  <a:lnTo>
                    <a:pt x="3537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093" y="11159"/>
                  </a:lnTo>
                  <a:lnTo>
                    <a:pt x="2764" y="7586"/>
                  </a:lnTo>
                  <a:lnTo>
                    <a:pt x="3537" y="4833"/>
                  </a:lnTo>
                  <a:lnTo>
                    <a:pt x="4413" y="2900"/>
                  </a:lnTo>
                  <a:lnTo>
                    <a:pt x="5289" y="966"/>
                  </a:lnTo>
                  <a:lnTo>
                    <a:pt x="6201" y="0"/>
                  </a:lnTo>
                  <a:lnTo>
                    <a:pt x="714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3" name="object 5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6495" y="910209"/>
            <a:ext cx="95249" cy="95249"/>
          </a:xfrm>
          <a:prstGeom prst="rect">
            <a:avLst/>
          </a:prstGeom>
        </p:spPr>
      </p:pic>
      <p:pic>
        <p:nvPicPr>
          <p:cNvPr id="514" name="object 5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4695" y="910209"/>
            <a:ext cx="95249" cy="95249"/>
          </a:xfrm>
          <a:prstGeom prst="rect">
            <a:avLst/>
          </a:prstGeom>
        </p:spPr>
      </p:pic>
      <p:pic>
        <p:nvPicPr>
          <p:cNvPr id="515" name="object 5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0970" y="910209"/>
            <a:ext cx="95249" cy="95249"/>
          </a:xfrm>
          <a:prstGeom prst="rect">
            <a:avLst/>
          </a:prstGeom>
        </p:spPr>
      </p:pic>
      <p:sp>
        <p:nvSpPr>
          <p:cNvPr id="516" name="object 516"/>
          <p:cNvSpPr txBox="1"/>
          <p:nvPr/>
        </p:nvSpPr>
        <p:spPr>
          <a:xfrm>
            <a:off x="10036175" y="190563"/>
            <a:ext cx="2190115" cy="11918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83185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electors,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2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0"/>
              </a:spcBef>
              <a:tabLst>
                <a:tab pos="970915" algn="l"/>
                <a:tab pos="1648460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t…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y…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900">
              <a:latin typeface="Segoe UI"/>
              <a:cs typeface="Segoe UI"/>
            </a:endParaRPr>
          </a:p>
          <a:p>
            <a:pPr marL="176530">
              <a:lnSpc>
                <a:spcPct val="1000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50bn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106299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10915650" y="4759337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11315700" y="47593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9810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9810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9810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9810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9810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123444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10687050" y="3849166"/>
            <a:ext cx="180975" cy="920115"/>
          </a:xfrm>
          <a:custGeom>
            <a:avLst/>
            <a:gdLst/>
            <a:ahLst/>
            <a:cxnLst/>
            <a:rect l="l" t="t" r="r" b="b"/>
            <a:pathLst>
              <a:path w="180975" h="920114">
                <a:moveTo>
                  <a:pt x="9525" y="910170"/>
                </a:moveTo>
                <a:lnTo>
                  <a:pt x="0" y="910170"/>
                </a:lnTo>
                <a:lnTo>
                  <a:pt x="0" y="919695"/>
                </a:lnTo>
                <a:lnTo>
                  <a:pt x="9525" y="919695"/>
                </a:lnTo>
                <a:lnTo>
                  <a:pt x="9525" y="910170"/>
                </a:lnTo>
                <a:close/>
              </a:path>
              <a:path w="180975" h="92011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20114">
                <a:moveTo>
                  <a:pt x="66675" y="910170"/>
                </a:moveTo>
                <a:lnTo>
                  <a:pt x="57150" y="910170"/>
                </a:lnTo>
                <a:lnTo>
                  <a:pt x="57150" y="919695"/>
                </a:lnTo>
                <a:lnTo>
                  <a:pt x="66675" y="919695"/>
                </a:lnTo>
                <a:lnTo>
                  <a:pt x="66675" y="910170"/>
                </a:lnTo>
                <a:close/>
              </a:path>
              <a:path w="180975" h="920114">
                <a:moveTo>
                  <a:pt x="123825" y="910170"/>
                </a:moveTo>
                <a:lnTo>
                  <a:pt x="114300" y="910170"/>
                </a:lnTo>
                <a:lnTo>
                  <a:pt x="114300" y="919695"/>
                </a:lnTo>
                <a:lnTo>
                  <a:pt x="123825" y="919695"/>
                </a:lnTo>
                <a:lnTo>
                  <a:pt x="123825" y="910170"/>
                </a:lnTo>
                <a:close/>
              </a:path>
              <a:path w="180975" h="920114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20114">
                <a:moveTo>
                  <a:pt x="180975" y="910170"/>
                </a:moveTo>
                <a:lnTo>
                  <a:pt x="171450" y="910170"/>
                </a:lnTo>
                <a:lnTo>
                  <a:pt x="171450" y="919695"/>
                </a:lnTo>
                <a:lnTo>
                  <a:pt x="180975" y="919695"/>
                </a:lnTo>
                <a:lnTo>
                  <a:pt x="180975" y="91017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 txBox="1"/>
          <p:nvPr/>
        </p:nvSpPr>
        <p:spPr>
          <a:xfrm>
            <a:off x="10242004" y="46736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3" name="object 523"/>
          <p:cNvSpPr/>
          <p:nvPr/>
        </p:nvSpPr>
        <p:spPr>
          <a:xfrm>
            <a:off x="10629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10858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10915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10972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11029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11087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11144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11201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112585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113157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113728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114300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114871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115443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116014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116586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117157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11772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118300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118872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119443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12001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12058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12115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12172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12230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12287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12344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 txBox="1"/>
          <p:nvPr/>
        </p:nvSpPr>
        <p:spPr>
          <a:xfrm>
            <a:off x="10242004" y="3763533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1228585" y="5337175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3" name="object 553"/>
          <p:cNvSpPr txBox="1"/>
          <p:nvPr/>
        </p:nvSpPr>
        <p:spPr>
          <a:xfrm>
            <a:off x="10041246" y="3657029"/>
            <a:ext cx="177800" cy="1112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totvotpol…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4" name="object 554"/>
          <p:cNvSpPr txBox="1"/>
          <p:nvPr/>
        </p:nvSpPr>
        <p:spPr>
          <a:xfrm>
            <a:off x="10696040" y="4806937"/>
            <a:ext cx="1596390" cy="4984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Pr…</a:t>
            </a:r>
            <a:endParaRPr sz="900">
              <a:latin typeface="Segoe UI"/>
              <a:cs typeface="Segoe UI"/>
            </a:endParaRPr>
          </a:p>
          <a:p>
            <a:pPr marL="33020" marR="5080" indent="21590" algn="just">
              <a:lnSpc>
                <a:spcPct val="1478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Andhra…</a:t>
            </a:r>
            <a:endParaRPr sz="900">
              <a:latin typeface="Segoe UI"/>
              <a:cs typeface="Segoe UI"/>
            </a:endParaRPr>
          </a:p>
          <a:p>
            <a:pPr marL="17145" marR="5080" indent="211454" algn="just">
              <a:lnSpc>
                <a:spcPct val="1478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Madhy… Karnata…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0710973" y="3824820"/>
            <a:ext cx="152400" cy="934719"/>
            <a:chOff x="10710973" y="3824820"/>
            <a:chExt cx="152400" cy="934719"/>
          </a:xfrm>
        </p:grpSpPr>
        <p:sp>
          <p:nvSpPr>
            <p:cNvPr id="556" name="object 556"/>
            <p:cNvSpPr/>
            <p:nvPr/>
          </p:nvSpPr>
          <p:spPr>
            <a:xfrm>
              <a:off x="10710973" y="3824820"/>
              <a:ext cx="76200" cy="934719"/>
            </a:xfrm>
            <a:custGeom>
              <a:avLst/>
              <a:gdLst/>
              <a:ahLst/>
              <a:cxnLst/>
              <a:rect l="l" t="t" r="r" b="b"/>
              <a:pathLst>
                <a:path w="76200" h="934720">
                  <a:moveTo>
                    <a:pt x="76199" y="934505"/>
                  </a:moveTo>
                  <a:lnTo>
                    <a:pt x="0" y="93450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93450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10787173" y="4705580"/>
              <a:ext cx="76200" cy="53975"/>
            </a:xfrm>
            <a:custGeom>
              <a:avLst/>
              <a:gdLst/>
              <a:ahLst/>
              <a:cxnLst/>
              <a:rect l="l" t="t" r="r" b="b"/>
              <a:pathLst>
                <a:path w="76200" h="53975">
                  <a:moveTo>
                    <a:pt x="76199" y="53745"/>
                  </a:moveTo>
                  <a:lnTo>
                    <a:pt x="0" y="5374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5374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8" name="object 558"/>
          <p:cNvGrpSpPr/>
          <p:nvPr/>
        </p:nvGrpSpPr>
        <p:grpSpPr>
          <a:xfrm>
            <a:off x="10913656" y="4098123"/>
            <a:ext cx="355600" cy="661670"/>
            <a:chOff x="10913656" y="4098123"/>
            <a:chExt cx="355600" cy="661670"/>
          </a:xfrm>
        </p:grpSpPr>
        <p:sp>
          <p:nvSpPr>
            <p:cNvPr id="559" name="object 559"/>
            <p:cNvSpPr/>
            <p:nvPr/>
          </p:nvSpPr>
          <p:spPr>
            <a:xfrm>
              <a:off x="10913656" y="4098124"/>
              <a:ext cx="279400" cy="661670"/>
            </a:xfrm>
            <a:custGeom>
              <a:avLst/>
              <a:gdLst/>
              <a:ahLst/>
              <a:cxnLst/>
              <a:rect l="l" t="t" r="r" b="b"/>
              <a:pathLst>
                <a:path w="279400" h="661670">
                  <a:moveTo>
                    <a:pt x="76200" y="0"/>
                  </a:moveTo>
                  <a:lnTo>
                    <a:pt x="0" y="0"/>
                  </a:lnTo>
                  <a:lnTo>
                    <a:pt x="0" y="661212"/>
                  </a:lnTo>
                  <a:lnTo>
                    <a:pt x="76200" y="661212"/>
                  </a:lnTo>
                  <a:lnTo>
                    <a:pt x="76200" y="0"/>
                  </a:lnTo>
                  <a:close/>
                </a:path>
                <a:path w="279400" h="661670">
                  <a:moveTo>
                    <a:pt x="278879" y="56146"/>
                  </a:moveTo>
                  <a:lnTo>
                    <a:pt x="202679" y="56146"/>
                  </a:lnTo>
                  <a:lnTo>
                    <a:pt x="202679" y="661212"/>
                  </a:lnTo>
                  <a:lnTo>
                    <a:pt x="278879" y="661212"/>
                  </a:lnTo>
                  <a:lnTo>
                    <a:pt x="278879" y="561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10989856" y="4740300"/>
              <a:ext cx="279400" cy="19050"/>
            </a:xfrm>
            <a:custGeom>
              <a:avLst/>
              <a:gdLst/>
              <a:ahLst/>
              <a:cxnLst/>
              <a:rect l="l" t="t" r="r" b="b"/>
              <a:pathLst>
                <a:path w="279400" h="19050">
                  <a:moveTo>
                    <a:pt x="76200" y="5765"/>
                  </a:moveTo>
                  <a:lnTo>
                    <a:pt x="0" y="5765"/>
                  </a:lnTo>
                  <a:lnTo>
                    <a:pt x="0" y="19037"/>
                  </a:lnTo>
                  <a:lnTo>
                    <a:pt x="76200" y="19037"/>
                  </a:lnTo>
                  <a:lnTo>
                    <a:pt x="76200" y="5765"/>
                  </a:lnTo>
                  <a:close/>
                </a:path>
                <a:path w="279400" h="19050">
                  <a:moveTo>
                    <a:pt x="278879" y="0"/>
                  </a:moveTo>
                  <a:lnTo>
                    <a:pt x="202679" y="0"/>
                  </a:lnTo>
                  <a:lnTo>
                    <a:pt x="202679" y="19037"/>
                  </a:lnTo>
                  <a:lnTo>
                    <a:pt x="278879" y="19037"/>
                  </a:lnTo>
                  <a:lnTo>
                    <a:pt x="278879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1" name="object 561"/>
          <p:cNvGrpSpPr/>
          <p:nvPr/>
        </p:nvGrpSpPr>
        <p:grpSpPr>
          <a:xfrm>
            <a:off x="11319023" y="4171467"/>
            <a:ext cx="963294" cy="588010"/>
            <a:chOff x="11319023" y="4171467"/>
            <a:chExt cx="963294" cy="588010"/>
          </a:xfrm>
        </p:grpSpPr>
        <p:sp>
          <p:nvSpPr>
            <p:cNvPr id="562" name="object 562"/>
            <p:cNvSpPr/>
            <p:nvPr/>
          </p:nvSpPr>
          <p:spPr>
            <a:xfrm>
              <a:off x="11319015" y="4171467"/>
              <a:ext cx="887094" cy="588010"/>
            </a:xfrm>
            <a:custGeom>
              <a:avLst/>
              <a:gdLst/>
              <a:ahLst/>
              <a:cxnLst/>
              <a:rect l="l" t="t" r="r" b="b"/>
              <a:pathLst>
                <a:path w="887095" h="588010">
                  <a:moveTo>
                    <a:pt x="76200" y="0"/>
                  </a:moveTo>
                  <a:lnTo>
                    <a:pt x="0" y="0"/>
                  </a:lnTo>
                  <a:lnTo>
                    <a:pt x="0" y="587870"/>
                  </a:lnTo>
                  <a:lnTo>
                    <a:pt x="76200" y="587870"/>
                  </a:lnTo>
                  <a:lnTo>
                    <a:pt x="76200" y="0"/>
                  </a:lnTo>
                  <a:close/>
                </a:path>
                <a:path w="887095" h="588010">
                  <a:moveTo>
                    <a:pt x="278879" y="3695"/>
                  </a:moveTo>
                  <a:lnTo>
                    <a:pt x="202679" y="3695"/>
                  </a:lnTo>
                  <a:lnTo>
                    <a:pt x="202679" y="587870"/>
                  </a:lnTo>
                  <a:lnTo>
                    <a:pt x="278879" y="587870"/>
                  </a:lnTo>
                  <a:lnTo>
                    <a:pt x="278879" y="3695"/>
                  </a:lnTo>
                  <a:close/>
                </a:path>
                <a:path w="887095" h="588010">
                  <a:moveTo>
                    <a:pt x="481571" y="62306"/>
                  </a:moveTo>
                  <a:lnTo>
                    <a:pt x="405371" y="62306"/>
                  </a:lnTo>
                  <a:lnTo>
                    <a:pt x="405371" y="587870"/>
                  </a:lnTo>
                  <a:lnTo>
                    <a:pt x="481571" y="587870"/>
                  </a:lnTo>
                  <a:lnTo>
                    <a:pt x="481571" y="62306"/>
                  </a:lnTo>
                  <a:close/>
                </a:path>
                <a:path w="887095" h="588010">
                  <a:moveTo>
                    <a:pt x="684250" y="190715"/>
                  </a:moveTo>
                  <a:lnTo>
                    <a:pt x="608050" y="190715"/>
                  </a:lnTo>
                  <a:lnTo>
                    <a:pt x="608050" y="587870"/>
                  </a:lnTo>
                  <a:lnTo>
                    <a:pt x="684250" y="587870"/>
                  </a:lnTo>
                  <a:lnTo>
                    <a:pt x="684250" y="190715"/>
                  </a:lnTo>
                  <a:close/>
                </a:path>
                <a:path w="887095" h="588010">
                  <a:moveTo>
                    <a:pt x="886929" y="202971"/>
                  </a:moveTo>
                  <a:lnTo>
                    <a:pt x="810729" y="202971"/>
                  </a:lnTo>
                  <a:lnTo>
                    <a:pt x="810729" y="587870"/>
                  </a:lnTo>
                  <a:lnTo>
                    <a:pt x="886929" y="587870"/>
                  </a:lnTo>
                  <a:lnTo>
                    <a:pt x="886929" y="20297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1395215" y="4731270"/>
              <a:ext cx="887094" cy="28575"/>
            </a:xfrm>
            <a:custGeom>
              <a:avLst/>
              <a:gdLst/>
              <a:ahLst/>
              <a:cxnLst/>
              <a:rect l="l" t="t" r="r" b="b"/>
              <a:pathLst>
                <a:path w="887095" h="28575">
                  <a:moveTo>
                    <a:pt x="76200" y="0"/>
                  </a:moveTo>
                  <a:lnTo>
                    <a:pt x="0" y="0"/>
                  </a:lnTo>
                  <a:lnTo>
                    <a:pt x="0" y="28067"/>
                  </a:lnTo>
                  <a:lnTo>
                    <a:pt x="76200" y="28067"/>
                  </a:lnTo>
                  <a:lnTo>
                    <a:pt x="76200" y="0"/>
                  </a:lnTo>
                  <a:close/>
                </a:path>
                <a:path w="887095" h="28575">
                  <a:moveTo>
                    <a:pt x="278879" y="4584"/>
                  </a:moveTo>
                  <a:lnTo>
                    <a:pt x="202679" y="4584"/>
                  </a:lnTo>
                  <a:lnTo>
                    <a:pt x="202679" y="28067"/>
                  </a:lnTo>
                  <a:lnTo>
                    <a:pt x="278879" y="28067"/>
                  </a:lnTo>
                  <a:lnTo>
                    <a:pt x="278879" y="4584"/>
                  </a:lnTo>
                  <a:close/>
                </a:path>
                <a:path w="887095" h="28575">
                  <a:moveTo>
                    <a:pt x="481571" y="8737"/>
                  </a:moveTo>
                  <a:lnTo>
                    <a:pt x="405371" y="8737"/>
                  </a:lnTo>
                  <a:lnTo>
                    <a:pt x="405371" y="28067"/>
                  </a:lnTo>
                  <a:lnTo>
                    <a:pt x="481571" y="28067"/>
                  </a:lnTo>
                  <a:lnTo>
                    <a:pt x="481571" y="8737"/>
                  </a:lnTo>
                  <a:close/>
                </a:path>
                <a:path w="887095" h="28575">
                  <a:moveTo>
                    <a:pt x="684250" y="9182"/>
                  </a:moveTo>
                  <a:lnTo>
                    <a:pt x="608050" y="9182"/>
                  </a:lnTo>
                  <a:lnTo>
                    <a:pt x="608050" y="28067"/>
                  </a:lnTo>
                  <a:lnTo>
                    <a:pt x="684250" y="28067"/>
                  </a:lnTo>
                  <a:lnTo>
                    <a:pt x="684250" y="9182"/>
                  </a:lnTo>
                  <a:close/>
                </a:path>
                <a:path w="887095" h="28575">
                  <a:moveTo>
                    <a:pt x="886929" y="14884"/>
                  </a:moveTo>
                  <a:lnTo>
                    <a:pt x="810729" y="14884"/>
                  </a:lnTo>
                  <a:lnTo>
                    <a:pt x="810729" y="28067"/>
                  </a:lnTo>
                  <a:lnTo>
                    <a:pt x="886929" y="28067"/>
                  </a:lnTo>
                  <a:lnTo>
                    <a:pt x="886929" y="1488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4" name="object 564"/>
          <p:cNvGrpSpPr/>
          <p:nvPr/>
        </p:nvGrpSpPr>
        <p:grpSpPr>
          <a:xfrm>
            <a:off x="10625137" y="5526087"/>
            <a:ext cx="1748155" cy="85725"/>
            <a:chOff x="10625137" y="5526087"/>
            <a:chExt cx="1748155" cy="85725"/>
          </a:xfrm>
        </p:grpSpPr>
        <p:sp>
          <p:nvSpPr>
            <p:cNvPr id="565" name="object 565"/>
            <p:cNvSpPr/>
            <p:nvPr/>
          </p:nvSpPr>
          <p:spPr>
            <a:xfrm>
              <a:off x="10629900" y="5530850"/>
              <a:ext cx="1743075" cy="76200"/>
            </a:xfrm>
            <a:custGeom>
              <a:avLst/>
              <a:gdLst/>
              <a:ahLst/>
              <a:cxnLst/>
              <a:rect l="l" t="t" r="r" b="b"/>
              <a:pathLst>
                <a:path w="1743075" h="76200">
                  <a:moveTo>
                    <a:pt x="17100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10027" y="0"/>
                  </a:lnTo>
                  <a:lnTo>
                    <a:pt x="1742108" y="28187"/>
                  </a:lnTo>
                  <a:lnTo>
                    <a:pt x="1743074" y="33047"/>
                  </a:lnTo>
                  <a:lnTo>
                    <a:pt x="1743074" y="43152"/>
                  </a:lnTo>
                  <a:lnTo>
                    <a:pt x="1714887" y="75233"/>
                  </a:lnTo>
                  <a:lnTo>
                    <a:pt x="17100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287938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87938" y="0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43152"/>
                  </a:lnTo>
                  <a:lnTo>
                    <a:pt x="292798" y="75233"/>
                  </a:lnTo>
                  <a:lnTo>
                    <a:pt x="287938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38100" y="0"/>
                  </a:moveTo>
                  <a:lnTo>
                    <a:pt x="282885" y="0"/>
                  </a:lnTo>
                  <a:lnTo>
                    <a:pt x="287938" y="0"/>
                  </a:lnTo>
                  <a:lnTo>
                    <a:pt x="292798" y="966"/>
                  </a:lnTo>
                  <a:lnTo>
                    <a:pt x="297466" y="2900"/>
                  </a:lnTo>
                  <a:lnTo>
                    <a:pt x="302133" y="4833"/>
                  </a:lnTo>
                  <a:lnTo>
                    <a:pt x="306253" y="7586"/>
                  </a:lnTo>
                  <a:lnTo>
                    <a:pt x="309826" y="11159"/>
                  </a:lnTo>
                  <a:lnTo>
                    <a:pt x="313399" y="14731"/>
                  </a:lnTo>
                  <a:lnTo>
                    <a:pt x="316152" y="18851"/>
                  </a:lnTo>
                  <a:lnTo>
                    <a:pt x="318085" y="23519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38100"/>
                  </a:lnTo>
                  <a:lnTo>
                    <a:pt x="320985" y="43152"/>
                  </a:lnTo>
                  <a:lnTo>
                    <a:pt x="320019" y="48012"/>
                  </a:lnTo>
                  <a:lnTo>
                    <a:pt x="318085" y="52680"/>
                  </a:lnTo>
                  <a:lnTo>
                    <a:pt x="316152" y="57348"/>
                  </a:lnTo>
                  <a:lnTo>
                    <a:pt x="313399" y="61468"/>
                  </a:lnTo>
                  <a:lnTo>
                    <a:pt x="309826" y="65040"/>
                  </a:lnTo>
                  <a:lnTo>
                    <a:pt x="306253" y="68613"/>
                  </a:lnTo>
                  <a:lnTo>
                    <a:pt x="302133" y="71366"/>
                  </a:lnTo>
                  <a:lnTo>
                    <a:pt x="297466" y="73299"/>
                  </a:lnTo>
                  <a:lnTo>
                    <a:pt x="292798" y="75233"/>
                  </a:lnTo>
                  <a:lnTo>
                    <a:pt x="287938" y="76199"/>
                  </a:lnTo>
                  <a:lnTo>
                    <a:pt x="282885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8" name="object 56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9034" y="3402838"/>
            <a:ext cx="95249" cy="95249"/>
          </a:xfrm>
          <a:prstGeom prst="rect">
            <a:avLst/>
          </a:prstGeom>
        </p:spPr>
      </p:pic>
      <p:pic>
        <p:nvPicPr>
          <p:cNvPr id="569" name="object 5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11559" y="3402838"/>
            <a:ext cx="95249" cy="95249"/>
          </a:xfrm>
          <a:prstGeom prst="rect">
            <a:avLst/>
          </a:prstGeom>
        </p:spPr>
      </p:pic>
      <p:sp>
        <p:nvSpPr>
          <p:cNvPr id="570" name="object 570"/>
          <p:cNvSpPr txBox="1"/>
          <p:nvPr/>
        </p:nvSpPr>
        <p:spPr>
          <a:xfrm>
            <a:off x="10036175" y="2857563"/>
            <a:ext cx="208153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6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4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year</a:t>
            </a:r>
            <a:endParaRPr sz="1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598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2066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7400" y="20669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6050" y="20669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4650" y="2066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1550" y="1394231"/>
            <a:ext cx="180975" cy="682625"/>
          </a:xfrm>
          <a:custGeom>
            <a:avLst/>
            <a:gdLst/>
            <a:ahLst/>
            <a:cxnLst/>
            <a:rect l="l" t="t" r="r" b="b"/>
            <a:pathLst>
              <a:path w="180975" h="682625">
                <a:moveTo>
                  <a:pt x="9525" y="672706"/>
                </a:moveTo>
                <a:lnTo>
                  <a:pt x="0" y="672706"/>
                </a:lnTo>
                <a:lnTo>
                  <a:pt x="0" y="682231"/>
                </a:lnTo>
                <a:lnTo>
                  <a:pt x="9525" y="682231"/>
                </a:lnTo>
                <a:lnTo>
                  <a:pt x="9525" y="672706"/>
                </a:lnTo>
                <a:close/>
              </a:path>
              <a:path w="180975" h="6826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682625">
                <a:moveTo>
                  <a:pt x="66675" y="672706"/>
                </a:moveTo>
                <a:lnTo>
                  <a:pt x="57150" y="672706"/>
                </a:lnTo>
                <a:lnTo>
                  <a:pt x="57150" y="682231"/>
                </a:lnTo>
                <a:lnTo>
                  <a:pt x="66675" y="682231"/>
                </a:lnTo>
                <a:lnTo>
                  <a:pt x="66675" y="672706"/>
                </a:lnTo>
                <a:close/>
              </a:path>
              <a:path w="180975" h="682625">
                <a:moveTo>
                  <a:pt x="123825" y="672706"/>
                </a:moveTo>
                <a:lnTo>
                  <a:pt x="114300" y="672706"/>
                </a:lnTo>
                <a:lnTo>
                  <a:pt x="114300" y="682231"/>
                </a:lnTo>
                <a:lnTo>
                  <a:pt x="123825" y="682231"/>
                </a:lnTo>
                <a:lnTo>
                  <a:pt x="123825" y="672706"/>
                </a:lnTo>
                <a:close/>
              </a:path>
              <a:path w="180975" h="682625">
                <a:moveTo>
                  <a:pt x="180975" y="672706"/>
                </a:moveTo>
                <a:lnTo>
                  <a:pt x="171450" y="672706"/>
                </a:lnTo>
                <a:lnTo>
                  <a:pt x="171450" y="682231"/>
                </a:lnTo>
                <a:lnTo>
                  <a:pt x="180975" y="682231"/>
                </a:lnTo>
                <a:lnTo>
                  <a:pt x="180975" y="672706"/>
                </a:lnTo>
                <a:close/>
              </a:path>
              <a:path w="180975" h="682625">
                <a:moveTo>
                  <a:pt x="180975" y="0"/>
                </a:moveTo>
                <a:lnTo>
                  <a:pt x="179781" y="0"/>
                </a:lnTo>
                <a:lnTo>
                  <a:pt x="179781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00150" y="1394231"/>
            <a:ext cx="809625" cy="682625"/>
          </a:xfrm>
          <a:custGeom>
            <a:avLst/>
            <a:gdLst/>
            <a:ahLst/>
            <a:cxnLst/>
            <a:rect l="l" t="t" r="r" b="b"/>
            <a:pathLst>
              <a:path w="809625" h="682625">
                <a:moveTo>
                  <a:pt x="9525" y="672706"/>
                </a:moveTo>
                <a:lnTo>
                  <a:pt x="0" y="672706"/>
                </a:lnTo>
                <a:lnTo>
                  <a:pt x="0" y="682231"/>
                </a:lnTo>
                <a:lnTo>
                  <a:pt x="9525" y="682231"/>
                </a:lnTo>
                <a:lnTo>
                  <a:pt x="9525" y="672706"/>
                </a:lnTo>
                <a:close/>
              </a:path>
              <a:path w="809625" h="6826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682625">
                <a:moveTo>
                  <a:pt x="66675" y="672706"/>
                </a:moveTo>
                <a:lnTo>
                  <a:pt x="57150" y="672706"/>
                </a:lnTo>
                <a:lnTo>
                  <a:pt x="57150" y="682231"/>
                </a:lnTo>
                <a:lnTo>
                  <a:pt x="66675" y="682231"/>
                </a:lnTo>
                <a:lnTo>
                  <a:pt x="66675" y="672706"/>
                </a:lnTo>
                <a:close/>
              </a:path>
              <a:path w="809625" h="6826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682625">
                <a:moveTo>
                  <a:pt x="123825" y="672706"/>
                </a:moveTo>
                <a:lnTo>
                  <a:pt x="114300" y="672706"/>
                </a:lnTo>
                <a:lnTo>
                  <a:pt x="114300" y="682231"/>
                </a:lnTo>
                <a:lnTo>
                  <a:pt x="123825" y="682231"/>
                </a:lnTo>
                <a:lnTo>
                  <a:pt x="123825" y="672706"/>
                </a:lnTo>
                <a:close/>
              </a:path>
              <a:path w="809625" h="6826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682625">
                <a:moveTo>
                  <a:pt x="180975" y="672706"/>
                </a:moveTo>
                <a:lnTo>
                  <a:pt x="171450" y="672706"/>
                </a:lnTo>
                <a:lnTo>
                  <a:pt x="171450" y="682231"/>
                </a:lnTo>
                <a:lnTo>
                  <a:pt x="180975" y="682231"/>
                </a:lnTo>
                <a:lnTo>
                  <a:pt x="180975" y="672706"/>
                </a:lnTo>
                <a:close/>
              </a:path>
              <a:path w="809625" h="6826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682625">
                <a:moveTo>
                  <a:pt x="238125" y="672706"/>
                </a:moveTo>
                <a:lnTo>
                  <a:pt x="228600" y="672706"/>
                </a:lnTo>
                <a:lnTo>
                  <a:pt x="228600" y="682231"/>
                </a:lnTo>
                <a:lnTo>
                  <a:pt x="238125" y="682231"/>
                </a:lnTo>
                <a:lnTo>
                  <a:pt x="238125" y="672706"/>
                </a:lnTo>
                <a:close/>
              </a:path>
              <a:path w="809625" h="682625">
                <a:moveTo>
                  <a:pt x="295275" y="672706"/>
                </a:moveTo>
                <a:lnTo>
                  <a:pt x="285750" y="672706"/>
                </a:lnTo>
                <a:lnTo>
                  <a:pt x="285750" y="682231"/>
                </a:lnTo>
                <a:lnTo>
                  <a:pt x="295275" y="682231"/>
                </a:lnTo>
                <a:lnTo>
                  <a:pt x="295275" y="672706"/>
                </a:lnTo>
                <a:close/>
              </a:path>
              <a:path w="809625" h="682625">
                <a:moveTo>
                  <a:pt x="352425" y="672706"/>
                </a:moveTo>
                <a:lnTo>
                  <a:pt x="342900" y="672706"/>
                </a:lnTo>
                <a:lnTo>
                  <a:pt x="342900" y="682231"/>
                </a:lnTo>
                <a:lnTo>
                  <a:pt x="352425" y="682231"/>
                </a:lnTo>
                <a:lnTo>
                  <a:pt x="352425" y="672706"/>
                </a:lnTo>
                <a:close/>
              </a:path>
              <a:path w="809625" h="682625">
                <a:moveTo>
                  <a:pt x="409575" y="672706"/>
                </a:moveTo>
                <a:lnTo>
                  <a:pt x="400050" y="672706"/>
                </a:lnTo>
                <a:lnTo>
                  <a:pt x="400050" y="682231"/>
                </a:lnTo>
                <a:lnTo>
                  <a:pt x="409575" y="682231"/>
                </a:lnTo>
                <a:lnTo>
                  <a:pt x="409575" y="672706"/>
                </a:lnTo>
                <a:close/>
              </a:path>
              <a:path w="809625" h="682625">
                <a:moveTo>
                  <a:pt x="466725" y="672706"/>
                </a:moveTo>
                <a:lnTo>
                  <a:pt x="457200" y="672706"/>
                </a:lnTo>
                <a:lnTo>
                  <a:pt x="457200" y="682231"/>
                </a:lnTo>
                <a:lnTo>
                  <a:pt x="466725" y="682231"/>
                </a:lnTo>
                <a:lnTo>
                  <a:pt x="466725" y="672706"/>
                </a:lnTo>
                <a:close/>
              </a:path>
              <a:path w="809625" h="682625">
                <a:moveTo>
                  <a:pt x="523875" y="672706"/>
                </a:moveTo>
                <a:lnTo>
                  <a:pt x="514350" y="672706"/>
                </a:lnTo>
                <a:lnTo>
                  <a:pt x="514350" y="682231"/>
                </a:lnTo>
                <a:lnTo>
                  <a:pt x="523875" y="682231"/>
                </a:lnTo>
                <a:lnTo>
                  <a:pt x="523875" y="672706"/>
                </a:lnTo>
                <a:close/>
              </a:path>
              <a:path w="809625" h="682625">
                <a:moveTo>
                  <a:pt x="581025" y="672706"/>
                </a:moveTo>
                <a:lnTo>
                  <a:pt x="571500" y="672706"/>
                </a:lnTo>
                <a:lnTo>
                  <a:pt x="571500" y="682231"/>
                </a:lnTo>
                <a:lnTo>
                  <a:pt x="581025" y="682231"/>
                </a:lnTo>
                <a:lnTo>
                  <a:pt x="581025" y="672706"/>
                </a:lnTo>
                <a:close/>
              </a:path>
              <a:path w="809625" h="682625">
                <a:moveTo>
                  <a:pt x="638175" y="672706"/>
                </a:moveTo>
                <a:lnTo>
                  <a:pt x="628650" y="672706"/>
                </a:lnTo>
                <a:lnTo>
                  <a:pt x="628650" y="682231"/>
                </a:lnTo>
                <a:lnTo>
                  <a:pt x="638175" y="682231"/>
                </a:lnTo>
                <a:lnTo>
                  <a:pt x="638175" y="672706"/>
                </a:lnTo>
                <a:close/>
              </a:path>
              <a:path w="809625" h="682625">
                <a:moveTo>
                  <a:pt x="695325" y="672706"/>
                </a:moveTo>
                <a:lnTo>
                  <a:pt x="685800" y="672706"/>
                </a:lnTo>
                <a:lnTo>
                  <a:pt x="685800" y="682231"/>
                </a:lnTo>
                <a:lnTo>
                  <a:pt x="695325" y="682231"/>
                </a:lnTo>
                <a:lnTo>
                  <a:pt x="695325" y="672706"/>
                </a:lnTo>
                <a:close/>
              </a:path>
              <a:path w="809625" h="682625">
                <a:moveTo>
                  <a:pt x="752475" y="672706"/>
                </a:moveTo>
                <a:lnTo>
                  <a:pt x="742950" y="672706"/>
                </a:lnTo>
                <a:lnTo>
                  <a:pt x="742950" y="682231"/>
                </a:lnTo>
                <a:lnTo>
                  <a:pt x="752475" y="682231"/>
                </a:lnTo>
                <a:lnTo>
                  <a:pt x="752475" y="672706"/>
                </a:lnTo>
                <a:close/>
              </a:path>
              <a:path w="809625" h="682625">
                <a:moveTo>
                  <a:pt x="809625" y="672706"/>
                </a:moveTo>
                <a:lnTo>
                  <a:pt x="800100" y="672706"/>
                </a:lnTo>
                <a:lnTo>
                  <a:pt x="800100" y="682231"/>
                </a:lnTo>
                <a:lnTo>
                  <a:pt x="809625" y="682231"/>
                </a:lnTo>
                <a:lnTo>
                  <a:pt x="809625" y="672706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6504" y="19812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87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859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430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02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573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145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16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88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859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431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002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574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145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717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288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860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431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003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574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146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717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289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860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432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003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575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146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26504" y="130859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65783" y="2625725"/>
            <a:ext cx="526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partyabbre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5434" y="1123993"/>
            <a:ext cx="139700" cy="809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9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9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7462" y="2114500"/>
            <a:ext cx="1868170" cy="2635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</a:t>
            </a:r>
            <a:endParaRPr sz="900">
              <a:latin typeface="Segoe UI"/>
              <a:cs typeface="Segoe UI"/>
            </a:endParaRPr>
          </a:p>
          <a:p>
            <a:pPr marL="12700" marR="5080" indent="66675" algn="r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BJP IND CPM BSP TDP JD</a:t>
            </a:r>
            <a:endParaRPr sz="900">
              <a:latin typeface="Segoe UI"/>
              <a:cs typeface="Segoe UI"/>
            </a:endParaRPr>
          </a:p>
          <a:p>
            <a:pPr marL="125095" marR="5080" indent="-66040" algn="r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JNP SP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98934" y="1033599"/>
            <a:ext cx="152400" cy="1033780"/>
            <a:chOff x="998934" y="1033599"/>
            <a:chExt cx="152400" cy="1033780"/>
          </a:xfrm>
        </p:grpSpPr>
        <p:sp>
          <p:nvSpPr>
            <p:cNvPr id="44" name="object 44"/>
            <p:cNvSpPr/>
            <p:nvPr/>
          </p:nvSpPr>
          <p:spPr>
            <a:xfrm>
              <a:off x="998934" y="2066893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98934" y="1262676"/>
              <a:ext cx="152400" cy="804545"/>
            </a:xfrm>
            <a:custGeom>
              <a:avLst/>
              <a:gdLst/>
              <a:ahLst/>
              <a:cxnLst/>
              <a:rect l="l" t="t" r="r" b="b"/>
              <a:pathLst>
                <a:path w="152400" h="804544">
                  <a:moveTo>
                    <a:pt x="152400" y="804216"/>
                  </a:moveTo>
                  <a:lnTo>
                    <a:pt x="0" y="80421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0421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98934" y="126267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8934" y="1118915"/>
              <a:ext cx="152400" cy="144145"/>
            </a:xfrm>
            <a:custGeom>
              <a:avLst/>
              <a:gdLst/>
              <a:ahLst/>
              <a:cxnLst/>
              <a:rect l="l" t="t" r="r" b="b"/>
              <a:pathLst>
                <a:path w="152400" h="144144">
                  <a:moveTo>
                    <a:pt x="152400" y="143760"/>
                  </a:moveTo>
                  <a:lnTo>
                    <a:pt x="0" y="14376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3760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98934" y="1033599"/>
              <a:ext cx="152400" cy="85725"/>
            </a:xfrm>
            <a:custGeom>
              <a:avLst/>
              <a:gdLst/>
              <a:ahLst/>
              <a:cxnLst/>
              <a:rect l="l" t="t" r="r" b="b"/>
              <a:pathLst>
                <a:path w="152400" h="85725">
                  <a:moveTo>
                    <a:pt x="152400" y="85316"/>
                  </a:moveTo>
                  <a:lnTo>
                    <a:pt x="0" y="8531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531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1210270" y="1423544"/>
            <a:ext cx="786765" cy="643890"/>
            <a:chOff x="1210270" y="1423544"/>
            <a:chExt cx="786765" cy="643890"/>
          </a:xfrm>
        </p:grpSpPr>
        <p:sp>
          <p:nvSpPr>
            <p:cNvPr id="50" name="object 50"/>
            <p:cNvSpPr/>
            <p:nvPr/>
          </p:nvSpPr>
          <p:spPr>
            <a:xfrm>
              <a:off x="1210259" y="1575942"/>
              <a:ext cx="786765" cy="491490"/>
            </a:xfrm>
            <a:custGeom>
              <a:avLst/>
              <a:gdLst/>
              <a:ahLst/>
              <a:cxnLst/>
              <a:rect l="l" t="t" r="r" b="b"/>
              <a:pathLst>
                <a:path w="786764" h="491489">
                  <a:moveTo>
                    <a:pt x="152400" y="0"/>
                  </a:moveTo>
                  <a:lnTo>
                    <a:pt x="0" y="0"/>
                  </a:lnTo>
                  <a:lnTo>
                    <a:pt x="0" y="490982"/>
                  </a:lnTo>
                  <a:lnTo>
                    <a:pt x="152400" y="490982"/>
                  </a:lnTo>
                  <a:lnTo>
                    <a:pt x="152400" y="0"/>
                  </a:lnTo>
                  <a:close/>
                </a:path>
                <a:path w="786764" h="491489">
                  <a:moveTo>
                    <a:pt x="363740" y="161404"/>
                  </a:moveTo>
                  <a:lnTo>
                    <a:pt x="211340" y="161404"/>
                  </a:lnTo>
                  <a:lnTo>
                    <a:pt x="211340" y="490982"/>
                  </a:lnTo>
                  <a:lnTo>
                    <a:pt x="363740" y="490982"/>
                  </a:lnTo>
                  <a:lnTo>
                    <a:pt x="363740" y="161404"/>
                  </a:lnTo>
                  <a:close/>
                </a:path>
                <a:path w="786764" h="491489">
                  <a:moveTo>
                    <a:pt x="575081" y="366382"/>
                  </a:moveTo>
                  <a:lnTo>
                    <a:pt x="422681" y="366382"/>
                  </a:lnTo>
                  <a:lnTo>
                    <a:pt x="422681" y="490994"/>
                  </a:lnTo>
                  <a:lnTo>
                    <a:pt x="575081" y="490994"/>
                  </a:lnTo>
                  <a:lnTo>
                    <a:pt x="575081" y="366382"/>
                  </a:lnTo>
                  <a:close/>
                </a:path>
                <a:path w="786764" h="491489">
                  <a:moveTo>
                    <a:pt x="786409" y="374637"/>
                  </a:moveTo>
                  <a:lnTo>
                    <a:pt x="634009" y="374637"/>
                  </a:lnTo>
                  <a:lnTo>
                    <a:pt x="634009" y="490994"/>
                  </a:lnTo>
                  <a:lnTo>
                    <a:pt x="786409" y="490994"/>
                  </a:lnTo>
                  <a:lnTo>
                    <a:pt x="786409" y="374637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21606" y="173734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210259" y="1483016"/>
              <a:ext cx="786765" cy="467995"/>
            </a:xfrm>
            <a:custGeom>
              <a:avLst/>
              <a:gdLst/>
              <a:ahLst/>
              <a:cxnLst/>
              <a:rect l="l" t="t" r="r" b="b"/>
              <a:pathLst>
                <a:path w="786764" h="467994">
                  <a:moveTo>
                    <a:pt x="152400" y="0"/>
                  </a:moveTo>
                  <a:lnTo>
                    <a:pt x="0" y="0"/>
                  </a:lnTo>
                  <a:lnTo>
                    <a:pt x="0" y="92925"/>
                  </a:lnTo>
                  <a:lnTo>
                    <a:pt x="152400" y="92925"/>
                  </a:lnTo>
                  <a:lnTo>
                    <a:pt x="152400" y="0"/>
                  </a:lnTo>
                  <a:close/>
                </a:path>
                <a:path w="786764" h="467994">
                  <a:moveTo>
                    <a:pt x="363740" y="214680"/>
                  </a:moveTo>
                  <a:lnTo>
                    <a:pt x="211340" y="214680"/>
                  </a:lnTo>
                  <a:lnTo>
                    <a:pt x="211340" y="254330"/>
                  </a:lnTo>
                  <a:lnTo>
                    <a:pt x="363740" y="254330"/>
                  </a:lnTo>
                  <a:lnTo>
                    <a:pt x="363740" y="214680"/>
                  </a:lnTo>
                  <a:close/>
                </a:path>
                <a:path w="786764" h="467994">
                  <a:moveTo>
                    <a:pt x="575081" y="424294"/>
                  </a:moveTo>
                  <a:lnTo>
                    <a:pt x="422681" y="424294"/>
                  </a:lnTo>
                  <a:lnTo>
                    <a:pt x="422681" y="459308"/>
                  </a:lnTo>
                  <a:lnTo>
                    <a:pt x="575081" y="459308"/>
                  </a:lnTo>
                  <a:lnTo>
                    <a:pt x="575081" y="424294"/>
                  </a:lnTo>
                  <a:close/>
                </a:path>
                <a:path w="786764" h="467994">
                  <a:moveTo>
                    <a:pt x="786409" y="433971"/>
                  </a:moveTo>
                  <a:lnTo>
                    <a:pt x="634009" y="433971"/>
                  </a:lnTo>
                  <a:lnTo>
                    <a:pt x="634009" y="467563"/>
                  </a:lnTo>
                  <a:lnTo>
                    <a:pt x="786409" y="467563"/>
                  </a:lnTo>
                  <a:lnTo>
                    <a:pt x="786409" y="433971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210259" y="1423555"/>
              <a:ext cx="786765" cy="494030"/>
            </a:xfrm>
            <a:custGeom>
              <a:avLst/>
              <a:gdLst/>
              <a:ahLst/>
              <a:cxnLst/>
              <a:rect l="l" t="t" r="r" b="b"/>
              <a:pathLst>
                <a:path w="786764" h="494030">
                  <a:moveTo>
                    <a:pt x="152400" y="0"/>
                  </a:moveTo>
                  <a:lnTo>
                    <a:pt x="0" y="0"/>
                  </a:lnTo>
                  <a:lnTo>
                    <a:pt x="0" y="59461"/>
                  </a:lnTo>
                  <a:lnTo>
                    <a:pt x="152400" y="59461"/>
                  </a:lnTo>
                  <a:lnTo>
                    <a:pt x="152400" y="0"/>
                  </a:lnTo>
                  <a:close/>
                </a:path>
                <a:path w="786764" h="494030">
                  <a:moveTo>
                    <a:pt x="363740" y="243928"/>
                  </a:moveTo>
                  <a:lnTo>
                    <a:pt x="211340" y="243928"/>
                  </a:lnTo>
                  <a:lnTo>
                    <a:pt x="211340" y="274142"/>
                  </a:lnTo>
                  <a:lnTo>
                    <a:pt x="363740" y="274142"/>
                  </a:lnTo>
                  <a:lnTo>
                    <a:pt x="363740" y="243928"/>
                  </a:lnTo>
                  <a:close/>
                </a:path>
                <a:path w="786764" h="494030">
                  <a:moveTo>
                    <a:pt x="575081" y="473265"/>
                  </a:moveTo>
                  <a:lnTo>
                    <a:pt x="422681" y="473265"/>
                  </a:lnTo>
                  <a:lnTo>
                    <a:pt x="422681" y="483755"/>
                  </a:lnTo>
                  <a:lnTo>
                    <a:pt x="575081" y="483755"/>
                  </a:lnTo>
                  <a:lnTo>
                    <a:pt x="575081" y="473265"/>
                  </a:lnTo>
                  <a:close/>
                </a:path>
                <a:path w="786764" h="494030">
                  <a:moveTo>
                    <a:pt x="786409" y="489686"/>
                  </a:moveTo>
                  <a:lnTo>
                    <a:pt x="634009" y="489686"/>
                  </a:lnTo>
                  <a:lnTo>
                    <a:pt x="634009" y="493433"/>
                  </a:lnTo>
                  <a:lnTo>
                    <a:pt x="786409" y="493433"/>
                  </a:lnTo>
                  <a:lnTo>
                    <a:pt x="786409" y="48968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055614" y="1945078"/>
            <a:ext cx="575310" cy="121920"/>
            <a:chOff x="2055614" y="1945078"/>
            <a:chExt cx="575310" cy="121920"/>
          </a:xfrm>
        </p:grpSpPr>
        <p:sp>
          <p:nvSpPr>
            <p:cNvPr id="55" name="object 55"/>
            <p:cNvSpPr/>
            <p:nvPr/>
          </p:nvSpPr>
          <p:spPr>
            <a:xfrm>
              <a:off x="2055609" y="1967356"/>
              <a:ext cx="575310" cy="99695"/>
            </a:xfrm>
            <a:custGeom>
              <a:avLst/>
              <a:gdLst/>
              <a:ahLst/>
              <a:cxnLst/>
              <a:rect l="l" t="t" r="r" b="b"/>
              <a:pathLst>
                <a:path w="575310" h="99694">
                  <a:moveTo>
                    <a:pt x="152400" y="0"/>
                  </a:moveTo>
                  <a:lnTo>
                    <a:pt x="0" y="0"/>
                  </a:lnTo>
                  <a:lnTo>
                    <a:pt x="0" y="99580"/>
                  </a:lnTo>
                  <a:lnTo>
                    <a:pt x="152400" y="99580"/>
                  </a:lnTo>
                  <a:lnTo>
                    <a:pt x="152400" y="0"/>
                  </a:lnTo>
                  <a:close/>
                </a:path>
                <a:path w="575310" h="99694">
                  <a:moveTo>
                    <a:pt x="363740" y="3136"/>
                  </a:moveTo>
                  <a:lnTo>
                    <a:pt x="211340" y="3136"/>
                  </a:lnTo>
                  <a:lnTo>
                    <a:pt x="211340" y="99580"/>
                  </a:lnTo>
                  <a:lnTo>
                    <a:pt x="363740" y="99580"/>
                  </a:lnTo>
                  <a:lnTo>
                    <a:pt x="363740" y="3136"/>
                  </a:lnTo>
                  <a:close/>
                </a:path>
                <a:path w="575310" h="99694">
                  <a:moveTo>
                    <a:pt x="575068" y="7150"/>
                  </a:moveTo>
                  <a:lnTo>
                    <a:pt x="422668" y="7150"/>
                  </a:lnTo>
                  <a:lnTo>
                    <a:pt x="422668" y="99580"/>
                  </a:lnTo>
                  <a:lnTo>
                    <a:pt x="575068" y="99580"/>
                  </a:lnTo>
                  <a:lnTo>
                    <a:pt x="575068" y="715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055609" y="1949868"/>
              <a:ext cx="575310" cy="24765"/>
            </a:xfrm>
            <a:custGeom>
              <a:avLst/>
              <a:gdLst/>
              <a:ahLst/>
              <a:cxnLst/>
              <a:rect l="l" t="t" r="r" b="b"/>
              <a:pathLst>
                <a:path w="575310" h="24764">
                  <a:moveTo>
                    <a:pt x="152400" y="0"/>
                  </a:moveTo>
                  <a:lnTo>
                    <a:pt x="0" y="0"/>
                  </a:lnTo>
                  <a:lnTo>
                    <a:pt x="0" y="17487"/>
                  </a:lnTo>
                  <a:lnTo>
                    <a:pt x="152400" y="17487"/>
                  </a:lnTo>
                  <a:lnTo>
                    <a:pt x="152400" y="0"/>
                  </a:lnTo>
                  <a:close/>
                </a:path>
                <a:path w="575310" h="24764">
                  <a:moveTo>
                    <a:pt x="363740" y="2590"/>
                  </a:moveTo>
                  <a:lnTo>
                    <a:pt x="211340" y="2590"/>
                  </a:lnTo>
                  <a:lnTo>
                    <a:pt x="211340" y="20624"/>
                  </a:lnTo>
                  <a:lnTo>
                    <a:pt x="363740" y="20624"/>
                  </a:lnTo>
                  <a:lnTo>
                    <a:pt x="363740" y="2590"/>
                  </a:lnTo>
                  <a:close/>
                </a:path>
                <a:path w="575310" h="24764">
                  <a:moveTo>
                    <a:pt x="575068" y="9880"/>
                  </a:moveTo>
                  <a:lnTo>
                    <a:pt x="422668" y="9880"/>
                  </a:lnTo>
                  <a:lnTo>
                    <a:pt x="422668" y="24638"/>
                  </a:lnTo>
                  <a:lnTo>
                    <a:pt x="575068" y="24638"/>
                  </a:lnTo>
                  <a:lnTo>
                    <a:pt x="575068" y="9880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055609" y="1945080"/>
              <a:ext cx="575310" cy="15240"/>
            </a:xfrm>
            <a:custGeom>
              <a:avLst/>
              <a:gdLst/>
              <a:ahLst/>
              <a:cxnLst/>
              <a:rect l="l" t="t" r="r" b="b"/>
              <a:pathLst>
                <a:path w="575310" h="15239">
                  <a:moveTo>
                    <a:pt x="152400" y="0"/>
                  </a:moveTo>
                  <a:lnTo>
                    <a:pt x="0" y="0"/>
                  </a:lnTo>
                  <a:lnTo>
                    <a:pt x="0" y="4787"/>
                  </a:lnTo>
                  <a:lnTo>
                    <a:pt x="152400" y="4787"/>
                  </a:lnTo>
                  <a:lnTo>
                    <a:pt x="152400" y="0"/>
                  </a:lnTo>
                  <a:close/>
                </a:path>
                <a:path w="575310" h="15239">
                  <a:moveTo>
                    <a:pt x="363740" y="901"/>
                  </a:moveTo>
                  <a:lnTo>
                    <a:pt x="211340" y="901"/>
                  </a:lnTo>
                  <a:lnTo>
                    <a:pt x="211340" y="7378"/>
                  </a:lnTo>
                  <a:lnTo>
                    <a:pt x="363740" y="7378"/>
                  </a:lnTo>
                  <a:lnTo>
                    <a:pt x="363740" y="901"/>
                  </a:lnTo>
                  <a:close/>
                </a:path>
                <a:path w="575310" h="15239">
                  <a:moveTo>
                    <a:pt x="575068" y="9969"/>
                  </a:moveTo>
                  <a:lnTo>
                    <a:pt x="422668" y="9969"/>
                  </a:lnTo>
                  <a:lnTo>
                    <a:pt x="422668" y="14668"/>
                  </a:lnTo>
                  <a:lnTo>
                    <a:pt x="575068" y="14668"/>
                  </a:lnTo>
                  <a:lnTo>
                    <a:pt x="575068" y="996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2689621" y="1959329"/>
            <a:ext cx="152400" cy="107950"/>
            <a:chOff x="2689621" y="1959329"/>
            <a:chExt cx="152400" cy="107950"/>
          </a:xfrm>
        </p:grpSpPr>
        <p:sp>
          <p:nvSpPr>
            <p:cNvPr id="59" name="object 59"/>
            <p:cNvSpPr/>
            <p:nvPr/>
          </p:nvSpPr>
          <p:spPr>
            <a:xfrm>
              <a:off x="2689621" y="1980500"/>
              <a:ext cx="152400" cy="86995"/>
            </a:xfrm>
            <a:custGeom>
              <a:avLst/>
              <a:gdLst/>
              <a:ahLst/>
              <a:cxnLst/>
              <a:rect l="l" t="t" r="r" b="b"/>
              <a:pathLst>
                <a:path w="152400" h="86994">
                  <a:moveTo>
                    <a:pt x="152400" y="86424"/>
                  </a:moveTo>
                  <a:lnTo>
                    <a:pt x="0" y="864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64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89621" y="1960364"/>
              <a:ext cx="152400" cy="20320"/>
            </a:xfrm>
            <a:custGeom>
              <a:avLst/>
              <a:gdLst/>
              <a:ahLst/>
              <a:cxnLst/>
              <a:rect l="l" t="t" r="r" b="b"/>
              <a:pathLst>
                <a:path w="152400" h="20319">
                  <a:moveTo>
                    <a:pt x="152400" y="20135"/>
                  </a:moveTo>
                  <a:lnTo>
                    <a:pt x="0" y="201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135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89621" y="1959329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035"/>
                  </a:moveTo>
                  <a:lnTo>
                    <a:pt x="0" y="10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35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909637" y="2767012"/>
            <a:ext cx="2033905" cy="85725"/>
            <a:chOff x="909637" y="2767012"/>
            <a:chExt cx="2033905" cy="85725"/>
          </a:xfrm>
        </p:grpSpPr>
        <p:sp>
          <p:nvSpPr>
            <p:cNvPr id="63" name="object 63"/>
            <p:cNvSpPr/>
            <p:nvPr/>
          </p:nvSpPr>
          <p:spPr>
            <a:xfrm>
              <a:off x="914400" y="2771775"/>
              <a:ext cx="2028825" cy="76200"/>
            </a:xfrm>
            <a:custGeom>
              <a:avLst/>
              <a:gdLst/>
              <a:ahLst/>
              <a:cxnLst/>
              <a:rect l="l" t="t" r="r" b="b"/>
              <a:pathLst>
                <a:path w="2028825" h="76200">
                  <a:moveTo>
                    <a:pt x="19957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95777" y="0"/>
                  </a:lnTo>
                  <a:lnTo>
                    <a:pt x="2027857" y="28187"/>
                  </a:lnTo>
                  <a:lnTo>
                    <a:pt x="2028824" y="33047"/>
                  </a:lnTo>
                  <a:lnTo>
                    <a:pt x="2028824" y="43152"/>
                  </a:lnTo>
                  <a:lnTo>
                    <a:pt x="2000637" y="75233"/>
                  </a:lnTo>
                  <a:lnTo>
                    <a:pt x="19957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637" y="2767012"/>
              <a:ext cx="99852" cy="85725"/>
            </a:xfrm>
            <a:prstGeom prst="rect">
              <a:avLst/>
            </a:prstGeom>
          </p:spPr>
        </p:pic>
      </p:grpSp>
      <p:pic>
        <p:nvPicPr>
          <p:cNvPr id="65" name="object 6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345" y="729234"/>
            <a:ext cx="95249" cy="9524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095" y="729234"/>
            <a:ext cx="95249" cy="9524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2095" y="729234"/>
            <a:ext cx="95249" cy="9524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4545" y="729234"/>
            <a:ext cx="95249" cy="9524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69820" y="729234"/>
            <a:ext cx="95249" cy="95249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58775" y="190563"/>
            <a:ext cx="2574925" cy="6642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partyabbre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ac_type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606425" algn="l"/>
                <a:tab pos="891540" algn="l"/>
                <a:tab pos="1278890" algn="l"/>
                <a:tab pos="1823720" algn="l"/>
                <a:tab pos="2120900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ac_type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BL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SANGH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197725" y="5016500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52423"/>
                </a:solidFill>
                <a:latin typeface="Verdana"/>
                <a:cs typeface="Verdana"/>
              </a:rPr>
              <a:t>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25975" y="4667885"/>
            <a:ext cx="8191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dirty="0">
                <a:solidFill>
                  <a:srgbClr val="252423"/>
                </a:solidFill>
                <a:latin typeface="Segoe UI"/>
                <a:cs typeface="Segoe UI"/>
              </a:rPr>
              <a:t>Showing </a:t>
            </a: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results </a:t>
            </a:r>
            <a:r>
              <a:rPr sz="900" spc="-25" dirty="0">
                <a:solidFill>
                  <a:srgbClr val="252423"/>
                </a:solidFill>
                <a:latin typeface="Segoe UI"/>
                <a:cs typeface="Segoe UI"/>
              </a:rPr>
              <a:t>for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749007" y="4819650"/>
            <a:ext cx="26670" cy="9525"/>
          </a:xfrm>
          <a:custGeom>
            <a:avLst/>
            <a:gdLst/>
            <a:ahLst/>
            <a:cxnLst/>
            <a:rect l="l" t="t" r="r" b="b"/>
            <a:pathLst>
              <a:path w="26670" h="9525">
                <a:moveTo>
                  <a:pt x="26095" y="9525"/>
                </a:moveTo>
                <a:lnTo>
                  <a:pt x="0" y="9525"/>
                </a:lnTo>
                <a:lnTo>
                  <a:pt x="0" y="0"/>
                </a:lnTo>
                <a:lnTo>
                  <a:pt x="26095" y="0"/>
                </a:lnTo>
                <a:lnTo>
                  <a:pt x="26095" y="9525"/>
                </a:lnTo>
                <a:close/>
              </a:path>
            </a:pathLst>
          </a:custGeom>
          <a:solidFill>
            <a:srgbClr val="2524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604564" y="4972050"/>
            <a:ext cx="185420" cy="9525"/>
          </a:xfrm>
          <a:custGeom>
            <a:avLst/>
            <a:gdLst/>
            <a:ahLst/>
            <a:cxnLst/>
            <a:rect l="l" t="t" r="r" b="b"/>
            <a:pathLst>
              <a:path w="185420" h="9525">
                <a:moveTo>
                  <a:pt x="0" y="9525"/>
                </a:moveTo>
                <a:lnTo>
                  <a:pt x="0" y="0"/>
                </a:lnTo>
                <a:lnTo>
                  <a:pt x="184998" y="0"/>
                </a:lnTo>
                <a:lnTo>
                  <a:pt x="184998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2524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563146" y="4667885"/>
            <a:ext cx="1224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Average</a:t>
            </a:r>
            <a:r>
              <a:rPr sz="900" i="1" u="sng" spc="-20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ac</a:t>
            </a:r>
            <a:r>
              <a:rPr sz="900" i="1" u="sng" spc="-1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no</a:t>
            </a:r>
            <a:r>
              <a:rPr sz="900" i="1" u="sng" spc="-20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sorted</a:t>
            </a:r>
            <a:r>
              <a:rPr sz="900" i="1" u="sng" spc="-1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 </a:t>
            </a:r>
            <a:r>
              <a:rPr sz="900" i="1" u="sng" spc="-2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b</a:t>
            </a:r>
            <a:r>
              <a:rPr sz="900" i="1" spc="-25" dirty="0">
                <a:solidFill>
                  <a:srgbClr val="252423"/>
                </a:solidFill>
                <a:latin typeface="Segoe UI Semibold"/>
                <a:cs typeface="Segoe UI Semibold"/>
              </a:rPr>
              <a:t>y </a:t>
            </a:r>
            <a:r>
              <a:rPr sz="900" i="1" spc="-20" dirty="0">
                <a:solidFill>
                  <a:srgbClr val="252423"/>
                </a:solidFill>
                <a:latin typeface="Segoe UI"/>
                <a:cs typeface="Segoe UI"/>
              </a:rPr>
              <a:t>year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81626" y="4375181"/>
            <a:ext cx="356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Verdana"/>
                <a:cs typeface="Verdana"/>
              </a:rPr>
              <a:t></a:t>
            </a:r>
            <a:r>
              <a:rPr sz="1000" spc="245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52423"/>
                </a:solidFill>
                <a:latin typeface="Verdana"/>
                <a:cs typeface="Verdana"/>
              </a:rPr>
              <a:t>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38675" y="4314825"/>
            <a:ext cx="2276475" cy="295275"/>
            <a:chOff x="4638675" y="4314825"/>
            <a:chExt cx="2276475" cy="295275"/>
          </a:xfrm>
        </p:grpSpPr>
        <p:sp>
          <p:nvSpPr>
            <p:cNvPr id="78" name="object 78"/>
            <p:cNvSpPr/>
            <p:nvPr/>
          </p:nvSpPr>
          <p:spPr>
            <a:xfrm>
              <a:off x="4643437" y="4319587"/>
              <a:ext cx="2266950" cy="285750"/>
            </a:xfrm>
            <a:custGeom>
              <a:avLst/>
              <a:gdLst/>
              <a:ahLst/>
              <a:cxnLst/>
              <a:rect l="l" t="t" r="r" b="b"/>
              <a:pathLst>
                <a:path w="2266950" h="285750">
                  <a:moveTo>
                    <a:pt x="2254557" y="285749"/>
                  </a:moveTo>
                  <a:lnTo>
                    <a:pt x="12392" y="285749"/>
                  </a:lnTo>
                  <a:lnTo>
                    <a:pt x="10570" y="285387"/>
                  </a:lnTo>
                  <a:lnTo>
                    <a:pt x="0" y="273357"/>
                  </a:lnTo>
                  <a:lnTo>
                    <a:pt x="0" y="27146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2254557" y="0"/>
                  </a:lnTo>
                  <a:lnTo>
                    <a:pt x="2266949" y="12392"/>
                  </a:lnTo>
                  <a:lnTo>
                    <a:pt x="2266949" y="273357"/>
                  </a:lnTo>
                  <a:lnTo>
                    <a:pt x="2256379" y="285387"/>
                  </a:lnTo>
                  <a:lnTo>
                    <a:pt x="2254557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43437" y="4319587"/>
              <a:ext cx="2266950" cy="285750"/>
            </a:xfrm>
            <a:custGeom>
              <a:avLst/>
              <a:gdLst/>
              <a:ahLst/>
              <a:cxnLst/>
              <a:rect l="l" t="t" r="r" b="b"/>
              <a:pathLst>
                <a:path w="2266950" h="285750">
                  <a:moveTo>
                    <a:pt x="0" y="271462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2252662" y="0"/>
                  </a:lnTo>
                  <a:lnTo>
                    <a:pt x="2254557" y="0"/>
                  </a:lnTo>
                  <a:lnTo>
                    <a:pt x="2256379" y="362"/>
                  </a:lnTo>
                  <a:lnTo>
                    <a:pt x="2266950" y="14287"/>
                  </a:lnTo>
                  <a:lnTo>
                    <a:pt x="2266950" y="271462"/>
                  </a:lnTo>
                  <a:lnTo>
                    <a:pt x="2252662" y="285750"/>
                  </a:lnTo>
                  <a:lnTo>
                    <a:pt x="14287" y="285750"/>
                  </a:lnTo>
                  <a:lnTo>
                    <a:pt x="1087" y="276930"/>
                  </a:lnTo>
                  <a:lnTo>
                    <a:pt x="362" y="275179"/>
                  </a:lnTo>
                  <a:lnTo>
                    <a:pt x="0" y="27335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A19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628085" y="4368800"/>
            <a:ext cx="2298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1575" spc="352" baseline="-13227" dirty="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sz="1575" spc="89" baseline="-13227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average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ac</a:t>
            </a:r>
            <a:r>
              <a:rPr sz="1000" u="heavy" spc="-5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 </a:t>
            </a:r>
            <a:r>
              <a:rPr sz="1000" u="heavy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no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for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each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spc="-20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year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0863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2578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149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721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4292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4864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435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6007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6578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7150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864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9436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0007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0579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1150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722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293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865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3436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4008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5722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6294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6865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7437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8008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580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9151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9723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0294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0863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2578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3149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3721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4292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4864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5435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6007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6578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0294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14350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143500" y="58959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47625"/>
                </a:moveTo>
                <a:lnTo>
                  <a:pt x="0" y="47625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47625"/>
                </a:lnTo>
                <a:close/>
              </a:path>
              <a:path w="6667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6667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  <a:path w="66675" h="66675">
                <a:moveTo>
                  <a:pt x="6667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66675" y="57150"/>
                </a:lnTo>
                <a:lnTo>
                  <a:pt x="66675" y="476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77215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60312" y="0"/>
                </a:lnTo>
                <a:lnTo>
                  <a:pt x="57150" y="0"/>
                </a:lnTo>
                <a:lnTo>
                  <a:pt x="50787" y="0"/>
                </a:lnTo>
                <a:lnTo>
                  <a:pt x="50787" y="9525"/>
                </a:lnTo>
                <a:lnTo>
                  <a:pt x="57150" y="9525"/>
                </a:lnTo>
                <a:lnTo>
                  <a:pt x="60312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45795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15875" y="0"/>
                </a:moveTo>
                <a:lnTo>
                  <a:pt x="9525" y="0"/>
                </a:lnTo>
                <a:lnTo>
                  <a:pt x="6350" y="0"/>
                </a:lnTo>
                <a:lnTo>
                  <a:pt x="0" y="0"/>
                </a:lnTo>
                <a:lnTo>
                  <a:pt x="0" y="9525"/>
                </a:lnTo>
                <a:lnTo>
                  <a:pt x="6350" y="9525"/>
                </a:lnTo>
                <a:lnTo>
                  <a:pt x="9525" y="9525"/>
                </a:lnTo>
                <a:lnTo>
                  <a:pt x="15875" y="9525"/>
                </a:lnTo>
                <a:lnTo>
                  <a:pt x="1587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08660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2857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086600" y="58959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47625"/>
                </a:moveTo>
                <a:lnTo>
                  <a:pt x="0" y="47625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47625"/>
                </a:lnTo>
                <a:close/>
              </a:path>
              <a:path w="66675" h="66675">
                <a:moveTo>
                  <a:pt x="28575" y="57150"/>
                </a:moveTo>
                <a:lnTo>
                  <a:pt x="19050" y="57150"/>
                </a:lnTo>
                <a:lnTo>
                  <a:pt x="19050" y="66675"/>
                </a:lnTo>
                <a:lnTo>
                  <a:pt x="28575" y="66675"/>
                </a:lnTo>
                <a:lnTo>
                  <a:pt x="28575" y="57150"/>
                </a:lnTo>
                <a:close/>
              </a:path>
              <a:path w="66675" h="66675">
                <a:moveTo>
                  <a:pt x="2857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0"/>
                </a:lnTo>
                <a:close/>
              </a:path>
              <a:path w="66675" h="66675">
                <a:moveTo>
                  <a:pt x="6667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66675" y="57150"/>
                </a:lnTo>
                <a:lnTo>
                  <a:pt x="66675" y="476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6" name="object 126"/>
          <p:cNvGrpSpPr/>
          <p:nvPr/>
        </p:nvGrpSpPr>
        <p:grpSpPr>
          <a:xfrm>
            <a:off x="5712460" y="5495925"/>
            <a:ext cx="1269365" cy="1038225"/>
            <a:chOff x="5712460" y="5495925"/>
            <a:chExt cx="1269365" cy="1038225"/>
          </a:xfrm>
        </p:grpSpPr>
        <p:sp>
          <p:nvSpPr>
            <p:cNvPr id="127" name="object 127"/>
            <p:cNvSpPr/>
            <p:nvPr/>
          </p:nvSpPr>
          <p:spPr>
            <a:xfrm>
              <a:off x="5715000" y="5495937"/>
              <a:ext cx="1266825" cy="1038225"/>
            </a:xfrm>
            <a:custGeom>
              <a:avLst/>
              <a:gdLst/>
              <a:ahLst/>
              <a:cxnLst/>
              <a:rect l="l" t="t" r="r" b="b"/>
              <a:pathLst>
                <a:path w="1266825" h="1038225">
                  <a:moveTo>
                    <a:pt x="9525" y="447675"/>
                  </a:moveTo>
                  <a:lnTo>
                    <a:pt x="0" y="447675"/>
                  </a:lnTo>
                  <a:lnTo>
                    <a:pt x="0" y="457200"/>
                  </a:lnTo>
                  <a:lnTo>
                    <a:pt x="9525" y="457200"/>
                  </a:lnTo>
                  <a:lnTo>
                    <a:pt x="9525" y="447675"/>
                  </a:lnTo>
                  <a:close/>
                </a:path>
                <a:path w="1266825" h="1038225">
                  <a:moveTo>
                    <a:pt x="66675" y="447675"/>
                  </a:moveTo>
                  <a:lnTo>
                    <a:pt x="57150" y="447675"/>
                  </a:lnTo>
                  <a:lnTo>
                    <a:pt x="57150" y="457200"/>
                  </a:lnTo>
                  <a:lnTo>
                    <a:pt x="66675" y="457200"/>
                  </a:lnTo>
                  <a:lnTo>
                    <a:pt x="66675" y="447675"/>
                  </a:lnTo>
                  <a:close/>
                </a:path>
                <a:path w="1266825" h="1038225">
                  <a:moveTo>
                    <a:pt x="117462" y="1028700"/>
                  </a:moveTo>
                  <a:lnTo>
                    <a:pt x="107937" y="1028700"/>
                  </a:lnTo>
                  <a:lnTo>
                    <a:pt x="107937" y="1038225"/>
                  </a:lnTo>
                  <a:lnTo>
                    <a:pt x="117462" y="1038225"/>
                  </a:lnTo>
                  <a:lnTo>
                    <a:pt x="117462" y="1028700"/>
                  </a:lnTo>
                  <a:close/>
                </a:path>
                <a:path w="1266825" h="1038225">
                  <a:moveTo>
                    <a:pt x="117462" y="971550"/>
                  </a:moveTo>
                  <a:lnTo>
                    <a:pt x="107937" y="971550"/>
                  </a:lnTo>
                  <a:lnTo>
                    <a:pt x="107937" y="981075"/>
                  </a:lnTo>
                  <a:lnTo>
                    <a:pt x="117462" y="981075"/>
                  </a:lnTo>
                  <a:lnTo>
                    <a:pt x="117462" y="971550"/>
                  </a:lnTo>
                  <a:close/>
                </a:path>
                <a:path w="1266825" h="1038225">
                  <a:moveTo>
                    <a:pt x="117462" y="914400"/>
                  </a:moveTo>
                  <a:lnTo>
                    <a:pt x="107937" y="914400"/>
                  </a:lnTo>
                  <a:lnTo>
                    <a:pt x="107937" y="923925"/>
                  </a:lnTo>
                  <a:lnTo>
                    <a:pt x="117462" y="923925"/>
                  </a:lnTo>
                  <a:lnTo>
                    <a:pt x="117462" y="914400"/>
                  </a:lnTo>
                  <a:close/>
                </a:path>
                <a:path w="1266825" h="1038225">
                  <a:moveTo>
                    <a:pt x="117462" y="857250"/>
                  </a:moveTo>
                  <a:lnTo>
                    <a:pt x="107937" y="857250"/>
                  </a:lnTo>
                  <a:lnTo>
                    <a:pt x="107937" y="866775"/>
                  </a:lnTo>
                  <a:lnTo>
                    <a:pt x="117462" y="866775"/>
                  </a:lnTo>
                  <a:lnTo>
                    <a:pt x="117462" y="857250"/>
                  </a:lnTo>
                  <a:close/>
                </a:path>
                <a:path w="1266825" h="1038225">
                  <a:moveTo>
                    <a:pt x="117462" y="800100"/>
                  </a:moveTo>
                  <a:lnTo>
                    <a:pt x="107937" y="800100"/>
                  </a:lnTo>
                  <a:lnTo>
                    <a:pt x="107937" y="809625"/>
                  </a:lnTo>
                  <a:lnTo>
                    <a:pt x="117462" y="809625"/>
                  </a:lnTo>
                  <a:lnTo>
                    <a:pt x="117462" y="800100"/>
                  </a:lnTo>
                  <a:close/>
                </a:path>
                <a:path w="1266825" h="1038225">
                  <a:moveTo>
                    <a:pt x="117462" y="742950"/>
                  </a:moveTo>
                  <a:lnTo>
                    <a:pt x="107937" y="742950"/>
                  </a:lnTo>
                  <a:lnTo>
                    <a:pt x="107937" y="752475"/>
                  </a:lnTo>
                  <a:lnTo>
                    <a:pt x="117462" y="752475"/>
                  </a:lnTo>
                  <a:lnTo>
                    <a:pt x="117462" y="742950"/>
                  </a:lnTo>
                  <a:close/>
                </a:path>
                <a:path w="1266825" h="1038225">
                  <a:moveTo>
                    <a:pt x="117462" y="685800"/>
                  </a:moveTo>
                  <a:lnTo>
                    <a:pt x="107937" y="685800"/>
                  </a:lnTo>
                  <a:lnTo>
                    <a:pt x="107937" y="695325"/>
                  </a:lnTo>
                  <a:lnTo>
                    <a:pt x="117462" y="695325"/>
                  </a:lnTo>
                  <a:lnTo>
                    <a:pt x="117462" y="685800"/>
                  </a:lnTo>
                  <a:close/>
                </a:path>
                <a:path w="1266825" h="1038225">
                  <a:moveTo>
                    <a:pt x="117462" y="628650"/>
                  </a:moveTo>
                  <a:lnTo>
                    <a:pt x="107937" y="628650"/>
                  </a:lnTo>
                  <a:lnTo>
                    <a:pt x="107937" y="638175"/>
                  </a:lnTo>
                  <a:lnTo>
                    <a:pt x="117462" y="638175"/>
                  </a:lnTo>
                  <a:lnTo>
                    <a:pt x="117462" y="628650"/>
                  </a:lnTo>
                  <a:close/>
                </a:path>
                <a:path w="1266825" h="1038225">
                  <a:moveTo>
                    <a:pt x="117462" y="571500"/>
                  </a:moveTo>
                  <a:lnTo>
                    <a:pt x="107937" y="571500"/>
                  </a:lnTo>
                  <a:lnTo>
                    <a:pt x="107937" y="581025"/>
                  </a:lnTo>
                  <a:lnTo>
                    <a:pt x="117462" y="581025"/>
                  </a:lnTo>
                  <a:lnTo>
                    <a:pt x="117462" y="571500"/>
                  </a:lnTo>
                  <a:close/>
                </a:path>
                <a:path w="1266825" h="1038225">
                  <a:moveTo>
                    <a:pt x="117462" y="514350"/>
                  </a:moveTo>
                  <a:lnTo>
                    <a:pt x="107937" y="514350"/>
                  </a:lnTo>
                  <a:lnTo>
                    <a:pt x="107937" y="523875"/>
                  </a:lnTo>
                  <a:lnTo>
                    <a:pt x="117462" y="523875"/>
                  </a:lnTo>
                  <a:lnTo>
                    <a:pt x="117462" y="514350"/>
                  </a:lnTo>
                  <a:close/>
                </a:path>
                <a:path w="1266825" h="1038225">
                  <a:moveTo>
                    <a:pt x="117462" y="400050"/>
                  </a:moveTo>
                  <a:lnTo>
                    <a:pt x="107937" y="400050"/>
                  </a:lnTo>
                  <a:lnTo>
                    <a:pt x="107937" y="409575"/>
                  </a:lnTo>
                  <a:lnTo>
                    <a:pt x="117462" y="409575"/>
                  </a:lnTo>
                  <a:lnTo>
                    <a:pt x="117462" y="400050"/>
                  </a:lnTo>
                  <a:close/>
                </a:path>
                <a:path w="1266825" h="1038225">
                  <a:moveTo>
                    <a:pt x="117462" y="342900"/>
                  </a:moveTo>
                  <a:lnTo>
                    <a:pt x="107937" y="342900"/>
                  </a:lnTo>
                  <a:lnTo>
                    <a:pt x="107937" y="352425"/>
                  </a:lnTo>
                  <a:lnTo>
                    <a:pt x="117462" y="352425"/>
                  </a:lnTo>
                  <a:lnTo>
                    <a:pt x="117462" y="342900"/>
                  </a:lnTo>
                  <a:close/>
                </a:path>
                <a:path w="1266825" h="1038225">
                  <a:moveTo>
                    <a:pt x="117462" y="285750"/>
                  </a:moveTo>
                  <a:lnTo>
                    <a:pt x="107937" y="285750"/>
                  </a:lnTo>
                  <a:lnTo>
                    <a:pt x="107937" y="295275"/>
                  </a:lnTo>
                  <a:lnTo>
                    <a:pt x="117462" y="295275"/>
                  </a:lnTo>
                  <a:lnTo>
                    <a:pt x="117462" y="285750"/>
                  </a:lnTo>
                  <a:close/>
                </a:path>
                <a:path w="1266825" h="1038225">
                  <a:moveTo>
                    <a:pt x="117462" y="228600"/>
                  </a:moveTo>
                  <a:lnTo>
                    <a:pt x="107937" y="228600"/>
                  </a:lnTo>
                  <a:lnTo>
                    <a:pt x="107937" y="238125"/>
                  </a:lnTo>
                  <a:lnTo>
                    <a:pt x="117462" y="238125"/>
                  </a:lnTo>
                  <a:lnTo>
                    <a:pt x="117462" y="228600"/>
                  </a:lnTo>
                  <a:close/>
                </a:path>
                <a:path w="1266825" h="1038225">
                  <a:moveTo>
                    <a:pt x="117462" y="171450"/>
                  </a:moveTo>
                  <a:lnTo>
                    <a:pt x="107937" y="171450"/>
                  </a:lnTo>
                  <a:lnTo>
                    <a:pt x="107937" y="180975"/>
                  </a:lnTo>
                  <a:lnTo>
                    <a:pt x="117462" y="180975"/>
                  </a:lnTo>
                  <a:lnTo>
                    <a:pt x="117462" y="171450"/>
                  </a:lnTo>
                  <a:close/>
                </a:path>
                <a:path w="1266825" h="1038225">
                  <a:moveTo>
                    <a:pt x="117462" y="114300"/>
                  </a:moveTo>
                  <a:lnTo>
                    <a:pt x="107937" y="114300"/>
                  </a:lnTo>
                  <a:lnTo>
                    <a:pt x="107937" y="123825"/>
                  </a:lnTo>
                  <a:lnTo>
                    <a:pt x="117462" y="123825"/>
                  </a:lnTo>
                  <a:lnTo>
                    <a:pt x="117462" y="114300"/>
                  </a:lnTo>
                  <a:close/>
                </a:path>
                <a:path w="1266825" h="1038225">
                  <a:moveTo>
                    <a:pt x="117462" y="57150"/>
                  </a:moveTo>
                  <a:lnTo>
                    <a:pt x="107937" y="57150"/>
                  </a:lnTo>
                  <a:lnTo>
                    <a:pt x="107937" y="66675"/>
                  </a:lnTo>
                  <a:lnTo>
                    <a:pt x="117462" y="66675"/>
                  </a:lnTo>
                  <a:lnTo>
                    <a:pt x="117462" y="57150"/>
                  </a:lnTo>
                  <a:close/>
                </a:path>
                <a:path w="1266825" h="1038225">
                  <a:moveTo>
                    <a:pt x="117462" y="0"/>
                  </a:moveTo>
                  <a:lnTo>
                    <a:pt x="107937" y="0"/>
                  </a:lnTo>
                  <a:lnTo>
                    <a:pt x="107937" y="9525"/>
                  </a:lnTo>
                  <a:lnTo>
                    <a:pt x="117462" y="9525"/>
                  </a:lnTo>
                  <a:lnTo>
                    <a:pt x="117462" y="0"/>
                  </a:lnTo>
                  <a:close/>
                </a:path>
                <a:path w="1266825" h="1038225">
                  <a:moveTo>
                    <a:pt x="123825" y="447675"/>
                  </a:moveTo>
                  <a:lnTo>
                    <a:pt x="114300" y="447675"/>
                  </a:lnTo>
                  <a:lnTo>
                    <a:pt x="114300" y="457200"/>
                  </a:lnTo>
                  <a:lnTo>
                    <a:pt x="107937" y="457200"/>
                  </a:lnTo>
                  <a:lnTo>
                    <a:pt x="107937" y="466725"/>
                  </a:lnTo>
                  <a:lnTo>
                    <a:pt x="117462" y="466725"/>
                  </a:lnTo>
                  <a:lnTo>
                    <a:pt x="117462" y="457200"/>
                  </a:lnTo>
                  <a:lnTo>
                    <a:pt x="123825" y="457200"/>
                  </a:lnTo>
                  <a:lnTo>
                    <a:pt x="123825" y="447675"/>
                  </a:lnTo>
                  <a:close/>
                </a:path>
                <a:path w="1266825" h="1038225">
                  <a:moveTo>
                    <a:pt x="180975" y="447675"/>
                  </a:moveTo>
                  <a:lnTo>
                    <a:pt x="171450" y="447675"/>
                  </a:lnTo>
                  <a:lnTo>
                    <a:pt x="171450" y="457200"/>
                  </a:lnTo>
                  <a:lnTo>
                    <a:pt x="180975" y="457200"/>
                  </a:lnTo>
                  <a:lnTo>
                    <a:pt x="180975" y="447675"/>
                  </a:lnTo>
                  <a:close/>
                </a:path>
                <a:path w="1266825" h="1038225">
                  <a:moveTo>
                    <a:pt x="238125" y="447675"/>
                  </a:moveTo>
                  <a:lnTo>
                    <a:pt x="228600" y="447675"/>
                  </a:lnTo>
                  <a:lnTo>
                    <a:pt x="228600" y="457200"/>
                  </a:lnTo>
                  <a:lnTo>
                    <a:pt x="238125" y="457200"/>
                  </a:lnTo>
                  <a:lnTo>
                    <a:pt x="238125" y="447675"/>
                  </a:lnTo>
                  <a:close/>
                </a:path>
                <a:path w="1266825" h="1038225">
                  <a:moveTo>
                    <a:pt x="295275" y="447675"/>
                  </a:moveTo>
                  <a:lnTo>
                    <a:pt x="285750" y="447675"/>
                  </a:lnTo>
                  <a:lnTo>
                    <a:pt x="285750" y="457200"/>
                  </a:lnTo>
                  <a:lnTo>
                    <a:pt x="295275" y="457200"/>
                  </a:lnTo>
                  <a:lnTo>
                    <a:pt x="295275" y="447675"/>
                  </a:lnTo>
                  <a:close/>
                </a:path>
                <a:path w="1266825" h="1038225">
                  <a:moveTo>
                    <a:pt x="352425" y="447675"/>
                  </a:moveTo>
                  <a:lnTo>
                    <a:pt x="342900" y="447675"/>
                  </a:lnTo>
                  <a:lnTo>
                    <a:pt x="342900" y="457200"/>
                  </a:lnTo>
                  <a:lnTo>
                    <a:pt x="352425" y="457200"/>
                  </a:lnTo>
                  <a:lnTo>
                    <a:pt x="352425" y="447675"/>
                  </a:lnTo>
                  <a:close/>
                </a:path>
                <a:path w="1266825" h="1038225">
                  <a:moveTo>
                    <a:pt x="409575" y="447675"/>
                  </a:moveTo>
                  <a:lnTo>
                    <a:pt x="400050" y="447675"/>
                  </a:lnTo>
                  <a:lnTo>
                    <a:pt x="400050" y="457200"/>
                  </a:lnTo>
                  <a:lnTo>
                    <a:pt x="409575" y="457200"/>
                  </a:lnTo>
                  <a:lnTo>
                    <a:pt x="409575" y="447675"/>
                  </a:lnTo>
                  <a:close/>
                </a:path>
                <a:path w="1266825" h="1038225">
                  <a:moveTo>
                    <a:pt x="466725" y="447675"/>
                  </a:moveTo>
                  <a:lnTo>
                    <a:pt x="457200" y="447675"/>
                  </a:lnTo>
                  <a:lnTo>
                    <a:pt x="457200" y="457200"/>
                  </a:lnTo>
                  <a:lnTo>
                    <a:pt x="466725" y="457200"/>
                  </a:lnTo>
                  <a:lnTo>
                    <a:pt x="466725" y="447675"/>
                  </a:lnTo>
                  <a:close/>
                </a:path>
                <a:path w="1266825" h="1038225">
                  <a:moveTo>
                    <a:pt x="523875" y="447675"/>
                  </a:moveTo>
                  <a:lnTo>
                    <a:pt x="514350" y="447675"/>
                  </a:lnTo>
                  <a:lnTo>
                    <a:pt x="514350" y="457200"/>
                  </a:lnTo>
                  <a:lnTo>
                    <a:pt x="523875" y="457200"/>
                  </a:lnTo>
                  <a:lnTo>
                    <a:pt x="523875" y="447675"/>
                  </a:lnTo>
                  <a:close/>
                </a:path>
                <a:path w="1266825" h="1038225">
                  <a:moveTo>
                    <a:pt x="581025" y="447675"/>
                  </a:moveTo>
                  <a:lnTo>
                    <a:pt x="571500" y="447675"/>
                  </a:lnTo>
                  <a:lnTo>
                    <a:pt x="571500" y="457200"/>
                  </a:lnTo>
                  <a:lnTo>
                    <a:pt x="581025" y="457200"/>
                  </a:lnTo>
                  <a:lnTo>
                    <a:pt x="581025" y="447675"/>
                  </a:lnTo>
                  <a:close/>
                </a:path>
                <a:path w="1266825" h="1038225">
                  <a:moveTo>
                    <a:pt x="638175" y="447675"/>
                  </a:moveTo>
                  <a:lnTo>
                    <a:pt x="628650" y="447675"/>
                  </a:lnTo>
                  <a:lnTo>
                    <a:pt x="628650" y="457200"/>
                  </a:lnTo>
                  <a:lnTo>
                    <a:pt x="638175" y="457200"/>
                  </a:lnTo>
                  <a:lnTo>
                    <a:pt x="638175" y="447675"/>
                  </a:lnTo>
                  <a:close/>
                </a:path>
                <a:path w="1266825" h="1038225">
                  <a:moveTo>
                    <a:pt x="695325" y="447675"/>
                  </a:moveTo>
                  <a:lnTo>
                    <a:pt x="685800" y="447675"/>
                  </a:lnTo>
                  <a:lnTo>
                    <a:pt x="685800" y="457200"/>
                  </a:lnTo>
                  <a:lnTo>
                    <a:pt x="695325" y="457200"/>
                  </a:lnTo>
                  <a:lnTo>
                    <a:pt x="695325" y="447675"/>
                  </a:lnTo>
                  <a:close/>
                </a:path>
                <a:path w="1266825" h="1038225">
                  <a:moveTo>
                    <a:pt x="758825" y="1028700"/>
                  </a:moveTo>
                  <a:lnTo>
                    <a:pt x="749300" y="1028700"/>
                  </a:lnTo>
                  <a:lnTo>
                    <a:pt x="749300" y="1038225"/>
                  </a:lnTo>
                  <a:lnTo>
                    <a:pt x="758825" y="1038225"/>
                  </a:lnTo>
                  <a:lnTo>
                    <a:pt x="758825" y="1028700"/>
                  </a:lnTo>
                  <a:close/>
                </a:path>
                <a:path w="1266825" h="1038225">
                  <a:moveTo>
                    <a:pt x="758825" y="971550"/>
                  </a:moveTo>
                  <a:lnTo>
                    <a:pt x="749300" y="971550"/>
                  </a:lnTo>
                  <a:lnTo>
                    <a:pt x="749300" y="981075"/>
                  </a:lnTo>
                  <a:lnTo>
                    <a:pt x="758825" y="981075"/>
                  </a:lnTo>
                  <a:lnTo>
                    <a:pt x="758825" y="971550"/>
                  </a:lnTo>
                  <a:close/>
                </a:path>
                <a:path w="1266825" h="1038225">
                  <a:moveTo>
                    <a:pt x="758825" y="914400"/>
                  </a:moveTo>
                  <a:lnTo>
                    <a:pt x="749300" y="914400"/>
                  </a:lnTo>
                  <a:lnTo>
                    <a:pt x="749300" y="923925"/>
                  </a:lnTo>
                  <a:lnTo>
                    <a:pt x="758825" y="923925"/>
                  </a:lnTo>
                  <a:lnTo>
                    <a:pt x="758825" y="914400"/>
                  </a:lnTo>
                  <a:close/>
                </a:path>
                <a:path w="1266825" h="1038225">
                  <a:moveTo>
                    <a:pt x="758825" y="857250"/>
                  </a:moveTo>
                  <a:lnTo>
                    <a:pt x="749300" y="857250"/>
                  </a:lnTo>
                  <a:lnTo>
                    <a:pt x="749300" y="866775"/>
                  </a:lnTo>
                  <a:lnTo>
                    <a:pt x="758825" y="866775"/>
                  </a:lnTo>
                  <a:lnTo>
                    <a:pt x="758825" y="857250"/>
                  </a:lnTo>
                  <a:close/>
                </a:path>
                <a:path w="1266825" h="1038225">
                  <a:moveTo>
                    <a:pt x="758825" y="800100"/>
                  </a:moveTo>
                  <a:lnTo>
                    <a:pt x="749300" y="800100"/>
                  </a:lnTo>
                  <a:lnTo>
                    <a:pt x="749300" y="809625"/>
                  </a:lnTo>
                  <a:lnTo>
                    <a:pt x="758825" y="809625"/>
                  </a:lnTo>
                  <a:lnTo>
                    <a:pt x="758825" y="800100"/>
                  </a:lnTo>
                  <a:close/>
                </a:path>
                <a:path w="1266825" h="1038225">
                  <a:moveTo>
                    <a:pt x="758825" y="742950"/>
                  </a:moveTo>
                  <a:lnTo>
                    <a:pt x="749300" y="742950"/>
                  </a:lnTo>
                  <a:lnTo>
                    <a:pt x="749300" y="752475"/>
                  </a:lnTo>
                  <a:lnTo>
                    <a:pt x="758825" y="752475"/>
                  </a:lnTo>
                  <a:lnTo>
                    <a:pt x="758825" y="742950"/>
                  </a:lnTo>
                  <a:close/>
                </a:path>
                <a:path w="1266825" h="1038225">
                  <a:moveTo>
                    <a:pt x="758825" y="685800"/>
                  </a:moveTo>
                  <a:lnTo>
                    <a:pt x="749300" y="685800"/>
                  </a:lnTo>
                  <a:lnTo>
                    <a:pt x="749300" y="695325"/>
                  </a:lnTo>
                  <a:lnTo>
                    <a:pt x="758825" y="695325"/>
                  </a:lnTo>
                  <a:lnTo>
                    <a:pt x="758825" y="685800"/>
                  </a:lnTo>
                  <a:close/>
                </a:path>
                <a:path w="1266825" h="1038225">
                  <a:moveTo>
                    <a:pt x="758825" y="628650"/>
                  </a:moveTo>
                  <a:lnTo>
                    <a:pt x="749300" y="628650"/>
                  </a:lnTo>
                  <a:lnTo>
                    <a:pt x="749300" y="638175"/>
                  </a:lnTo>
                  <a:lnTo>
                    <a:pt x="758825" y="638175"/>
                  </a:lnTo>
                  <a:lnTo>
                    <a:pt x="758825" y="628650"/>
                  </a:lnTo>
                  <a:close/>
                </a:path>
                <a:path w="1266825" h="1038225">
                  <a:moveTo>
                    <a:pt x="758825" y="571500"/>
                  </a:moveTo>
                  <a:lnTo>
                    <a:pt x="749300" y="571500"/>
                  </a:lnTo>
                  <a:lnTo>
                    <a:pt x="749300" y="581025"/>
                  </a:lnTo>
                  <a:lnTo>
                    <a:pt x="758825" y="581025"/>
                  </a:lnTo>
                  <a:lnTo>
                    <a:pt x="758825" y="571500"/>
                  </a:lnTo>
                  <a:close/>
                </a:path>
                <a:path w="1266825" h="1038225">
                  <a:moveTo>
                    <a:pt x="758825" y="514350"/>
                  </a:moveTo>
                  <a:lnTo>
                    <a:pt x="749300" y="514350"/>
                  </a:lnTo>
                  <a:lnTo>
                    <a:pt x="749300" y="523875"/>
                  </a:lnTo>
                  <a:lnTo>
                    <a:pt x="758825" y="523875"/>
                  </a:lnTo>
                  <a:lnTo>
                    <a:pt x="758825" y="514350"/>
                  </a:lnTo>
                  <a:close/>
                </a:path>
                <a:path w="1266825" h="1038225">
                  <a:moveTo>
                    <a:pt x="758825" y="457200"/>
                  </a:moveTo>
                  <a:lnTo>
                    <a:pt x="752475" y="457200"/>
                  </a:lnTo>
                  <a:lnTo>
                    <a:pt x="752475" y="447675"/>
                  </a:lnTo>
                  <a:lnTo>
                    <a:pt x="742950" y="447675"/>
                  </a:lnTo>
                  <a:lnTo>
                    <a:pt x="742950" y="457200"/>
                  </a:lnTo>
                  <a:lnTo>
                    <a:pt x="749300" y="457200"/>
                  </a:lnTo>
                  <a:lnTo>
                    <a:pt x="749300" y="466725"/>
                  </a:lnTo>
                  <a:lnTo>
                    <a:pt x="758825" y="466725"/>
                  </a:lnTo>
                  <a:lnTo>
                    <a:pt x="758825" y="457200"/>
                  </a:lnTo>
                  <a:close/>
                </a:path>
                <a:path w="1266825" h="1038225">
                  <a:moveTo>
                    <a:pt x="758825" y="400050"/>
                  </a:moveTo>
                  <a:lnTo>
                    <a:pt x="749300" y="400050"/>
                  </a:lnTo>
                  <a:lnTo>
                    <a:pt x="749300" y="409575"/>
                  </a:lnTo>
                  <a:lnTo>
                    <a:pt x="758825" y="409575"/>
                  </a:lnTo>
                  <a:lnTo>
                    <a:pt x="758825" y="400050"/>
                  </a:lnTo>
                  <a:close/>
                </a:path>
                <a:path w="1266825" h="1038225">
                  <a:moveTo>
                    <a:pt x="758825" y="342900"/>
                  </a:moveTo>
                  <a:lnTo>
                    <a:pt x="749300" y="342900"/>
                  </a:lnTo>
                  <a:lnTo>
                    <a:pt x="749300" y="352425"/>
                  </a:lnTo>
                  <a:lnTo>
                    <a:pt x="758825" y="352425"/>
                  </a:lnTo>
                  <a:lnTo>
                    <a:pt x="758825" y="342900"/>
                  </a:lnTo>
                  <a:close/>
                </a:path>
                <a:path w="1266825" h="1038225">
                  <a:moveTo>
                    <a:pt x="758825" y="285750"/>
                  </a:moveTo>
                  <a:lnTo>
                    <a:pt x="749300" y="285750"/>
                  </a:lnTo>
                  <a:lnTo>
                    <a:pt x="749300" y="295275"/>
                  </a:lnTo>
                  <a:lnTo>
                    <a:pt x="758825" y="295275"/>
                  </a:lnTo>
                  <a:lnTo>
                    <a:pt x="758825" y="285750"/>
                  </a:lnTo>
                  <a:close/>
                </a:path>
                <a:path w="1266825" h="1038225">
                  <a:moveTo>
                    <a:pt x="758825" y="228600"/>
                  </a:moveTo>
                  <a:lnTo>
                    <a:pt x="749300" y="228600"/>
                  </a:lnTo>
                  <a:lnTo>
                    <a:pt x="749300" y="238125"/>
                  </a:lnTo>
                  <a:lnTo>
                    <a:pt x="758825" y="238125"/>
                  </a:lnTo>
                  <a:lnTo>
                    <a:pt x="758825" y="228600"/>
                  </a:lnTo>
                  <a:close/>
                </a:path>
                <a:path w="1266825" h="1038225">
                  <a:moveTo>
                    <a:pt x="758825" y="171450"/>
                  </a:moveTo>
                  <a:lnTo>
                    <a:pt x="749300" y="171450"/>
                  </a:lnTo>
                  <a:lnTo>
                    <a:pt x="749300" y="180975"/>
                  </a:lnTo>
                  <a:lnTo>
                    <a:pt x="758825" y="180975"/>
                  </a:lnTo>
                  <a:lnTo>
                    <a:pt x="758825" y="171450"/>
                  </a:lnTo>
                  <a:close/>
                </a:path>
                <a:path w="1266825" h="1038225">
                  <a:moveTo>
                    <a:pt x="758825" y="114300"/>
                  </a:moveTo>
                  <a:lnTo>
                    <a:pt x="749300" y="114300"/>
                  </a:lnTo>
                  <a:lnTo>
                    <a:pt x="749300" y="123825"/>
                  </a:lnTo>
                  <a:lnTo>
                    <a:pt x="758825" y="123825"/>
                  </a:lnTo>
                  <a:lnTo>
                    <a:pt x="758825" y="114300"/>
                  </a:lnTo>
                  <a:close/>
                </a:path>
                <a:path w="1266825" h="1038225">
                  <a:moveTo>
                    <a:pt x="758825" y="57150"/>
                  </a:moveTo>
                  <a:lnTo>
                    <a:pt x="749300" y="57150"/>
                  </a:lnTo>
                  <a:lnTo>
                    <a:pt x="749300" y="66675"/>
                  </a:lnTo>
                  <a:lnTo>
                    <a:pt x="758825" y="66675"/>
                  </a:lnTo>
                  <a:lnTo>
                    <a:pt x="758825" y="57150"/>
                  </a:lnTo>
                  <a:close/>
                </a:path>
                <a:path w="1266825" h="1038225">
                  <a:moveTo>
                    <a:pt x="758825" y="0"/>
                  </a:moveTo>
                  <a:lnTo>
                    <a:pt x="749300" y="0"/>
                  </a:lnTo>
                  <a:lnTo>
                    <a:pt x="749300" y="9525"/>
                  </a:lnTo>
                  <a:lnTo>
                    <a:pt x="758825" y="9525"/>
                  </a:lnTo>
                  <a:lnTo>
                    <a:pt x="758825" y="0"/>
                  </a:lnTo>
                  <a:close/>
                </a:path>
                <a:path w="1266825" h="1038225">
                  <a:moveTo>
                    <a:pt x="809625" y="447675"/>
                  </a:moveTo>
                  <a:lnTo>
                    <a:pt x="800100" y="447675"/>
                  </a:lnTo>
                  <a:lnTo>
                    <a:pt x="800100" y="457200"/>
                  </a:lnTo>
                  <a:lnTo>
                    <a:pt x="809625" y="457200"/>
                  </a:lnTo>
                  <a:lnTo>
                    <a:pt x="809625" y="447675"/>
                  </a:lnTo>
                  <a:close/>
                </a:path>
                <a:path w="1266825" h="1038225">
                  <a:moveTo>
                    <a:pt x="866775" y="447675"/>
                  </a:moveTo>
                  <a:lnTo>
                    <a:pt x="857250" y="447675"/>
                  </a:lnTo>
                  <a:lnTo>
                    <a:pt x="857250" y="457200"/>
                  </a:lnTo>
                  <a:lnTo>
                    <a:pt x="866775" y="457200"/>
                  </a:lnTo>
                  <a:lnTo>
                    <a:pt x="866775" y="447675"/>
                  </a:lnTo>
                  <a:close/>
                </a:path>
                <a:path w="1266825" h="1038225">
                  <a:moveTo>
                    <a:pt x="923925" y="447675"/>
                  </a:moveTo>
                  <a:lnTo>
                    <a:pt x="914400" y="447675"/>
                  </a:lnTo>
                  <a:lnTo>
                    <a:pt x="914400" y="457200"/>
                  </a:lnTo>
                  <a:lnTo>
                    <a:pt x="923925" y="457200"/>
                  </a:lnTo>
                  <a:lnTo>
                    <a:pt x="923925" y="447675"/>
                  </a:lnTo>
                  <a:close/>
                </a:path>
                <a:path w="1266825" h="1038225">
                  <a:moveTo>
                    <a:pt x="981075" y="447675"/>
                  </a:moveTo>
                  <a:lnTo>
                    <a:pt x="971550" y="447675"/>
                  </a:lnTo>
                  <a:lnTo>
                    <a:pt x="971550" y="457200"/>
                  </a:lnTo>
                  <a:lnTo>
                    <a:pt x="981075" y="457200"/>
                  </a:lnTo>
                  <a:lnTo>
                    <a:pt x="981075" y="447675"/>
                  </a:lnTo>
                  <a:close/>
                </a:path>
                <a:path w="1266825" h="1038225">
                  <a:moveTo>
                    <a:pt x="1038225" y="447675"/>
                  </a:moveTo>
                  <a:lnTo>
                    <a:pt x="1028700" y="447675"/>
                  </a:lnTo>
                  <a:lnTo>
                    <a:pt x="1028700" y="457200"/>
                  </a:lnTo>
                  <a:lnTo>
                    <a:pt x="1038225" y="457200"/>
                  </a:lnTo>
                  <a:lnTo>
                    <a:pt x="1038225" y="447675"/>
                  </a:lnTo>
                  <a:close/>
                </a:path>
                <a:path w="1266825" h="1038225">
                  <a:moveTo>
                    <a:pt x="1095375" y="447675"/>
                  </a:moveTo>
                  <a:lnTo>
                    <a:pt x="1085850" y="447675"/>
                  </a:lnTo>
                  <a:lnTo>
                    <a:pt x="1085850" y="457200"/>
                  </a:lnTo>
                  <a:lnTo>
                    <a:pt x="1095375" y="457200"/>
                  </a:lnTo>
                  <a:lnTo>
                    <a:pt x="1095375" y="447675"/>
                  </a:lnTo>
                  <a:close/>
                </a:path>
                <a:path w="1266825" h="1038225">
                  <a:moveTo>
                    <a:pt x="1152525" y="447675"/>
                  </a:moveTo>
                  <a:lnTo>
                    <a:pt x="1143000" y="447675"/>
                  </a:lnTo>
                  <a:lnTo>
                    <a:pt x="1143000" y="457200"/>
                  </a:lnTo>
                  <a:lnTo>
                    <a:pt x="1152525" y="457200"/>
                  </a:lnTo>
                  <a:lnTo>
                    <a:pt x="1152525" y="447675"/>
                  </a:lnTo>
                  <a:close/>
                </a:path>
                <a:path w="1266825" h="1038225">
                  <a:moveTo>
                    <a:pt x="1209675" y="447675"/>
                  </a:moveTo>
                  <a:lnTo>
                    <a:pt x="1200150" y="447675"/>
                  </a:lnTo>
                  <a:lnTo>
                    <a:pt x="1200150" y="457200"/>
                  </a:lnTo>
                  <a:lnTo>
                    <a:pt x="1209675" y="457200"/>
                  </a:lnTo>
                  <a:lnTo>
                    <a:pt x="1209675" y="447675"/>
                  </a:lnTo>
                  <a:close/>
                </a:path>
                <a:path w="1266825" h="1038225">
                  <a:moveTo>
                    <a:pt x="1266825" y="447675"/>
                  </a:moveTo>
                  <a:lnTo>
                    <a:pt x="1257300" y="447675"/>
                  </a:lnTo>
                  <a:lnTo>
                    <a:pt x="1257300" y="457200"/>
                  </a:lnTo>
                  <a:lnTo>
                    <a:pt x="1266825" y="457200"/>
                  </a:lnTo>
                  <a:lnTo>
                    <a:pt x="1266825" y="44767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26747" y="5520301"/>
              <a:ext cx="1218565" cy="958215"/>
            </a:xfrm>
            <a:custGeom>
              <a:avLst/>
              <a:gdLst/>
              <a:ahLst/>
              <a:cxnLst/>
              <a:rect l="l" t="t" r="r" b="b"/>
              <a:pathLst>
                <a:path w="1218565" h="958214">
                  <a:moveTo>
                    <a:pt x="0" y="197309"/>
                  </a:moveTo>
                  <a:lnTo>
                    <a:pt x="32067" y="285439"/>
                  </a:lnTo>
                  <a:lnTo>
                    <a:pt x="64135" y="958037"/>
                  </a:lnTo>
                  <a:lnTo>
                    <a:pt x="96202" y="113402"/>
                  </a:lnTo>
                  <a:lnTo>
                    <a:pt x="160337" y="508164"/>
                  </a:lnTo>
                  <a:lnTo>
                    <a:pt x="192405" y="384807"/>
                  </a:lnTo>
                  <a:lnTo>
                    <a:pt x="224472" y="442261"/>
                  </a:lnTo>
                  <a:lnTo>
                    <a:pt x="256540" y="113937"/>
                  </a:lnTo>
                  <a:lnTo>
                    <a:pt x="320675" y="519188"/>
                  </a:lnTo>
                  <a:lnTo>
                    <a:pt x="384810" y="21211"/>
                  </a:lnTo>
                  <a:lnTo>
                    <a:pt x="416877" y="208847"/>
                  </a:lnTo>
                  <a:lnTo>
                    <a:pt x="448945" y="107875"/>
                  </a:lnTo>
                  <a:lnTo>
                    <a:pt x="481012" y="676121"/>
                  </a:lnTo>
                  <a:lnTo>
                    <a:pt x="513080" y="0"/>
                  </a:lnTo>
                  <a:lnTo>
                    <a:pt x="545147" y="239160"/>
                  </a:lnTo>
                  <a:lnTo>
                    <a:pt x="577215" y="176620"/>
                  </a:lnTo>
                  <a:lnTo>
                    <a:pt x="609282" y="255974"/>
                  </a:lnTo>
                  <a:lnTo>
                    <a:pt x="641350" y="684646"/>
                  </a:lnTo>
                  <a:lnTo>
                    <a:pt x="673417" y="434338"/>
                  </a:lnTo>
                  <a:lnTo>
                    <a:pt x="705485" y="211196"/>
                  </a:lnTo>
                  <a:lnTo>
                    <a:pt x="737552" y="233163"/>
                  </a:lnTo>
                  <a:lnTo>
                    <a:pt x="769620" y="379145"/>
                  </a:lnTo>
                  <a:lnTo>
                    <a:pt x="801687" y="54299"/>
                  </a:lnTo>
                  <a:lnTo>
                    <a:pt x="833754" y="580033"/>
                  </a:lnTo>
                  <a:lnTo>
                    <a:pt x="865822" y="251189"/>
                  </a:lnTo>
                  <a:lnTo>
                    <a:pt x="897890" y="428074"/>
                  </a:lnTo>
                  <a:lnTo>
                    <a:pt x="929957" y="392406"/>
                  </a:lnTo>
                  <a:lnTo>
                    <a:pt x="962025" y="142299"/>
                  </a:lnTo>
                  <a:lnTo>
                    <a:pt x="994092" y="564404"/>
                  </a:lnTo>
                  <a:lnTo>
                    <a:pt x="1026159" y="362263"/>
                  </a:lnTo>
                  <a:lnTo>
                    <a:pt x="1058227" y="273330"/>
                  </a:lnTo>
                  <a:lnTo>
                    <a:pt x="1090295" y="394754"/>
                  </a:lnTo>
                  <a:lnTo>
                    <a:pt x="1122362" y="114321"/>
                  </a:lnTo>
                  <a:lnTo>
                    <a:pt x="1154429" y="510336"/>
                  </a:lnTo>
                  <a:lnTo>
                    <a:pt x="1186497" y="374139"/>
                  </a:lnTo>
                  <a:lnTo>
                    <a:pt x="1218565" y="843368"/>
                  </a:lnTo>
                </a:path>
              </a:pathLst>
            </a:custGeom>
            <a:ln w="28575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4793555" y="58579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50863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2578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3149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3721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4292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4864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5435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6007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6578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7150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8864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9436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0007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60579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1150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1722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2293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2865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3436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4008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5722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6294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6865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7437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8008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8580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9151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9723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0294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14350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47625" y="19050"/>
                </a:moveTo>
                <a:lnTo>
                  <a:pt x="38100" y="19050"/>
                </a:lnTo>
                <a:lnTo>
                  <a:pt x="38100" y="28575"/>
                </a:lnTo>
                <a:lnTo>
                  <a:pt x="47625" y="28575"/>
                </a:lnTo>
                <a:lnTo>
                  <a:pt x="4762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77215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60312" y="19050"/>
                </a:moveTo>
                <a:lnTo>
                  <a:pt x="50787" y="19050"/>
                </a:lnTo>
                <a:lnTo>
                  <a:pt x="50787" y="28575"/>
                </a:lnTo>
                <a:lnTo>
                  <a:pt x="60312" y="28575"/>
                </a:lnTo>
                <a:lnTo>
                  <a:pt x="60312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45795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15875" y="19050"/>
                </a:moveTo>
                <a:lnTo>
                  <a:pt x="6350" y="19050"/>
                </a:lnTo>
                <a:lnTo>
                  <a:pt x="6350" y="28575"/>
                </a:lnTo>
                <a:lnTo>
                  <a:pt x="15875" y="28575"/>
                </a:lnTo>
                <a:lnTo>
                  <a:pt x="1587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08660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28575" y="19050"/>
                </a:moveTo>
                <a:lnTo>
                  <a:pt x="19050" y="19050"/>
                </a:lnTo>
                <a:lnTo>
                  <a:pt x="19050" y="28575"/>
                </a:lnTo>
                <a:lnTo>
                  <a:pt x="28575" y="28575"/>
                </a:lnTo>
                <a:lnTo>
                  <a:pt x="2857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 txBox="1"/>
          <p:nvPr/>
        </p:nvSpPr>
        <p:spPr>
          <a:xfrm>
            <a:off x="4793555" y="52197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6029424" y="6759575"/>
            <a:ext cx="228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622634" y="5542514"/>
            <a:ext cx="139700" cy="802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Average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ac_no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518160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181600" y="64674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81600" y="6410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181600" y="6353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181600" y="6296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181600" y="6238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181600" y="61817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5181600" y="6124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5181600" y="6067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181600" y="60102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181600" y="5838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181600" y="578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181600" y="572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181600" y="56673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181600" y="56102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181600" y="5553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181600" y="5495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18160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18160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4916785" y="6496149"/>
            <a:ext cx="405765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  <a:p>
            <a:pPr marL="146050">
              <a:lnSpc>
                <a:spcPts val="975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1960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6" name="object 186"/>
          <p:cNvSpPr/>
          <p:nvPr/>
        </p:nvSpPr>
        <p:spPr>
          <a:xfrm>
            <a:off x="582295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82295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 txBox="1"/>
          <p:nvPr/>
        </p:nvSpPr>
        <p:spPr>
          <a:xfrm>
            <a:off x="5691782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1980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646430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46430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 txBox="1"/>
          <p:nvPr/>
        </p:nvSpPr>
        <p:spPr>
          <a:xfrm>
            <a:off x="6333133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2" name="object 192"/>
          <p:cNvSpPr/>
          <p:nvPr/>
        </p:nvSpPr>
        <p:spPr>
          <a:xfrm>
            <a:off x="71056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105650" y="64674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105650" y="6410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105650" y="6353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105650" y="6296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105650" y="6238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105650" y="61817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105650" y="6124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105650" y="6067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105650" y="60102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7105650" y="5838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105650" y="578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7105650" y="572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105650" y="56673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7105650" y="56102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105650" y="5553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105650" y="5495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10565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710565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6974482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3178175" y="190563"/>
            <a:ext cx="22656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by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3" name="object 213"/>
          <p:cNvSpPr/>
          <p:nvPr/>
        </p:nvSpPr>
        <p:spPr>
          <a:xfrm>
            <a:off x="37719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4057650" y="19145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4686300" y="19145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9810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9810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9810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9810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9810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7150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829050" y="771537"/>
            <a:ext cx="180975" cy="1152525"/>
          </a:xfrm>
          <a:custGeom>
            <a:avLst/>
            <a:gdLst/>
            <a:ahLst/>
            <a:cxnLst/>
            <a:rect l="l" t="t" r="r" b="b"/>
            <a:pathLst>
              <a:path w="180975" h="1152525">
                <a:moveTo>
                  <a:pt x="9525" y="1143000"/>
                </a:moveTo>
                <a:lnTo>
                  <a:pt x="0" y="1143000"/>
                </a:lnTo>
                <a:lnTo>
                  <a:pt x="0" y="1152525"/>
                </a:lnTo>
                <a:lnTo>
                  <a:pt x="9525" y="1152525"/>
                </a:lnTo>
                <a:lnTo>
                  <a:pt x="9525" y="1143000"/>
                </a:lnTo>
                <a:close/>
              </a:path>
              <a:path w="180975" h="1152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52525">
                <a:moveTo>
                  <a:pt x="66675" y="1143000"/>
                </a:moveTo>
                <a:lnTo>
                  <a:pt x="57150" y="1143000"/>
                </a:lnTo>
                <a:lnTo>
                  <a:pt x="57150" y="1152525"/>
                </a:lnTo>
                <a:lnTo>
                  <a:pt x="66675" y="1152525"/>
                </a:lnTo>
                <a:lnTo>
                  <a:pt x="66675" y="1143000"/>
                </a:lnTo>
                <a:close/>
              </a:path>
              <a:path w="180975" h="1152525">
                <a:moveTo>
                  <a:pt x="123825" y="1143000"/>
                </a:moveTo>
                <a:lnTo>
                  <a:pt x="114300" y="1143000"/>
                </a:lnTo>
                <a:lnTo>
                  <a:pt x="114300" y="1152525"/>
                </a:lnTo>
                <a:lnTo>
                  <a:pt x="123825" y="1152525"/>
                </a:lnTo>
                <a:lnTo>
                  <a:pt x="123825" y="1143000"/>
                </a:lnTo>
                <a:close/>
              </a:path>
              <a:path w="180975" h="1152525">
                <a:moveTo>
                  <a:pt x="180975" y="1143000"/>
                </a:moveTo>
                <a:lnTo>
                  <a:pt x="171450" y="1143000"/>
                </a:lnTo>
                <a:lnTo>
                  <a:pt x="171450" y="1152525"/>
                </a:lnTo>
                <a:lnTo>
                  <a:pt x="180975" y="1152525"/>
                </a:lnTo>
                <a:lnTo>
                  <a:pt x="180975" y="1143000"/>
                </a:lnTo>
                <a:close/>
              </a:path>
              <a:path w="180975" h="1152525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3384004" y="1828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3771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4057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4114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171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229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286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343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4400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4457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514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572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4629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686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743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4800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48577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914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9720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0292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0863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5143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5200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5257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5314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5372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429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486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543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600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657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715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 txBox="1"/>
          <p:nvPr/>
        </p:nvSpPr>
        <p:spPr>
          <a:xfrm>
            <a:off x="3384004" y="685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4424908" y="2578100"/>
            <a:ext cx="68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3183245" y="693266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3841787" y="1962118"/>
            <a:ext cx="1836420" cy="59055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</a:t>
            </a:r>
            <a:endParaRPr sz="900">
              <a:latin typeface="Segoe UI"/>
              <a:cs typeface="Segoe UI"/>
            </a:endParaRPr>
          </a:p>
          <a:p>
            <a:pPr marL="2730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Bharatiya…</a:t>
            </a:r>
            <a:endParaRPr sz="900">
              <a:latin typeface="Segoe UI"/>
              <a:cs typeface="Segoe UI"/>
            </a:endParaRPr>
          </a:p>
          <a:p>
            <a:pPr marL="407034" marR="5080" indent="-16510" algn="r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Independ… Commun… Independ…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Bhartiya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J…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Bahujan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3854847" y="587281"/>
            <a:ext cx="152400" cy="1327785"/>
          </a:xfrm>
          <a:custGeom>
            <a:avLst/>
            <a:gdLst/>
            <a:ahLst/>
            <a:cxnLst/>
            <a:rect l="l" t="t" r="r" b="b"/>
            <a:pathLst>
              <a:path w="152400" h="1327785">
                <a:moveTo>
                  <a:pt x="152399" y="1327243"/>
                </a:moveTo>
                <a:lnTo>
                  <a:pt x="0" y="1327243"/>
                </a:lnTo>
                <a:lnTo>
                  <a:pt x="0" y="0"/>
                </a:lnTo>
                <a:lnTo>
                  <a:pt x="152399" y="0"/>
                </a:lnTo>
                <a:lnTo>
                  <a:pt x="152399" y="1327243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4062209" y="1474876"/>
            <a:ext cx="567690" cy="440055"/>
          </a:xfrm>
          <a:custGeom>
            <a:avLst/>
            <a:gdLst/>
            <a:ahLst/>
            <a:cxnLst/>
            <a:rect l="l" t="t" r="r" b="b"/>
            <a:pathLst>
              <a:path w="567689" h="440055">
                <a:moveTo>
                  <a:pt x="152400" y="0"/>
                </a:moveTo>
                <a:lnTo>
                  <a:pt x="0" y="0"/>
                </a:lnTo>
                <a:lnTo>
                  <a:pt x="0" y="439661"/>
                </a:lnTo>
                <a:lnTo>
                  <a:pt x="152400" y="439661"/>
                </a:lnTo>
                <a:lnTo>
                  <a:pt x="152400" y="0"/>
                </a:lnTo>
                <a:close/>
              </a:path>
              <a:path w="567689" h="440055">
                <a:moveTo>
                  <a:pt x="359765" y="5156"/>
                </a:moveTo>
                <a:lnTo>
                  <a:pt x="207365" y="5156"/>
                </a:lnTo>
                <a:lnTo>
                  <a:pt x="207365" y="439661"/>
                </a:lnTo>
                <a:lnTo>
                  <a:pt x="359765" y="439661"/>
                </a:lnTo>
                <a:lnTo>
                  <a:pt x="359765" y="5156"/>
                </a:lnTo>
                <a:close/>
              </a:path>
              <a:path w="567689" h="440055">
                <a:moveTo>
                  <a:pt x="567131" y="70853"/>
                </a:moveTo>
                <a:lnTo>
                  <a:pt x="414731" y="70853"/>
                </a:lnTo>
                <a:lnTo>
                  <a:pt x="414731" y="439661"/>
                </a:lnTo>
                <a:lnTo>
                  <a:pt x="567131" y="439661"/>
                </a:lnTo>
                <a:lnTo>
                  <a:pt x="567131" y="70853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4684306" y="1551723"/>
            <a:ext cx="982344" cy="363220"/>
          </a:xfrm>
          <a:custGeom>
            <a:avLst/>
            <a:gdLst/>
            <a:ahLst/>
            <a:cxnLst/>
            <a:rect l="l" t="t" r="r" b="b"/>
            <a:pathLst>
              <a:path w="982345" h="363219">
                <a:moveTo>
                  <a:pt x="152400" y="0"/>
                </a:moveTo>
                <a:lnTo>
                  <a:pt x="0" y="0"/>
                </a:lnTo>
                <a:lnTo>
                  <a:pt x="0" y="362813"/>
                </a:lnTo>
                <a:lnTo>
                  <a:pt x="152400" y="362813"/>
                </a:lnTo>
                <a:lnTo>
                  <a:pt x="152400" y="0"/>
                </a:lnTo>
                <a:close/>
              </a:path>
              <a:path w="982345" h="363219">
                <a:moveTo>
                  <a:pt x="359765" y="84645"/>
                </a:moveTo>
                <a:lnTo>
                  <a:pt x="207365" y="84645"/>
                </a:lnTo>
                <a:lnTo>
                  <a:pt x="207365" y="362813"/>
                </a:lnTo>
                <a:lnTo>
                  <a:pt x="359765" y="362813"/>
                </a:lnTo>
                <a:lnTo>
                  <a:pt x="359765" y="84645"/>
                </a:lnTo>
                <a:close/>
              </a:path>
              <a:path w="982345" h="363219">
                <a:moveTo>
                  <a:pt x="567143" y="163550"/>
                </a:moveTo>
                <a:lnTo>
                  <a:pt x="414743" y="163550"/>
                </a:lnTo>
                <a:lnTo>
                  <a:pt x="414743" y="362813"/>
                </a:lnTo>
                <a:lnTo>
                  <a:pt x="567143" y="362813"/>
                </a:lnTo>
                <a:lnTo>
                  <a:pt x="567143" y="163550"/>
                </a:lnTo>
                <a:close/>
              </a:path>
              <a:path w="982345" h="363219">
                <a:moveTo>
                  <a:pt x="774509" y="181165"/>
                </a:moveTo>
                <a:lnTo>
                  <a:pt x="622109" y="181165"/>
                </a:lnTo>
                <a:lnTo>
                  <a:pt x="622109" y="362813"/>
                </a:lnTo>
                <a:lnTo>
                  <a:pt x="774509" y="362813"/>
                </a:lnTo>
                <a:lnTo>
                  <a:pt x="774509" y="181165"/>
                </a:lnTo>
                <a:close/>
              </a:path>
              <a:path w="982345" h="363219">
                <a:moveTo>
                  <a:pt x="981875" y="189890"/>
                </a:moveTo>
                <a:lnTo>
                  <a:pt x="829475" y="189890"/>
                </a:lnTo>
                <a:lnTo>
                  <a:pt x="829475" y="362813"/>
                </a:lnTo>
                <a:lnTo>
                  <a:pt x="981875" y="362813"/>
                </a:lnTo>
                <a:lnTo>
                  <a:pt x="981875" y="18989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7" name="object 257"/>
          <p:cNvGrpSpPr/>
          <p:nvPr/>
        </p:nvGrpSpPr>
        <p:grpSpPr>
          <a:xfrm>
            <a:off x="3767137" y="2767012"/>
            <a:ext cx="1995805" cy="85725"/>
            <a:chOff x="3767137" y="2767012"/>
            <a:chExt cx="1995805" cy="85725"/>
          </a:xfrm>
        </p:grpSpPr>
        <p:sp>
          <p:nvSpPr>
            <p:cNvPr id="258" name="object 258"/>
            <p:cNvSpPr/>
            <p:nvPr/>
          </p:nvSpPr>
          <p:spPr>
            <a:xfrm>
              <a:off x="3771900" y="27717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771900" y="2771775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79" h="76200">
                  <a:moveTo>
                    <a:pt x="10034" y="76199"/>
                  </a:moveTo>
                  <a:lnTo>
                    <a:pt x="7684" y="76199"/>
                  </a:lnTo>
                  <a:lnTo>
                    <a:pt x="6554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7684" y="0"/>
                  </a:lnTo>
                  <a:lnTo>
                    <a:pt x="8859" y="0"/>
                  </a:lnTo>
                  <a:lnTo>
                    <a:pt x="10034" y="0"/>
                  </a:lnTo>
                  <a:lnTo>
                    <a:pt x="17719" y="33047"/>
                  </a:lnTo>
                  <a:lnTo>
                    <a:pt x="17719" y="43152"/>
                  </a:lnTo>
                  <a:lnTo>
                    <a:pt x="11164" y="75233"/>
                  </a:lnTo>
                  <a:lnTo>
                    <a:pt x="10034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771900" y="2771775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79" h="76200">
                  <a:moveTo>
                    <a:pt x="8859" y="0"/>
                  </a:moveTo>
                  <a:lnTo>
                    <a:pt x="10034" y="0"/>
                  </a:lnTo>
                  <a:lnTo>
                    <a:pt x="11164" y="966"/>
                  </a:lnTo>
                  <a:lnTo>
                    <a:pt x="17044" y="23519"/>
                  </a:lnTo>
                  <a:lnTo>
                    <a:pt x="17494" y="28187"/>
                  </a:lnTo>
                  <a:lnTo>
                    <a:pt x="17719" y="33047"/>
                  </a:lnTo>
                  <a:lnTo>
                    <a:pt x="17719" y="38100"/>
                  </a:lnTo>
                  <a:lnTo>
                    <a:pt x="17719" y="43152"/>
                  </a:lnTo>
                  <a:lnTo>
                    <a:pt x="12250" y="73299"/>
                  </a:lnTo>
                  <a:lnTo>
                    <a:pt x="11164" y="75233"/>
                  </a:lnTo>
                  <a:lnTo>
                    <a:pt x="10034" y="76199"/>
                  </a:lnTo>
                  <a:lnTo>
                    <a:pt x="8859" y="76200"/>
                  </a:lnTo>
                  <a:lnTo>
                    <a:pt x="7684" y="76199"/>
                  </a:lnTo>
                  <a:lnTo>
                    <a:pt x="6554" y="75233"/>
                  </a:lnTo>
                  <a:lnTo>
                    <a:pt x="5469" y="73299"/>
                  </a:lnTo>
                  <a:lnTo>
                    <a:pt x="438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594" y="11159"/>
                  </a:lnTo>
                  <a:lnTo>
                    <a:pt x="3425" y="7586"/>
                  </a:lnTo>
                  <a:lnTo>
                    <a:pt x="4383" y="4833"/>
                  </a:lnTo>
                  <a:lnTo>
                    <a:pt x="5469" y="2900"/>
                  </a:lnTo>
                  <a:lnTo>
                    <a:pt x="6554" y="966"/>
                  </a:lnTo>
                  <a:lnTo>
                    <a:pt x="7684" y="0"/>
                  </a:lnTo>
                  <a:lnTo>
                    <a:pt x="885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/>
          <p:nvPr/>
        </p:nvSpPr>
        <p:spPr>
          <a:xfrm>
            <a:off x="952500" y="6169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238250" y="61690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58102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58102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58102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866900" y="61690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98107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98107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98107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981075" h="9525">
                <a:moveTo>
                  <a:pt x="581012" y="0"/>
                </a:moveTo>
                <a:lnTo>
                  <a:pt x="571487" y="0"/>
                </a:lnTo>
                <a:lnTo>
                  <a:pt x="571487" y="9525"/>
                </a:lnTo>
                <a:lnTo>
                  <a:pt x="581012" y="9525"/>
                </a:lnTo>
                <a:lnTo>
                  <a:pt x="581012" y="0"/>
                </a:lnTo>
                <a:close/>
              </a:path>
              <a:path w="981075" h="9525">
                <a:moveTo>
                  <a:pt x="638162" y="0"/>
                </a:moveTo>
                <a:lnTo>
                  <a:pt x="628637" y="0"/>
                </a:lnTo>
                <a:lnTo>
                  <a:pt x="628637" y="9525"/>
                </a:lnTo>
                <a:lnTo>
                  <a:pt x="638162" y="9525"/>
                </a:lnTo>
                <a:lnTo>
                  <a:pt x="638162" y="0"/>
                </a:lnTo>
                <a:close/>
              </a:path>
              <a:path w="981075" h="9525">
                <a:moveTo>
                  <a:pt x="695312" y="0"/>
                </a:moveTo>
                <a:lnTo>
                  <a:pt x="685787" y="0"/>
                </a:lnTo>
                <a:lnTo>
                  <a:pt x="685787" y="9525"/>
                </a:lnTo>
                <a:lnTo>
                  <a:pt x="695312" y="9525"/>
                </a:lnTo>
                <a:lnTo>
                  <a:pt x="695312" y="0"/>
                </a:lnTo>
                <a:close/>
              </a:path>
              <a:path w="981075" h="9525">
                <a:moveTo>
                  <a:pt x="752462" y="0"/>
                </a:moveTo>
                <a:lnTo>
                  <a:pt x="742937" y="0"/>
                </a:lnTo>
                <a:lnTo>
                  <a:pt x="742937" y="9525"/>
                </a:lnTo>
                <a:lnTo>
                  <a:pt x="752462" y="9525"/>
                </a:lnTo>
                <a:lnTo>
                  <a:pt x="752462" y="0"/>
                </a:lnTo>
                <a:close/>
              </a:path>
              <a:path w="981075" h="9525">
                <a:moveTo>
                  <a:pt x="809612" y="0"/>
                </a:moveTo>
                <a:lnTo>
                  <a:pt x="800087" y="0"/>
                </a:lnTo>
                <a:lnTo>
                  <a:pt x="800087" y="9525"/>
                </a:lnTo>
                <a:lnTo>
                  <a:pt x="809612" y="9525"/>
                </a:lnTo>
                <a:lnTo>
                  <a:pt x="809612" y="0"/>
                </a:lnTo>
                <a:close/>
              </a:path>
              <a:path w="981075" h="9525">
                <a:moveTo>
                  <a:pt x="866762" y="0"/>
                </a:moveTo>
                <a:lnTo>
                  <a:pt x="857237" y="0"/>
                </a:lnTo>
                <a:lnTo>
                  <a:pt x="857237" y="9525"/>
                </a:lnTo>
                <a:lnTo>
                  <a:pt x="866762" y="9525"/>
                </a:lnTo>
                <a:lnTo>
                  <a:pt x="866762" y="0"/>
                </a:lnTo>
                <a:close/>
              </a:path>
              <a:path w="981075" h="9525">
                <a:moveTo>
                  <a:pt x="923912" y="0"/>
                </a:moveTo>
                <a:lnTo>
                  <a:pt x="914387" y="0"/>
                </a:lnTo>
                <a:lnTo>
                  <a:pt x="914387" y="9525"/>
                </a:lnTo>
                <a:lnTo>
                  <a:pt x="923912" y="9525"/>
                </a:lnTo>
                <a:lnTo>
                  <a:pt x="923912" y="0"/>
                </a:lnTo>
                <a:close/>
              </a:path>
              <a:path w="981075" h="9525">
                <a:moveTo>
                  <a:pt x="981062" y="0"/>
                </a:moveTo>
                <a:lnTo>
                  <a:pt x="971537" y="0"/>
                </a:lnTo>
                <a:lnTo>
                  <a:pt x="971537" y="9525"/>
                </a:lnTo>
                <a:lnTo>
                  <a:pt x="981062" y="9525"/>
                </a:lnTo>
                <a:lnTo>
                  <a:pt x="981062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2895600" y="6169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009650" y="5195366"/>
            <a:ext cx="180975" cy="983615"/>
          </a:xfrm>
          <a:custGeom>
            <a:avLst/>
            <a:gdLst/>
            <a:ahLst/>
            <a:cxnLst/>
            <a:rect l="l" t="t" r="r" b="b"/>
            <a:pathLst>
              <a:path w="180975" h="983614">
                <a:moveTo>
                  <a:pt x="9525" y="973670"/>
                </a:moveTo>
                <a:lnTo>
                  <a:pt x="0" y="973670"/>
                </a:lnTo>
                <a:lnTo>
                  <a:pt x="0" y="983195"/>
                </a:lnTo>
                <a:lnTo>
                  <a:pt x="9525" y="983195"/>
                </a:lnTo>
                <a:lnTo>
                  <a:pt x="9525" y="973670"/>
                </a:lnTo>
                <a:close/>
              </a:path>
              <a:path w="180975" h="98361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83614">
                <a:moveTo>
                  <a:pt x="66675" y="973670"/>
                </a:moveTo>
                <a:lnTo>
                  <a:pt x="57150" y="973670"/>
                </a:lnTo>
                <a:lnTo>
                  <a:pt x="57150" y="983195"/>
                </a:lnTo>
                <a:lnTo>
                  <a:pt x="66675" y="983195"/>
                </a:lnTo>
                <a:lnTo>
                  <a:pt x="66675" y="973670"/>
                </a:lnTo>
                <a:close/>
              </a:path>
              <a:path w="180975" h="983614">
                <a:moveTo>
                  <a:pt x="123825" y="973670"/>
                </a:moveTo>
                <a:lnTo>
                  <a:pt x="114300" y="973670"/>
                </a:lnTo>
                <a:lnTo>
                  <a:pt x="114300" y="983195"/>
                </a:lnTo>
                <a:lnTo>
                  <a:pt x="123825" y="983195"/>
                </a:lnTo>
                <a:lnTo>
                  <a:pt x="123825" y="973670"/>
                </a:lnTo>
                <a:close/>
              </a:path>
              <a:path w="180975" h="983614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83614">
                <a:moveTo>
                  <a:pt x="180975" y="973670"/>
                </a:moveTo>
                <a:lnTo>
                  <a:pt x="171450" y="973670"/>
                </a:lnTo>
                <a:lnTo>
                  <a:pt x="171450" y="983195"/>
                </a:lnTo>
                <a:lnTo>
                  <a:pt x="180975" y="983195"/>
                </a:lnTo>
                <a:lnTo>
                  <a:pt x="180975" y="97367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 txBox="1"/>
          <p:nvPr/>
        </p:nvSpPr>
        <p:spPr>
          <a:xfrm>
            <a:off x="564604" y="60833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67" name="object 267"/>
          <p:cNvSpPr/>
          <p:nvPr/>
        </p:nvSpPr>
        <p:spPr>
          <a:xfrm>
            <a:off x="9525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1811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2382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2954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3525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097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668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5240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811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6383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6954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7526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8097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8669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9240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9812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0383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0955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21526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22098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22669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23241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23812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24384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4955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25527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26098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26670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27241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7813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8384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8956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 txBox="1"/>
          <p:nvPr/>
        </p:nvSpPr>
        <p:spPr>
          <a:xfrm>
            <a:off x="564604" y="5109732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1605508" y="6765925"/>
            <a:ext cx="68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1" name="object 301"/>
          <p:cNvSpPr txBox="1"/>
          <p:nvPr/>
        </p:nvSpPr>
        <p:spPr>
          <a:xfrm>
            <a:off x="363845" y="4991050"/>
            <a:ext cx="177800" cy="11874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150" dirty="0">
                <a:solidFill>
                  <a:srgbClr val="252423"/>
                </a:solidFill>
                <a:latin typeface="Trebuchet MS"/>
                <a:cs typeface="Trebuchet MS"/>
              </a:rPr>
              <a:t>…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022387" y="6216600"/>
            <a:ext cx="1836420" cy="5232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  <a:p>
            <a:pPr marL="1841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Bharatiy…</a:t>
            </a:r>
            <a:endParaRPr sz="900">
              <a:latin typeface="Segoe UI"/>
              <a:cs typeface="Segoe UI"/>
            </a:endParaRPr>
          </a:p>
          <a:p>
            <a:pPr marL="339725" marR="5080" indent="-16510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Indepen… Commu… Indepen… Bhartiya… Bahujan…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03" name="object 303"/>
          <p:cNvGrpSpPr/>
          <p:nvPr/>
        </p:nvGrpSpPr>
        <p:grpSpPr>
          <a:xfrm>
            <a:off x="1035446" y="5038410"/>
            <a:ext cx="152400" cy="1130935"/>
            <a:chOff x="1035446" y="5038410"/>
            <a:chExt cx="152400" cy="1130935"/>
          </a:xfrm>
        </p:grpSpPr>
        <p:sp>
          <p:nvSpPr>
            <p:cNvPr id="304" name="object 304"/>
            <p:cNvSpPr/>
            <p:nvPr/>
          </p:nvSpPr>
          <p:spPr>
            <a:xfrm>
              <a:off x="1035446" y="5038410"/>
              <a:ext cx="76200" cy="1130935"/>
            </a:xfrm>
            <a:custGeom>
              <a:avLst/>
              <a:gdLst/>
              <a:ahLst/>
              <a:cxnLst/>
              <a:rect l="l" t="t" r="r" b="b"/>
              <a:pathLst>
                <a:path w="76200" h="1130935">
                  <a:moveTo>
                    <a:pt x="76199" y="1130614"/>
                  </a:moveTo>
                  <a:lnTo>
                    <a:pt x="0" y="113061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13061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111646" y="6084292"/>
              <a:ext cx="76200" cy="85090"/>
            </a:xfrm>
            <a:custGeom>
              <a:avLst/>
              <a:gdLst/>
              <a:ahLst/>
              <a:cxnLst/>
              <a:rect l="l" t="t" r="r" b="b"/>
              <a:pathLst>
                <a:path w="76200" h="85089">
                  <a:moveTo>
                    <a:pt x="76200" y="84732"/>
                  </a:moveTo>
                  <a:lnTo>
                    <a:pt x="0" y="84732"/>
                  </a:lnTo>
                  <a:lnTo>
                    <a:pt x="0" y="0"/>
                  </a:lnTo>
                  <a:lnTo>
                    <a:pt x="76200" y="0"/>
                  </a:lnTo>
                  <a:lnTo>
                    <a:pt x="76200" y="84732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6" name="object 306"/>
          <p:cNvGrpSpPr/>
          <p:nvPr/>
        </p:nvGrpSpPr>
        <p:grpSpPr>
          <a:xfrm>
            <a:off x="1242814" y="5794501"/>
            <a:ext cx="567690" cy="374650"/>
            <a:chOff x="1242814" y="5794501"/>
            <a:chExt cx="567690" cy="374650"/>
          </a:xfrm>
        </p:grpSpPr>
        <p:sp>
          <p:nvSpPr>
            <p:cNvPr id="307" name="object 307"/>
            <p:cNvSpPr/>
            <p:nvPr/>
          </p:nvSpPr>
          <p:spPr>
            <a:xfrm>
              <a:off x="1242809" y="5794501"/>
              <a:ext cx="491490" cy="374650"/>
            </a:xfrm>
            <a:custGeom>
              <a:avLst/>
              <a:gdLst/>
              <a:ahLst/>
              <a:cxnLst/>
              <a:rect l="l" t="t" r="r" b="b"/>
              <a:pathLst>
                <a:path w="491489" h="374650">
                  <a:moveTo>
                    <a:pt x="76200" y="0"/>
                  </a:moveTo>
                  <a:lnTo>
                    <a:pt x="0" y="0"/>
                  </a:lnTo>
                  <a:lnTo>
                    <a:pt x="0" y="374535"/>
                  </a:lnTo>
                  <a:lnTo>
                    <a:pt x="76200" y="374535"/>
                  </a:lnTo>
                  <a:lnTo>
                    <a:pt x="76200" y="0"/>
                  </a:lnTo>
                  <a:close/>
                </a:path>
                <a:path w="491489" h="374650">
                  <a:moveTo>
                    <a:pt x="283565" y="4394"/>
                  </a:moveTo>
                  <a:lnTo>
                    <a:pt x="207365" y="4394"/>
                  </a:lnTo>
                  <a:lnTo>
                    <a:pt x="207365" y="374535"/>
                  </a:lnTo>
                  <a:lnTo>
                    <a:pt x="283565" y="374535"/>
                  </a:lnTo>
                  <a:lnTo>
                    <a:pt x="283565" y="4394"/>
                  </a:lnTo>
                  <a:close/>
                </a:path>
                <a:path w="491489" h="374650">
                  <a:moveTo>
                    <a:pt x="490931" y="60363"/>
                  </a:moveTo>
                  <a:lnTo>
                    <a:pt x="414731" y="60363"/>
                  </a:lnTo>
                  <a:lnTo>
                    <a:pt x="414731" y="374535"/>
                  </a:lnTo>
                  <a:lnTo>
                    <a:pt x="490931" y="374535"/>
                  </a:lnTo>
                  <a:lnTo>
                    <a:pt x="490931" y="6036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319009" y="6137478"/>
              <a:ext cx="491490" cy="31750"/>
            </a:xfrm>
            <a:custGeom>
              <a:avLst/>
              <a:gdLst/>
              <a:ahLst/>
              <a:cxnLst/>
              <a:rect l="l" t="t" r="r" b="b"/>
              <a:pathLst>
                <a:path w="491489" h="31750">
                  <a:moveTo>
                    <a:pt x="76200" y="0"/>
                  </a:moveTo>
                  <a:lnTo>
                    <a:pt x="0" y="0"/>
                  </a:lnTo>
                  <a:lnTo>
                    <a:pt x="0" y="31559"/>
                  </a:lnTo>
                  <a:lnTo>
                    <a:pt x="76200" y="31559"/>
                  </a:lnTo>
                  <a:lnTo>
                    <a:pt x="76200" y="0"/>
                  </a:lnTo>
                  <a:close/>
                </a:path>
                <a:path w="491489" h="31750">
                  <a:moveTo>
                    <a:pt x="283565" y="9956"/>
                  </a:moveTo>
                  <a:lnTo>
                    <a:pt x="207365" y="9956"/>
                  </a:lnTo>
                  <a:lnTo>
                    <a:pt x="207365" y="31559"/>
                  </a:lnTo>
                  <a:lnTo>
                    <a:pt x="283565" y="31559"/>
                  </a:lnTo>
                  <a:lnTo>
                    <a:pt x="283565" y="9956"/>
                  </a:lnTo>
                  <a:close/>
                </a:path>
                <a:path w="491489" h="31750">
                  <a:moveTo>
                    <a:pt x="490931" y="11353"/>
                  </a:moveTo>
                  <a:lnTo>
                    <a:pt x="414731" y="11353"/>
                  </a:lnTo>
                  <a:lnTo>
                    <a:pt x="414731" y="31559"/>
                  </a:lnTo>
                  <a:lnTo>
                    <a:pt x="490931" y="31559"/>
                  </a:lnTo>
                  <a:lnTo>
                    <a:pt x="490931" y="1135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9" name="object 309"/>
          <p:cNvGrpSpPr/>
          <p:nvPr/>
        </p:nvGrpSpPr>
        <p:grpSpPr>
          <a:xfrm>
            <a:off x="1864915" y="5841047"/>
            <a:ext cx="982344" cy="328295"/>
            <a:chOff x="1864915" y="5841047"/>
            <a:chExt cx="982344" cy="328295"/>
          </a:xfrm>
        </p:grpSpPr>
        <p:sp>
          <p:nvSpPr>
            <p:cNvPr id="310" name="object 310"/>
            <p:cNvSpPr/>
            <p:nvPr/>
          </p:nvSpPr>
          <p:spPr>
            <a:xfrm>
              <a:off x="1864906" y="5859970"/>
              <a:ext cx="906144" cy="309245"/>
            </a:xfrm>
            <a:custGeom>
              <a:avLst/>
              <a:gdLst/>
              <a:ahLst/>
              <a:cxnLst/>
              <a:rect l="l" t="t" r="r" b="b"/>
              <a:pathLst>
                <a:path w="906144" h="309245">
                  <a:moveTo>
                    <a:pt x="76200" y="0"/>
                  </a:moveTo>
                  <a:lnTo>
                    <a:pt x="0" y="0"/>
                  </a:lnTo>
                  <a:lnTo>
                    <a:pt x="0" y="309067"/>
                  </a:lnTo>
                  <a:lnTo>
                    <a:pt x="76200" y="309067"/>
                  </a:lnTo>
                  <a:lnTo>
                    <a:pt x="76200" y="0"/>
                  </a:lnTo>
                  <a:close/>
                </a:path>
                <a:path w="906144" h="309245">
                  <a:moveTo>
                    <a:pt x="283565" y="72097"/>
                  </a:moveTo>
                  <a:lnTo>
                    <a:pt x="207365" y="72097"/>
                  </a:lnTo>
                  <a:lnTo>
                    <a:pt x="207365" y="309067"/>
                  </a:lnTo>
                  <a:lnTo>
                    <a:pt x="283565" y="309067"/>
                  </a:lnTo>
                  <a:lnTo>
                    <a:pt x="283565" y="72097"/>
                  </a:lnTo>
                  <a:close/>
                </a:path>
                <a:path w="906144" h="309245">
                  <a:moveTo>
                    <a:pt x="490943" y="139319"/>
                  </a:moveTo>
                  <a:lnTo>
                    <a:pt x="414743" y="139319"/>
                  </a:lnTo>
                  <a:lnTo>
                    <a:pt x="414743" y="309067"/>
                  </a:lnTo>
                  <a:lnTo>
                    <a:pt x="490943" y="309067"/>
                  </a:lnTo>
                  <a:lnTo>
                    <a:pt x="490943" y="139319"/>
                  </a:lnTo>
                  <a:close/>
                </a:path>
                <a:path w="906144" h="309245">
                  <a:moveTo>
                    <a:pt x="698309" y="154330"/>
                  </a:moveTo>
                  <a:lnTo>
                    <a:pt x="622109" y="154330"/>
                  </a:lnTo>
                  <a:lnTo>
                    <a:pt x="622109" y="309067"/>
                  </a:lnTo>
                  <a:lnTo>
                    <a:pt x="698309" y="309067"/>
                  </a:lnTo>
                  <a:lnTo>
                    <a:pt x="698309" y="154330"/>
                  </a:lnTo>
                  <a:close/>
                </a:path>
                <a:path w="906144" h="309245">
                  <a:moveTo>
                    <a:pt x="905675" y="161759"/>
                  </a:moveTo>
                  <a:lnTo>
                    <a:pt x="829475" y="161759"/>
                  </a:lnTo>
                  <a:lnTo>
                    <a:pt x="829475" y="309067"/>
                  </a:lnTo>
                  <a:lnTo>
                    <a:pt x="905675" y="309067"/>
                  </a:lnTo>
                  <a:lnTo>
                    <a:pt x="905675" y="16175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1941106" y="5841047"/>
              <a:ext cx="906144" cy="328295"/>
            </a:xfrm>
            <a:custGeom>
              <a:avLst/>
              <a:gdLst/>
              <a:ahLst/>
              <a:cxnLst/>
              <a:rect l="l" t="t" r="r" b="b"/>
              <a:pathLst>
                <a:path w="906144" h="328295">
                  <a:moveTo>
                    <a:pt x="76200" y="0"/>
                  </a:moveTo>
                  <a:lnTo>
                    <a:pt x="0" y="0"/>
                  </a:lnTo>
                  <a:lnTo>
                    <a:pt x="0" y="327990"/>
                  </a:lnTo>
                  <a:lnTo>
                    <a:pt x="76200" y="327990"/>
                  </a:lnTo>
                  <a:lnTo>
                    <a:pt x="76200" y="0"/>
                  </a:lnTo>
                  <a:close/>
                </a:path>
                <a:path w="906144" h="328295">
                  <a:moveTo>
                    <a:pt x="283565" y="314236"/>
                  </a:moveTo>
                  <a:lnTo>
                    <a:pt x="207365" y="314236"/>
                  </a:lnTo>
                  <a:lnTo>
                    <a:pt x="207365" y="327990"/>
                  </a:lnTo>
                  <a:lnTo>
                    <a:pt x="283565" y="327990"/>
                  </a:lnTo>
                  <a:lnTo>
                    <a:pt x="283565" y="314236"/>
                  </a:lnTo>
                  <a:close/>
                </a:path>
                <a:path w="906144" h="328295">
                  <a:moveTo>
                    <a:pt x="490943" y="121246"/>
                  </a:moveTo>
                  <a:lnTo>
                    <a:pt x="414743" y="121246"/>
                  </a:lnTo>
                  <a:lnTo>
                    <a:pt x="414743" y="327990"/>
                  </a:lnTo>
                  <a:lnTo>
                    <a:pt x="490943" y="327990"/>
                  </a:lnTo>
                  <a:lnTo>
                    <a:pt x="490943" y="121246"/>
                  </a:lnTo>
                  <a:close/>
                </a:path>
                <a:path w="906144" h="328295">
                  <a:moveTo>
                    <a:pt x="698309" y="313194"/>
                  </a:moveTo>
                  <a:lnTo>
                    <a:pt x="622109" y="313194"/>
                  </a:lnTo>
                  <a:lnTo>
                    <a:pt x="622109" y="327990"/>
                  </a:lnTo>
                  <a:lnTo>
                    <a:pt x="698309" y="327990"/>
                  </a:lnTo>
                  <a:lnTo>
                    <a:pt x="698309" y="313194"/>
                  </a:lnTo>
                  <a:close/>
                </a:path>
                <a:path w="906144" h="328295">
                  <a:moveTo>
                    <a:pt x="905675" y="295871"/>
                  </a:moveTo>
                  <a:lnTo>
                    <a:pt x="829475" y="295871"/>
                  </a:lnTo>
                  <a:lnTo>
                    <a:pt x="829475" y="327990"/>
                  </a:lnTo>
                  <a:lnTo>
                    <a:pt x="905675" y="327990"/>
                  </a:lnTo>
                  <a:lnTo>
                    <a:pt x="905675" y="295871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2" name="object 312"/>
          <p:cNvGrpSpPr/>
          <p:nvPr/>
        </p:nvGrpSpPr>
        <p:grpSpPr>
          <a:xfrm>
            <a:off x="947737" y="6954837"/>
            <a:ext cx="1995805" cy="85725"/>
            <a:chOff x="947737" y="6954837"/>
            <a:chExt cx="1995805" cy="85725"/>
          </a:xfrm>
        </p:grpSpPr>
        <p:sp>
          <p:nvSpPr>
            <p:cNvPr id="313" name="object 313"/>
            <p:cNvSpPr/>
            <p:nvPr/>
          </p:nvSpPr>
          <p:spPr>
            <a:xfrm>
              <a:off x="952500" y="6959600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952500" y="6959600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80" h="76200">
                  <a:moveTo>
                    <a:pt x="10034" y="76199"/>
                  </a:moveTo>
                  <a:lnTo>
                    <a:pt x="7684" y="76199"/>
                  </a:lnTo>
                  <a:lnTo>
                    <a:pt x="6554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7684" y="0"/>
                  </a:lnTo>
                  <a:lnTo>
                    <a:pt x="8859" y="0"/>
                  </a:lnTo>
                  <a:lnTo>
                    <a:pt x="10034" y="0"/>
                  </a:lnTo>
                  <a:lnTo>
                    <a:pt x="17719" y="33047"/>
                  </a:lnTo>
                  <a:lnTo>
                    <a:pt x="17719" y="43152"/>
                  </a:lnTo>
                  <a:lnTo>
                    <a:pt x="11164" y="75233"/>
                  </a:lnTo>
                  <a:lnTo>
                    <a:pt x="10034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952500" y="6959600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80" h="76200">
                  <a:moveTo>
                    <a:pt x="8859" y="0"/>
                  </a:moveTo>
                  <a:lnTo>
                    <a:pt x="10034" y="0"/>
                  </a:lnTo>
                  <a:lnTo>
                    <a:pt x="11164" y="966"/>
                  </a:lnTo>
                  <a:lnTo>
                    <a:pt x="17044" y="23519"/>
                  </a:lnTo>
                  <a:lnTo>
                    <a:pt x="17494" y="28187"/>
                  </a:lnTo>
                  <a:lnTo>
                    <a:pt x="17719" y="33047"/>
                  </a:lnTo>
                  <a:lnTo>
                    <a:pt x="17719" y="38100"/>
                  </a:lnTo>
                  <a:lnTo>
                    <a:pt x="17719" y="43152"/>
                  </a:lnTo>
                  <a:lnTo>
                    <a:pt x="12250" y="73299"/>
                  </a:lnTo>
                  <a:lnTo>
                    <a:pt x="11164" y="75233"/>
                  </a:lnTo>
                  <a:lnTo>
                    <a:pt x="10034" y="76199"/>
                  </a:lnTo>
                  <a:lnTo>
                    <a:pt x="8859" y="76200"/>
                  </a:lnTo>
                  <a:lnTo>
                    <a:pt x="7684" y="76199"/>
                  </a:lnTo>
                  <a:lnTo>
                    <a:pt x="6554" y="75233"/>
                  </a:lnTo>
                  <a:lnTo>
                    <a:pt x="5469" y="73299"/>
                  </a:lnTo>
                  <a:lnTo>
                    <a:pt x="438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594" y="11159"/>
                  </a:lnTo>
                  <a:lnTo>
                    <a:pt x="3425" y="7586"/>
                  </a:lnTo>
                  <a:lnTo>
                    <a:pt x="4383" y="4833"/>
                  </a:lnTo>
                  <a:lnTo>
                    <a:pt x="5469" y="2900"/>
                  </a:lnTo>
                  <a:lnTo>
                    <a:pt x="6554" y="966"/>
                  </a:lnTo>
                  <a:lnTo>
                    <a:pt x="7684" y="0"/>
                  </a:lnTo>
                  <a:lnTo>
                    <a:pt x="885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6" name="object 3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635" y="4736338"/>
            <a:ext cx="95249" cy="95249"/>
          </a:xfrm>
          <a:prstGeom prst="rect">
            <a:avLst/>
          </a:prstGeom>
        </p:spPr>
      </p:pic>
      <p:pic>
        <p:nvPicPr>
          <p:cNvPr id="317" name="object 3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4160" y="4736338"/>
            <a:ext cx="95249" cy="95249"/>
          </a:xfrm>
          <a:prstGeom prst="rect">
            <a:avLst/>
          </a:prstGeom>
        </p:spPr>
      </p:pic>
      <p:sp>
        <p:nvSpPr>
          <p:cNvPr id="318" name="object 318"/>
          <p:cNvSpPr txBox="1"/>
          <p:nvPr/>
        </p:nvSpPr>
        <p:spPr>
          <a:xfrm>
            <a:off x="358775" y="4191063"/>
            <a:ext cx="243840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year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year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64389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83820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496050" y="1000137"/>
            <a:ext cx="180975" cy="1168400"/>
          </a:xfrm>
          <a:custGeom>
            <a:avLst/>
            <a:gdLst/>
            <a:ahLst/>
            <a:cxnLst/>
            <a:rect l="l" t="t" r="r" b="b"/>
            <a:pathLst>
              <a:path w="18097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180975" h="1168400">
                <a:moveTo>
                  <a:pt x="9525" y="579437"/>
                </a:moveTo>
                <a:lnTo>
                  <a:pt x="0" y="579437"/>
                </a:lnTo>
                <a:lnTo>
                  <a:pt x="0" y="588962"/>
                </a:lnTo>
                <a:lnTo>
                  <a:pt x="9525" y="588962"/>
                </a:lnTo>
                <a:lnTo>
                  <a:pt x="9525" y="579437"/>
                </a:lnTo>
                <a:close/>
              </a:path>
              <a:path w="180975" h="116840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18097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18097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180975" h="1168400">
                <a:moveTo>
                  <a:pt x="180975" y="579437"/>
                </a:moveTo>
                <a:lnTo>
                  <a:pt x="178193" y="579437"/>
                </a:lnTo>
                <a:lnTo>
                  <a:pt x="178193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180975" h="1168400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724650" y="1000137"/>
            <a:ext cx="581025" cy="1168400"/>
          </a:xfrm>
          <a:custGeom>
            <a:avLst/>
            <a:gdLst/>
            <a:ahLst/>
            <a:cxnLst/>
            <a:rect l="l" t="t" r="r" b="b"/>
            <a:pathLst>
              <a:path w="581025" h="1168400">
                <a:moveTo>
                  <a:pt x="4559" y="579437"/>
                </a:moveTo>
                <a:lnTo>
                  <a:pt x="0" y="579437"/>
                </a:lnTo>
                <a:lnTo>
                  <a:pt x="0" y="588962"/>
                </a:lnTo>
                <a:lnTo>
                  <a:pt x="4559" y="588962"/>
                </a:lnTo>
                <a:lnTo>
                  <a:pt x="4559" y="579437"/>
                </a:lnTo>
                <a:close/>
              </a:path>
              <a:path w="581025" h="1168400">
                <a:moveTo>
                  <a:pt x="4559" y="0"/>
                </a:moveTo>
                <a:lnTo>
                  <a:pt x="0" y="0"/>
                </a:lnTo>
                <a:lnTo>
                  <a:pt x="0" y="9525"/>
                </a:lnTo>
                <a:lnTo>
                  <a:pt x="4559" y="9525"/>
                </a:lnTo>
                <a:lnTo>
                  <a:pt x="4559" y="0"/>
                </a:lnTo>
                <a:close/>
              </a:path>
              <a:path w="58102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58102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58102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58102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581025" h="1168400">
                <a:moveTo>
                  <a:pt x="180975" y="579437"/>
                </a:moveTo>
                <a:lnTo>
                  <a:pt x="171450" y="579437"/>
                </a:lnTo>
                <a:lnTo>
                  <a:pt x="171450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581025" h="1168400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1168400">
                <a:moveTo>
                  <a:pt x="238125" y="1158875"/>
                </a:moveTo>
                <a:lnTo>
                  <a:pt x="228600" y="1158875"/>
                </a:lnTo>
                <a:lnTo>
                  <a:pt x="228600" y="1168400"/>
                </a:lnTo>
                <a:lnTo>
                  <a:pt x="238125" y="1168400"/>
                </a:lnTo>
                <a:lnTo>
                  <a:pt x="238125" y="1158875"/>
                </a:lnTo>
                <a:close/>
              </a:path>
              <a:path w="581025" h="1168400">
                <a:moveTo>
                  <a:pt x="295275" y="1158875"/>
                </a:moveTo>
                <a:lnTo>
                  <a:pt x="285750" y="1158875"/>
                </a:lnTo>
                <a:lnTo>
                  <a:pt x="285750" y="1168400"/>
                </a:lnTo>
                <a:lnTo>
                  <a:pt x="295275" y="1168400"/>
                </a:lnTo>
                <a:lnTo>
                  <a:pt x="295275" y="1158875"/>
                </a:lnTo>
                <a:close/>
              </a:path>
              <a:path w="581025" h="1168400">
                <a:moveTo>
                  <a:pt x="352425" y="1158875"/>
                </a:moveTo>
                <a:lnTo>
                  <a:pt x="342900" y="1158875"/>
                </a:lnTo>
                <a:lnTo>
                  <a:pt x="342900" y="1168400"/>
                </a:lnTo>
                <a:lnTo>
                  <a:pt x="352425" y="1168400"/>
                </a:lnTo>
                <a:lnTo>
                  <a:pt x="352425" y="1158875"/>
                </a:lnTo>
                <a:close/>
              </a:path>
              <a:path w="581025" h="1168400">
                <a:moveTo>
                  <a:pt x="409575" y="1158875"/>
                </a:moveTo>
                <a:lnTo>
                  <a:pt x="400050" y="1158875"/>
                </a:lnTo>
                <a:lnTo>
                  <a:pt x="400050" y="1168400"/>
                </a:lnTo>
                <a:lnTo>
                  <a:pt x="409575" y="1168400"/>
                </a:lnTo>
                <a:lnTo>
                  <a:pt x="409575" y="1158875"/>
                </a:lnTo>
                <a:close/>
              </a:path>
              <a:path w="581025" h="1168400">
                <a:moveTo>
                  <a:pt x="409575" y="579437"/>
                </a:moveTo>
                <a:lnTo>
                  <a:pt x="400050" y="579437"/>
                </a:lnTo>
                <a:lnTo>
                  <a:pt x="400050" y="588962"/>
                </a:lnTo>
                <a:lnTo>
                  <a:pt x="409575" y="588962"/>
                </a:lnTo>
                <a:lnTo>
                  <a:pt x="409575" y="579437"/>
                </a:lnTo>
                <a:close/>
              </a:path>
              <a:path w="581025" h="1168400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1168400">
                <a:moveTo>
                  <a:pt x="466725" y="1158875"/>
                </a:moveTo>
                <a:lnTo>
                  <a:pt x="457200" y="1158875"/>
                </a:lnTo>
                <a:lnTo>
                  <a:pt x="457200" y="1168400"/>
                </a:lnTo>
                <a:lnTo>
                  <a:pt x="466725" y="1168400"/>
                </a:lnTo>
                <a:lnTo>
                  <a:pt x="466725" y="1158875"/>
                </a:lnTo>
                <a:close/>
              </a:path>
              <a:path w="581025" h="1168400">
                <a:moveTo>
                  <a:pt x="523875" y="1158875"/>
                </a:moveTo>
                <a:lnTo>
                  <a:pt x="514350" y="1158875"/>
                </a:lnTo>
                <a:lnTo>
                  <a:pt x="514350" y="1168400"/>
                </a:lnTo>
                <a:lnTo>
                  <a:pt x="523875" y="1168400"/>
                </a:lnTo>
                <a:lnTo>
                  <a:pt x="523875" y="1158875"/>
                </a:lnTo>
                <a:close/>
              </a:path>
              <a:path w="581025" h="1168400">
                <a:moveTo>
                  <a:pt x="581025" y="1158875"/>
                </a:moveTo>
                <a:lnTo>
                  <a:pt x="571500" y="1158875"/>
                </a:lnTo>
                <a:lnTo>
                  <a:pt x="571500" y="1168400"/>
                </a:lnTo>
                <a:lnTo>
                  <a:pt x="581025" y="1168400"/>
                </a:lnTo>
                <a:lnTo>
                  <a:pt x="581025" y="1158875"/>
                </a:lnTo>
                <a:close/>
              </a:path>
              <a:path w="581025" h="1168400">
                <a:moveTo>
                  <a:pt x="581025" y="579437"/>
                </a:moveTo>
                <a:lnTo>
                  <a:pt x="571690" y="579437"/>
                </a:lnTo>
                <a:lnTo>
                  <a:pt x="571690" y="588962"/>
                </a:lnTo>
                <a:lnTo>
                  <a:pt x="581025" y="588962"/>
                </a:lnTo>
                <a:lnTo>
                  <a:pt x="581025" y="579437"/>
                </a:lnTo>
                <a:close/>
              </a:path>
              <a:path w="581025" h="1168400">
                <a:moveTo>
                  <a:pt x="581025" y="0"/>
                </a:moveTo>
                <a:lnTo>
                  <a:pt x="571690" y="0"/>
                </a:lnTo>
                <a:lnTo>
                  <a:pt x="57169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7353300" y="1000137"/>
            <a:ext cx="981075" cy="1168400"/>
          </a:xfrm>
          <a:custGeom>
            <a:avLst/>
            <a:gdLst/>
            <a:ahLst/>
            <a:cxnLst/>
            <a:rect l="l" t="t" r="r" b="b"/>
            <a:pathLst>
              <a:path w="98107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98107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98107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98107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981075" h="1168400">
                <a:moveTo>
                  <a:pt x="180975" y="579437"/>
                </a:moveTo>
                <a:lnTo>
                  <a:pt x="171450" y="579437"/>
                </a:lnTo>
                <a:lnTo>
                  <a:pt x="171450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981075" h="1168400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1168400">
                <a:moveTo>
                  <a:pt x="238125" y="1158875"/>
                </a:moveTo>
                <a:lnTo>
                  <a:pt x="228600" y="1158875"/>
                </a:lnTo>
                <a:lnTo>
                  <a:pt x="228600" y="1168400"/>
                </a:lnTo>
                <a:lnTo>
                  <a:pt x="238125" y="1168400"/>
                </a:lnTo>
                <a:lnTo>
                  <a:pt x="238125" y="1158875"/>
                </a:lnTo>
                <a:close/>
              </a:path>
              <a:path w="981075" h="1168400">
                <a:moveTo>
                  <a:pt x="238125" y="0"/>
                </a:moveTo>
                <a:lnTo>
                  <a:pt x="228600" y="0"/>
                </a:lnTo>
                <a:lnTo>
                  <a:pt x="228600" y="8636"/>
                </a:lnTo>
                <a:lnTo>
                  <a:pt x="238125" y="8636"/>
                </a:lnTo>
                <a:lnTo>
                  <a:pt x="238125" y="0"/>
                </a:lnTo>
                <a:close/>
              </a:path>
              <a:path w="981075" h="1168400">
                <a:moveTo>
                  <a:pt x="295275" y="1158875"/>
                </a:moveTo>
                <a:lnTo>
                  <a:pt x="285750" y="1158875"/>
                </a:lnTo>
                <a:lnTo>
                  <a:pt x="285750" y="1168400"/>
                </a:lnTo>
                <a:lnTo>
                  <a:pt x="295275" y="1168400"/>
                </a:lnTo>
                <a:lnTo>
                  <a:pt x="295275" y="1158875"/>
                </a:lnTo>
                <a:close/>
              </a:path>
              <a:path w="981075" h="1168400">
                <a:moveTo>
                  <a:pt x="295275" y="0"/>
                </a:moveTo>
                <a:lnTo>
                  <a:pt x="285750" y="0"/>
                </a:lnTo>
                <a:lnTo>
                  <a:pt x="285750" y="8636"/>
                </a:lnTo>
                <a:lnTo>
                  <a:pt x="295275" y="8636"/>
                </a:lnTo>
                <a:lnTo>
                  <a:pt x="295275" y="0"/>
                </a:lnTo>
                <a:close/>
              </a:path>
              <a:path w="981075" h="1168400">
                <a:moveTo>
                  <a:pt x="352425" y="1158875"/>
                </a:moveTo>
                <a:lnTo>
                  <a:pt x="342900" y="1158875"/>
                </a:lnTo>
                <a:lnTo>
                  <a:pt x="342900" y="1168400"/>
                </a:lnTo>
                <a:lnTo>
                  <a:pt x="352425" y="1168400"/>
                </a:lnTo>
                <a:lnTo>
                  <a:pt x="352425" y="1158875"/>
                </a:lnTo>
                <a:close/>
              </a:path>
              <a:path w="981075" h="1168400">
                <a:moveTo>
                  <a:pt x="352425" y="0"/>
                </a:moveTo>
                <a:lnTo>
                  <a:pt x="342900" y="0"/>
                </a:lnTo>
                <a:lnTo>
                  <a:pt x="342900" y="8636"/>
                </a:lnTo>
                <a:lnTo>
                  <a:pt x="352425" y="8636"/>
                </a:lnTo>
                <a:lnTo>
                  <a:pt x="352425" y="0"/>
                </a:lnTo>
                <a:close/>
              </a:path>
              <a:path w="981075" h="1168400">
                <a:moveTo>
                  <a:pt x="409575" y="1158875"/>
                </a:moveTo>
                <a:lnTo>
                  <a:pt x="400050" y="1158875"/>
                </a:lnTo>
                <a:lnTo>
                  <a:pt x="400050" y="1168400"/>
                </a:lnTo>
                <a:lnTo>
                  <a:pt x="409575" y="1168400"/>
                </a:lnTo>
                <a:lnTo>
                  <a:pt x="409575" y="1158875"/>
                </a:lnTo>
                <a:close/>
              </a:path>
              <a:path w="981075" h="1168400">
                <a:moveTo>
                  <a:pt x="409575" y="579437"/>
                </a:moveTo>
                <a:lnTo>
                  <a:pt x="400050" y="579437"/>
                </a:lnTo>
                <a:lnTo>
                  <a:pt x="400050" y="588962"/>
                </a:lnTo>
                <a:lnTo>
                  <a:pt x="409575" y="588962"/>
                </a:lnTo>
                <a:lnTo>
                  <a:pt x="409575" y="579437"/>
                </a:lnTo>
                <a:close/>
              </a:path>
              <a:path w="981075" h="1168400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1168400">
                <a:moveTo>
                  <a:pt x="466725" y="1158875"/>
                </a:moveTo>
                <a:lnTo>
                  <a:pt x="457200" y="1158875"/>
                </a:lnTo>
                <a:lnTo>
                  <a:pt x="457200" y="1168400"/>
                </a:lnTo>
                <a:lnTo>
                  <a:pt x="466725" y="1168400"/>
                </a:lnTo>
                <a:lnTo>
                  <a:pt x="466725" y="1158875"/>
                </a:lnTo>
                <a:close/>
              </a:path>
              <a:path w="981075" h="1168400">
                <a:moveTo>
                  <a:pt x="466725" y="0"/>
                </a:moveTo>
                <a:lnTo>
                  <a:pt x="457200" y="0"/>
                </a:lnTo>
                <a:lnTo>
                  <a:pt x="457200" y="4330"/>
                </a:lnTo>
                <a:lnTo>
                  <a:pt x="466725" y="4330"/>
                </a:lnTo>
                <a:lnTo>
                  <a:pt x="466725" y="0"/>
                </a:lnTo>
                <a:close/>
              </a:path>
              <a:path w="981075" h="1168400">
                <a:moveTo>
                  <a:pt x="523875" y="1158875"/>
                </a:moveTo>
                <a:lnTo>
                  <a:pt x="514350" y="1158875"/>
                </a:lnTo>
                <a:lnTo>
                  <a:pt x="514350" y="1168400"/>
                </a:lnTo>
                <a:lnTo>
                  <a:pt x="523875" y="1168400"/>
                </a:lnTo>
                <a:lnTo>
                  <a:pt x="523875" y="1158875"/>
                </a:lnTo>
                <a:close/>
              </a:path>
              <a:path w="981075" h="1168400">
                <a:moveTo>
                  <a:pt x="523875" y="0"/>
                </a:moveTo>
                <a:lnTo>
                  <a:pt x="514350" y="0"/>
                </a:lnTo>
                <a:lnTo>
                  <a:pt x="514350" y="4330"/>
                </a:lnTo>
                <a:lnTo>
                  <a:pt x="523875" y="4330"/>
                </a:lnTo>
                <a:lnTo>
                  <a:pt x="523875" y="0"/>
                </a:lnTo>
                <a:close/>
              </a:path>
              <a:path w="981075" h="1168400">
                <a:moveTo>
                  <a:pt x="581025" y="1158875"/>
                </a:moveTo>
                <a:lnTo>
                  <a:pt x="571500" y="1158875"/>
                </a:lnTo>
                <a:lnTo>
                  <a:pt x="571500" y="1168400"/>
                </a:lnTo>
                <a:lnTo>
                  <a:pt x="581025" y="1168400"/>
                </a:lnTo>
                <a:lnTo>
                  <a:pt x="581025" y="1158875"/>
                </a:lnTo>
                <a:close/>
              </a:path>
              <a:path w="981075" h="1168400">
                <a:moveTo>
                  <a:pt x="581025" y="579437"/>
                </a:moveTo>
                <a:lnTo>
                  <a:pt x="571500" y="579437"/>
                </a:lnTo>
                <a:lnTo>
                  <a:pt x="571500" y="588962"/>
                </a:lnTo>
                <a:lnTo>
                  <a:pt x="581025" y="588962"/>
                </a:lnTo>
                <a:lnTo>
                  <a:pt x="581025" y="579437"/>
                </a:lnTo>
                <a:close/>
              </a:path>
              <a:path w="981075" h="1168400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1168400">
                <a:moveTo>
                  <a:pt x="638175" y="1158875"/>
                </a:moveTo>
                <a:lnTo>
                  <a:pt x="628650" y="1158875"/>
                </a:lnTo>
                <a:lnTo>
                  <a:pt x="628650" y="1168400"/>
                </a:lnTo>
                <a:lnTo>
                  <a:pt x="638175" y="1168400"/>
                </a:lnTo>
                <a:lnTo>
                  <a:pt x="638175" y="1158875"/>
                </a:lnTo>
                <a:close/>
              </a:path>
              <a:path w="981075" h="1168400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1168400">
                <a:moveTo>
                  <a:pt x="695325" y="1158875"/>
                </a:moveTo>
                <a:lnTo>
                  <a:pt x="685800" y="1158875"/>
                </a:lnTo>
                <a:lnTo>
                  <a:pt x="685800" y="1168400"/>
                </a:lnTo>
                <a:lnTo>
                  <a:pt x="695325" y="1168400"/>
                </a:lnTo>
                <a:lnTo>
                  <a:pt x="695325" y="1158875"/>
                </a:lnTo>
                <a:close/>
              </a:path>
              <a:path w="981075" h="1168400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1168400">
                <a:moveTo>
                  <a:pt x="752475" y="1158875"/>
                </a:moveTo>
                <a:lnTo>
                  <a:pt x="742950" y="1158875"/>
                </a:lnTo>
                <a:lnTo>
                  <a:pt x="742950" y="1168400"/>
                </a:lnTo>
                <a:lnTo>
                  <a:pt x="752475" y="1168400"/>
                </a:lnTo>
                <a:lnTo>
                  <a:pt x="752475" y="1158875"/>
                </a:lnTo>
                <a:close/>
              </a:path>
              <a:path w="981075" h="1168400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1168400">
                <a:moveTo>
                  <a:pt x="809625" y="1158875"/>
                </a:moveTo>
                <a:lnTo>
                  <a:pt x="800100" y="1158875"/>
                </a:lnTo>
                <a:lnTo>
                  <a:pt x="800100" y="1168400"/>
                </a:lnTo>
                <a:lnTo>
                  <a:pt x="809625" y="1168400"/>
                </a:lnTo>
                <a:lnTo>
                  <a:pt x="809625" y="1158875"/>
                </a:lnTo>
                <a:close/>
              </a:path>
              <a:path w="981075" h="1168400">
                <a:moveTo>
                  <a:pt x="809625" y="579437"/>
                </a:moveTo>
                <a:lnTo>
                  <a:pt x="800100" y="579437"/>
                </a:lnTo>
                <a:lnTo>
                  <a:pt x="800100" y="588962"/>
                </a:lnTo>
                <a:lnTo>
                  <a:pt x="809625" y="588962"/>
                </a:lnTo>
                <a:lnTo>
                  <a:pt x="809625" y="579437"/>
                </a:lnTo>
                <a:close/>
              </a:path>
              <a:path w="981075" h="1168400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1168400">
                <a:moveTo>
                  <a:pt x="866775" y="1158875"/>
                </a:moveTo>
                <a:lnTo>
                  <a:pt x="857250" y="1158875"/>
                </a:lnTo>
                <a:lnTo>
                  <a:pt x="857250" y="1168400"/>
                </a:lnTo>
                <a:lnTo>
                  <a:pt x="866775" y="1168400"/>
                </a:lnTo>
                <a:lnTo>
                  <a:pt x="866775" y="1158875"/>
                </a:lnTo>
                <a:close/>
              </a:path>
              <a:path w="981075" h="1168400">
                <a:moveTo>
                  <a:pt x="923925" y="1158875"/>
                </a:moveTo>
                <a:lnTo>
                  <a:pt x="914400" y="1158875"/>
                </a:lnTo>
                <a:lnTo>
                  <a:pt x="914400" y="1168400"/>
                </a:lnTo>
                <a:lnTo>
                  <a:pt x="923925" y="1168400"/>
                </a:lnTo>
                <a:lnTo>
                  <a:pt x="923925" y="1158875"/>
                </a:lnTo>
                <a:close/>
              </a:path>
              <a:path w="981075" h="1168400">
                <a:moveTo>
                  <a:pt x="981075" y="1158875"/>
                </a:moveTo>
                <a:lnTo>
                  <a:pt x="971550" y="1158875"/>
                </a:lnTo>
                <a:lnTo>
                  <a:pt x="971550" y="1168400"/>
                </a:lnTo>
                <a:lnTo>
                  <a:pt x="981075" y="1168400"/>
                </a:lnTo>
                <a:lnTo>
                  <a:pt x="981075" y="1158875"/>
                </a:lnTo>
                <a:close/>
              </a:path>
              <a:path w="981075" h="1168400">
                <a:moveTo>
                  <a:pt x="981075" y="579437"/>
                </a:moveTo>
                <a:lnTo>
                  <a:pt x="979881" y="579437"/>
                </a:lnTo>
                <a:lnTo>
                  <a:pt x="979881" y="588962"/>
                </a:lnTo>
                <a:lnTo>
                  <a:pt x="981075" y="588962"/>
                </a:lnTo>
                <a:lnTo>
                  <a:pt x="981075" y="579437"/>
                </a:lnTo>
                <a:close/>
              </a:path>
              <a:path w="981075" h="1168400">
                <a:moveTo>
                  <a:pt x="981075" y="0"/>
                </a:moveTo>
                <a:lnTo>
                  <a:pt x="979881" y="0"/>
                </a:lnTo>
                <a:lnTo>
                  <a:pt x="979881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 txBox="1"/>
          <p:nvPr/>
        </p:nvSpPr>
        <p:spPr>
          <a:xfrm>
            <a:off x="6175722" y="2073374"/>
            <a:ext cx="180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5" name="object 325"/>
          <p:cNvSpPr/>
          <p:nvPr/>
        </p:nvSpPr>
        <p:spPr>
          <a:xfrm>
            <a:off x="6438900" y="1579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382000" y="1579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 txBox="1"/>
          <p:nvPr/>
        </p:nvSpPr>
        <p:spPr>
          <a:xfrm>
            <a:off x="6114107" y="1493936"/>
            <a:ext cx="242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8" name="object 328"/>
          <p:cNvSpPr/>
          <p:nvPr/>
        </p:nvSpPr>
        <p:spPr>
          <a:xfrm>
            <a:off x="6438900" y="1000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82000" y="1000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 txBox="1"/>
          <p:nvPr/>
        </p:nvSpPr>
        <p:spPr>
          <a:xfrm>
            <a:off x="5850246" y="1044053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31" name="object 331"/>
          <p:cNvSpPr txBox="1"/>
          <p:nvPr/>
        </p:nvSpPr>
        <p:spPr>
          <a:xfrm>
            <a:off x="6508787" y="2206575"/>
            <a:ext cx="1836420" cy="51562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29845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Pr…</a:t>
            </a:r>
            <a:endParaRPr sz="900">
              <a:latin typeface="Segoe UI"/>
              <a:cs typeface="Segoe UI"/>
            </a:endParaRPr>
          </a:p>
          <a:p>
            <a:pPr marL="12700" marR="5080" indent="2413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Mahara…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Be…</a:t>
            </a:r>
            <a:endParaRPr sz="900">
              <a:latin typeface="Segoe UI"/>
              <a:cs typeface="Segoe UI"/>
            </a:endParaRPr>
          </a:p>
          <a:p>
            <a:pPr marL="12700" marR="5080" indent="233679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Madhya… Karnata… Rajasthan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7351315" y="1000125"/>
            <a:ext cx="982344" cy="1158875"/>
            <a:chOff x="7351315" y="1000125"/>
            <a:chExt cx="982344" cy="1158875"/>
          </a:xfrm>
        </p:grpSpPr>
        <p:sp>
          <p:nvSpPr>
            <p:cNvPr id="333" name="object 333"/>
            <p:cNvSpPr/>
            <p:nvPr/>
          </p:nvSpPr>
          <p:spPr>
            <a:xfrm>
              <a:off x="8180784" y="1836802"/>
              <a:ext cx="152400" cy="322580"/>
            </a:xfrm>
            <a:custGeom>
              <a:avLst/>
              <a:gdLst/>
              <a:ahLst/>
              <a:cxnLst/>
              <a:rect l="l" t="t" r="r" b="b"/>
              <a:pathLst>
                <a:path w="152400" h="322580">
                  <a:moveTo>
                    <a:pt x="152400" y="322198"/>
                  </a:moveTo>
                  <a:lnTo>
                    <a:pt x="0" y="32219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2198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7766049" y="2054712"/>
              <a:ext cx="152400" cy="104775"/>
            </a:xfrm>
            <a:custGeom>
              <a:avLst/>
              <a:gdLst/>
              <a:ahLst/>
              <a:cxnLst/>
              <a:rect l="l" t="t" r="r" b="b"/>
              <a:pathLst>
                <a:path w="152400" h="104775">
                  <a:moveTo>
                    <a:pt x="152399" y="104287"/>
                  </a:moveTo>
                  <a:lnTo>
                    <a:pt x="0" y="1042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4287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8180784" y="1413615"/>
              <a:ext cx="152400" cy="423545"/>
            </a:xfrm>
            <a:custGeom>
              <a:avLst/>
              <a:gdLst/>
              <a:ahLst/>
              <a:cxnLst/>
              <a:rect l="l" t="t" r="r" b="b"/>
              <a:pathLst>
                <a:path w="152400" h="423544">
                  <a:moveTo>
                    <a:pt x="152400" y="423186"/>
                  </a:moveTo>
                  <a:lnTo>
                    <a:pt x="0" y="42318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3186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7766049" y="1295477"/>
              <a:ext cx="152400" cy="759460"/>
            </a:xfrm>
            <a:custGeom>
              <a:avLst/>
              <a:gdLst/>
              <a:ahLst/>
              <a:cxnLst/>
              <a:rect l="l" t="t" r="r" b="b"/>
              <a:pathLst>
                <a:path w="152400" h="759460">
                  <a:moveTo>
                    <a:pt x="152399" y="759234"/>
                  </a:moveTo>
                  <a:lnTo>
                    <a:pt x="0" y="75923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59234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7558671" y="1056779"/>
              <a:ext cx="774700" cy="1102360"/>
            </a:xfrm>
            <a:custGeom>
              <a:avLst/>
              <a:gdLst/>
              <a:ahLst/>
              <a:cxnLst/>
              <a:rect l="l" t="t" r="r" b="b"/>
              <a:pathLst>
                <a:path w="774700" h="1102360">
                  <a:moveTo>
                    <a:pt x="152400" y="1101509"/>
                  </a:moveTo>
                  <a:lnTo>
                    <a:pt x="0" y="1101509"/>
                  </a:lnTo>
                  <a:lnTo>
                    <a:pt x="0" y="1102233"/>
                  </a:lnTo>
                  <a:lnTo>
                    <a:pt x="152400" y="1102233"/>
                  </a:lnTo>
                  <a:lnTo>
                    <a:pt x="152400" y="1101509"/>
                  </a:lnTo>
                  <a:close/>
                </a:path>
                <a:path w="774700" h="1102360">
                  <a:moveTo>
                    <a:pt x="359778" y="230428"/>
                  </a:moveTo>
                  <a:lnTo>
                    <a:pt x="207378" y="230428"/>
                  </a:lnTo>
                  <a:lnTo>
                    <a:pt x="207378" y="238709"/>
                  </a:lnTo>
                  <a:lnTo>
                    <a:pt x="359778" y="238709"/>
                  </a:lnTo>
                  <a:lnTo>
                    <a:pt x="359778" y="230428"/>
                  </a:lnTo>
                  <a:close/>
                </a:path>
                <a:path w="774700" h="1102360">
                  <a:moveTo>
                    <a:pt x="567143" y="977087"/>
                  </a:moveTo>
                  <a:lnTo>
                    <a:pt x="414743" y="977087"/>
                  </a:lnTo>
                  <a:lnTo>
                    <a:pt x="414743" y="1102233"/>
                  </a:lnTo>
                  <a:lnTo>
                    <a:pt x="567143" y="1102233"/>
                  </a:lnTo>
                  <a:lnTo>
                    <a:pt x="567143" y="977087"/>
                  </a:lnTo>
                  <a:close/>
                </a:path>
                <a:path w="774700" h="1102360">
                  <a:moveTo>
                    <a:pt x="774509" y="0"/>
                  </a:moveTo>
                  <a:lnTo>
                    <a:pt x="622109" y="0"/>
                  </a:lnTo>
                  <a:lnTo>
                    <a:pt x="622109" y="356844"/>
                  </a:lnTo>
                  <a:lnTo>
                    <a:pt x="774509" y="356844"/>
                  </a:lnTo>
                  <a:lnTo>
                    <a:pt x="774509" y="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7766049" y="1281899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5">
                  <a:moveTo>
                    <a:pt x="152399" y="5298"/>
                  </a:moveTo>
                  <a:lnTo>
                    <a:pt x="0" y="529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298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7973417" y="1996572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7284"/>
                  </a:moveTo>
                  <a:lnTo>
                    <a:pt x="0" y="3728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7284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7973417" y="1965439"/>
              <a:ext cx="152400" cy="31750"/>
            </a:xfrm>
            <a:custGeom>
              <a:avLst/>
              <a:gdLst/>
              <a:ahLst/>
              <a:cxnLst/>
              <a:rect l="l" t="t" r="r" b="b"/>
              <a:pathLst>
                <a:path w="152400" h="31750">
                  <a:moveTo>
                    <a:pt x="152400" y="31133"/>
                  </a:moveTo>
                  <a:lnTo>
                    <a:pt x="0" y="3113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1133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7766049" y="1114588"/>
              <a:ext cx="152400" cy="167640"/>
            </a:xfrm>
            <a:custGeom>
              <a:avLst/>
              <a:gdLst/>
              <a:ahLst/>
              <a:cxnLst/>
              <a:rect l="l" t="t" r="r" b="b"/>
              <a:pathLst>
                <a:path w="152400" h="167640">
                  <a:moveTo>
                    <a:pt x="152399" y="167310"/>
                  </a:moveTo>
                  <a:lnTo>
                    <a:pt x="0" y="1673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67310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7351315" y="1000125"/>
              <a:ext cx="152400" cy="1158875"/>
            </a:xfrm>
            <a:custGeom>
              <a:avLst/>
              <a:gdLst/>
              <a:ahLst/>
              <a:cxnLst/>
              <a:rect l="l" t="t" r="r" b="b"/>
              <a:pathLst>
                <a:path w="152400" h="1158875">
                  <a:moveTo>
                    <a:pt x="152400" y="1158874"/>
                  </a:moveTo>
                  <a:lnTo>
                    <a:pt x="0" y="1158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58874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7558671" y="1008773"/>
              <a:ext cx="567690" cy="1149985"/>
            </a:xfrm>
            <a:custGeom>
              <a:avLst/>
              <a:gdLst/>
              <a:ahLst/>
              <a:cxnLst/>
              <a:rect l="l" t="t" r="r" b="b"/>
              <a:pathLst>
                <a:path w="567690" h="1149985">
                  <a:moveTo>
                    <a:pt x="152400" y="0"/>
                  </a:moveTo>
                  <a:lnTo>
                    <a:pt x="0" y="0"/>
                  </a:lnTo>
                  <a:lnTo>
                    <a:pt x="0" y="1149515"/>
                  </a:lnTo>
                  <a:lnTo>
                    <a:pt x="152400" y="1149515"/>
                  </a:lnTo>
                  <a:lnTo>
                    <a:pt x="152400" y="0"/>
                  </a:lnTo>
                  <a:close/>
                </a:path>
                <a:path w="567690" h="1149985">
                  <a:moveTo>
                    <a:pt x="567143" y="47193"/>
                  </a:moveTo>
                  <a:lnTo>
                    <a:pt x="414743" y="47193"/>
                  </a:lnTo>
                  <a:lnTo>
                    <a:pt x="414743" y="956678"/>
                  </a:lnTo>
                  <a:lnTo>
                    <a:pt x="567143" y="956678"/>
                  </a:lnTo>
                  <a:lnTo>
                    <a:pt x="567143" y="47193"/>
                  </a:lnTo>
                  <a:close/>
                </a:path>
              </a:pathLst>
            </a:custGeom>
            <a:solidFill>
              <a:srgbClr val="6A5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7558682" y="100862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7766049" y="1103588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399" y="10999"/>
                  </a:moveTo>
                  <a:lnTo>
                    <a:pt x="0" y="109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999"/>
                  </a:lnTo>
                  <a:close/>
                </a:path>
              </a:pathLst>
            </a:custGeom>
            <a:solidFill>
              <a:srgbClr val="5E6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7558671" y="1000137"/>
              <a:ext cx="774700" cy="103505"/>
            </a:xfrm>
            <a:custGeom>
              <a:avLst/>
              <a:gdLst/>
              <a:ahLst/>
              <a:cxnLst/>
              <a:rect l="l" t="t" r="r" b="b"/>
              <a:pathLst>
                <a:path w="774700" h="103505">
                  <a:moveTo>
                    <a:pt x="152400" y="1320"/>
                  </a:moveTo>
                  <a:lnTo>
                    <a:pt x="0" y="1320"/>
                  </a:lnTo>
                  <a:lnTo>
                    <a:pt x="0" y="8496"/>
                  </a:lnTo>
                  <a:lnTo>
                    <a:pt x="152400" y="8496"/>
                  </a:lnTo>
                  <a:lnTo>
                    <a:pt x="152400" y="1320"/>
                  </a:lnTo>
                  <a:close/>
                </a:path>
                <a:path w="774700" h="103505">
                  <a:moveTo>
                    <a:pt x="359778" y="4330"/>
                  </a:moveTo>
                  <a:lnTo>
                    <a:pt x="207378" y="4330"/>
                  </a:lnTo>
                  <a:lnTo>
                    <a:pt x="207378" y="103454"/>
                  </a:lnTo>
                  <a:lnTo>
                    <a:pt x="359778" y="103454"/>
                  </a:lnTo>
                  <a:lnTo>
                    <a:pt x="359778" y="4330"/>
                  </a:lnTo>
                  <a:close/>
                </a:path>
                <a:path w="774700" h="103505">
                  <a:moveTo>
                    <a:pt x="567143" y="6426"/>
                  </a:moveTo>
                  <a:lnTo>
                    <a:pt x="414743" y="6426"/>
                  </a:lnTo>
                  <a:lnTo>
                    <a:pt x="414743" y="55829"/>
                  </a:lnTo>
                  <a:lnTo>
                    <a:pt x="567143" y="55829"/>
                  </a:lnTo>
                  <a:lnTo>
                    <a:pt x="567143" y="6426"/>
                  </a:lnTo>
                  <a:close/>
                </a:path>
                <a:path w="774700" h="103505">
                  <a:moveTo>
                    <a:pt x="774509" y="0"/>
                  </a:moveTo>
                  <a:lnTo>
                    <a:pt x="622109" y="0"/>
                  </a:lnTo>
                  <a:lnTo>
                    <a:pt x="622109" y="56642"/>
                  </a:lnTo>
                  <a:lnTo>
                    <a:pt x="774509" y="56642"/>
                  </a:lnTo>
                  <a:lnTo>
                    <a:pt x="774509" y="0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7766050" y="1000137"/>
              <a:ext cx="360045" cy="6985"/>
            </a:xfrm>
            <a:custGeom>
              <a:avLst/>
              <a:gdLst/>
              <a:ahLst/>
              <a:cxnLst/>
              <a:rect l="l" t="t" r="r" b="b"/>
              <a:pathLst>
                <a:path w="360045" h="6984">
                  <a:moveTo>
                    <a:pt x="152400" y="0"/>
                  </a:moveTo>
                  <a:lnTo>
                    <a:pt x="0" y="0"/>
                  </a:lnTo>
                  <a:lnTo>
                    <a:pt x="0" y="4330"/>
                  </a:lnTo>
                  <a:lnTo>
                    <a:pt x="152400" y="4330"/>
                  </a:lnTo>
                  <a:lnTo>
                    <a:pt x="152400" y="0"/>
                  </a:lnTo>
                  <a:close/>
                </a:path>
                <a:path w="360045" h="6984">
                  <a:moveTo>
                    <a:pt x="359765" y="0"/>
                  </a:moveTo>
                  <a:lnTo>
                    <a:pt x="207365" y="0"/>
                  </a:lnTo>
                  <a:lnTo>
                    <a:pt x="207365" y="6426"/>
                  </a:lnTo>
                  <a:lnTo>
                    <a:pt x="359765" y="6426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A66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558682" y="1000558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97"/>
                  </a:moveTo>
                  <a:lnTo>
                    <a:pt x="0" y="89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97"/>
                  </a:lnTo>
                  <a:close/>
                </a:path>
              </a:pathLst>
            </a:custGeom>
            <a:solidFill>
              <a:srgbClr val="3457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7558682" y="100045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105"/>
                  </a:moveTo>
                  <a:lnTo>
                    <a:pt x="0" y="10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7558682" y="100012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327"/>
                  </a:moveTo>
                  <a:lnTo>
                    <a:pt x="0" y="3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7"/>
                  </a:lnTo>
                  <a:close/>
                </a:path>
              </a:pathLst>
            </a:custGeom>
            <a:solidFill>
              <a:srgbClr val="A3B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1" name="object 351"/>
          <p:cNvGrpSpPr/>
          <p:nvPr/>
        </p:nvGrpSpPr>
        <p:grpSpPr>
          <a:xfrm>
            <a:off x="6521846" y="1000125"/>
            <a:ext cx="152400" cy="1158875"/>
            <a:chOff x="6521846" y="1000125"/>
            <a:chExt cx="152400" cy="1158875"/>
          </a:xfrm>
        </p:grpSpPr>
        <p:sp>
          <p:nvSpPr>
            <p:cNvPr id="352" name="object 352"/>
            <p:cNvSpPr/>
            <p:nvPr/>
          </p:nvSpPr>
          <p:spPr>
            <a:xfrm>
              <a:off x="6521846" y="2155533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399" y="3466"/>
                  </a:moveTo>
                  <a:lnTo>
                    <a:pt x="0" y="346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6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521846" y="2152849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399" y="2683"/>
                  </a:moveTo>
                  <a:lnTo>
                    <a:pt x="0" y="268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68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521846" y="215140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444"/>
                  </a:moveTo>
                  <a:lnTo>
                    <a:pt x="0" y="14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44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521846" y="2150402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02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521846" y="2143162"/>
              <a:ext cx="152400" cy="7620"/>
            </a:xfrm>
            <a:custGeom>
              <a:avLst/>
              <a:gdLst/>
              <a:ahLst/>
              <a:cxnLst/>
              <a:rect l="l" t="t" r="r" b="b"/>
              <a:pathLst>
                <a:path w="152400" h="7619">
                  <a:moveTo>
                    <a:pt x="152399" y="7239"/>
                  </a:moveTo>
                  <a:lnTo>
                    <a:pt x="0" y="723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239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521846" y="2092806"/>
              <a:ext cx="152400" cy="50800"/>
            </a:xfrm>
            <a:custGeom>
              <a:avLst/>
              <a:gdLst/>
              <a:ahLst/>
              <a:cxnLst/>
              <a:rect l="l" t="t" r="r" b="b"/>
              <a:pathLst>
                <a:path w="152400" h="50800">
                  <a:moveTo>
                    <a:pt x="152399" y="50355"/>
                  </a:moveTo>
                  <a:lnTo>
                    <a:pt x="0" y="503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355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521846" y="209246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344"/>
                  </a:moveTo>
                  <a:lnTo>
                    <a:pt x="0" y="3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4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6521846" y="209103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422"/>
                  </a:moveTo>
                  <a:lnTo>
                    <a:pt x="0" y="142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2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6521846" y="2090874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164"/>
                  </a:moveTo>
                  <a:lnTo>
                    <a:pt x="0" y="16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64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6521846" y="1334557"/>
              <a:ext cx="152400" cy="756920"/>
            </a:xfrm>
            <a:custGeom>
              <a:avLst/>
              <a:gdLst/>
              <a:ahLst/>
              <a:cxnLst/>
              <a:rect l="l" t="t" r="r" b="b"/>
              <a:pathLst>
                <a:path w="152400" h="756919">
                  <a:moveTo>
                    <a:pt x="152399" y="756317"/>
                  </a:moveTo>
                  <a:lnTo>
                    <a:pt x="0" y="75631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56317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6521846" y="1329542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5015"/>
                  </a:moveTo>
                  <a:lnTo>
                    <a:pt x="0" y="50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15"/>
                  </a:lnTo>
                  <a:close/>
                </a:path>
              </a:pathLst>
            </a:custGeom>
            <a:solidFill>
              <a:srgbClr val="450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6521846" y="1329239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302"/>
                  </a:moveTo>
                  <a:lnTo>
                    <a:pt x="0" y="3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2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6521846" y="132894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295"/>
                  </a:moveTo>
                  <a:lnTo>
                    <a:pt x="0" y="29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95"/>
                  </a:lnTo>
                  <a:close/>
                </a:path>
              </a:pathLst>
            </a:custGeom>
            <a:solidFill>
              <a:srgbClr val="B91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6521846" y="1328538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05"/>
                  </a:lnTo>
                  <a:close/>
                </a:path>
              </a:pathLst>
            </a:custGeom>
            <a:solidFill>
              <a:srgbClr val="373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6521846" y="1322932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5">
                  <a:moveTo>
                    <a:pt x="152399" y="5605"/>
                  </a:moveTo>
                  <a:lnTo>
                    <a:pt x="0" y="560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605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6521846" y="1303853"/>
              <a:ext cx="152400" cy="19685"/>
            </a:xfrm>
            <a:custGeom>
              <a:avLst/>
              <a:gdLst/>
              <a:ahLst/>
              <a:cxnLst/>
              <a:rect l="l" t="t" r="r" b="b"/>
              <a:pathLst>
                <a:path w="152400" h="19684">
                  <a:moveTo>
                    <a:pt x="152399" y="19079"/>
                  </a:moveTo>
                  <a:lnTo>
                    <a:pt x="0" y="1907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9079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6521846" y="130140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40">
                  <a:moveTo>
                    <a:pt x="152399" y="2446"/>
                  </a:moveTo>
                  <a:lnTo>
                    <a:pt x="0" y="244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446"/>
                  </a:lnTo>
                  <a:close/>
                </a:path>
              </a:pathLst>
            </a:custGeom>
            <a:solidFill>
              <a:srgbClr val="B586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6521846" y="1000125"/>
              <a:ext cx="152400" cy="301625"/>
            </a:xfrm>
            <a:custGeom>
              <a:avLst/>
              <a:gdLst/>
              <a:ahLst/>
              <a:cxnLst/>
              <a:rect l="l" t="t" r="r" b="b"/>
              <a:pathLst>
                <a:path w="152400" h="301625">
                  <a:moveTo>
                    <a:pt x="152399" y="301282"/>
                  </a:moveTo>
                  <a:lnTo>
                    <a:pt x="0" y="30128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1282"/>
                  </a:lnTo>
                  <a:close/>
                </a:path>
              </a:pathLst>
            </a:custGeom>
            <a:solidFill>
              <a:srgbClr val="A69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0" name="object 370"/>
          <p:cNvGrpSpPr/>
          <p:nvPr/>
        </p:nvGrpSpPr>
        <p:grpSpPr>
          <a:xfrm>
            <a:off x="6729214" y="1000125"/>
            <a:ext cx="567690" cy="1158875"/>
            <a:chOff x="6729214" y="1000125"/>
            <a:chExt cx="567690" cy="1158875"/>
          </a:xfrm>
        </p:grpSpPr>
        <p:sp>
          <p:nvSpPr>
            <p:cNvPr id="371" name="object 371"/>
            <p:cNvSpPr/>
            <p:nvPr/>
          </p:nvSpPr>
          <p:spPr>
            <a:xfrm>
              <a:off x="6936581" y="2074351"/>
              <a:ext cx="152400" cy="85090"/>
            </a:xfrm>
            <a:custGeom>
              <a:avLst/>
              <a:gdLst/>
              <a:ahLst/>
              <a:cxnLst/>
              <a:rect l="l" t="t" r="r" b="b"/>
              <a:pathLst>
                <a:path w="152400" h="85089">
                  <a:moveTo>
                    <a:pt x="152400" y="84648"/>
                  </a:moveTo>
                  <a:lnTo>
                    <a:pt x="0" y="8464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464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143948" y="2158027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73"/>
                  </a:moveTo>
                  <a:lnTo>
                    <a:pt x="0" y="9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7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6729214" y="2158351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648"/>
                  </a:moveTo>
                  <a:lnTo>
                    <a:pt x="0" y="64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48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6729209" y="2133282"/>
              <a:ext cx="567690" cy="25400"/>
            </a:xfrm>
            <a:custGeom>
              <a:avLst/>
              <a:gdLst/>
              <a:ahLst/>
              <a:cxnLst/>
              <a:rect l="l" t="t" r="r" b="b"/>
              <a:pathLst>
                <a:path w="567690" h="25400">
                  <a:moveTo>
                    <a:pt x="152400" y="0"/>
                  </a:moveTo>
                  <a:lnTo>
                    <a:pt x="0" y="0"/>
                  </a:lnTo>
                  <a:lnTo>
                    <a:pt x="0" y="25069"/>
                  </a:lnTo>
                  <a:lnTo>
                    <a:pt x="152400" y="25069"/>
                  </a:lnTo>
                  <a:lnTo>
                    <a:pt x="152400" y="0"/>
                  </a:lnTo>
                  <a:close/>
                </a:path>
                <a:path w="567690" h="25400">
                  <a:moveTo>
                    <a:pt x="567131" y="24650"/>
                  </a:moveTo>
                  <a:lnTo>
                    <a:pt x="414731" y="24650"/>
                  </a:lnTo>
                  <a:lnTo>
                    <a:pt x="567131" y="24752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6729214" y="2035573"/>
              <a:ext cx="152400" cy="97790"/>
            </a:xfrm>
            <a:custGeom>
              <a:avLst/>
              <a:gdLst/>
              <a:ahLst/>
              <a:cxnLst/>
              <a:rect l="l" t="t" r="r" b="b"/>
              <a:pathLst>
                <a:path w="152400" h="97789">
                  <a:moveTo>
                    <a:pt x="152399" y="97702"/>
                  </a:moveTo>
                  <a:lnTo>
                    <a:pt x="0" y="977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97702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6729209" y="2034920"/>
              <a:ext cx="360045" cy="40005"/>
            </a:xfrm>
            <a:custGeom>
              <a:avLst/>
              <a:gdLst/>
              <a:ahLst/>
              <a:cxnLst/>
              <a:rect l="l" t="t" r="r" b="b"/>
              <a:pathLst>
                <a:path w="360045" h="40005">
                  <a:moveTo>
                    <a:pt x="152400" y="0"/>
                  </a:moveTo>
                  <a:lnTo>
                    <a:pt x="0" y="0"/>
                  </a:lnTo>
                  <a:lnTo>
                    <a:pt x="0" y="660"/>
                  </a:lnTo>
                  <a:lnTo>
                    <a:pt x="152400" y="660"/>
                  </a:lnTo>
                  <a:lnTo>
                    <a:pt x="152400" y="0"/>
                  </a:lnTo>
                  <a:close/>
                </a:path>
                <a:path w="360045" h="40005">
                  <a:moveTo>
                    <a:pt x="359765" y="38188"/>
                  </a:moveTo>
                  <a:lnTo>
                    <a:pt x="207365" y="38188"/>
                  </a:lnTo>
                  <a:lnTo>
                    <a:pt x="207365" y="39433"/>
                  </a:lnTo>
                  <a:lnTo>
                    <a:pt x="359765" y="39433"/>
                  </a:lnTo>
                  <a:lnTo>
                    <a:pt x="359765" y="38188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6729214" y="2032416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399" y="2503"/>
                  </a:moveTo>
                  <a:lnTo>
                    <a:pt x="0" y="250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503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6729214" y="2030523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893"/>
                  </a:moveTo>
                  <a:lnTo>
                    <a:pt x="0" y="189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893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6729214" y="2025345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4">
                  <a:moveTo>
                    <a:pt x="152399" y="5178"/>
                  </a:moveTo>
                  <a:lnTo>
                    <a:pt x="0" y="517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178"/>
                  </a:lnTo>
                  <a:close/>
                </a:path>
              </a:pathLst>
            </a:custGeom>
            <a:solidFill>
              <a:srgbClr val="6A5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6729209" y="2018880"/>
              <a:ext cx="360045" cy="54610"/>
            </a:xfrm>
            <a:custGeom>
              <a:avLst/>
              <a:gdLst/>
              <a:ahLst/>
              <a:cxnLst/>
              <a:rect l="l" t="t" r="r" b="b"/>
              <a:pathLst>
                <a:path w="360045" h="54610">
                  <a:moveTo>
                    <a:pt x="152400" y="0"/>
                  </a:moveTo>
                  <a:lnTo>
                    <a:pt x="0" y="0"/>
                  </a:lnTo>
                  <a:lnTo>
                    <a:pt x="0" y="6464"/>
                  </a:lnTo>
                  <a:lnTo>
                    <a:pt x="152400" y="6464"/>
                  </a:lnTo>
                  <a:lnTo>
                    <a:pt x="152400" y="0"/>
                  </a:lnTo>
                  <a:close/>
                </a:path>
                <a:path w="360045" h="54610">
                  <a:moveTo>
                    <a:pt x="359765" y="54038"/>
                  </a:moveTo>
                  <a:lnTo>
                    <a:pt x="207365" y="54038"/>
                  </a:lnTo>
                  <a:lnTo>
                    <a:pt x="207365" y="54229"/>
                  </a:lnTo>
                  <a:lnTo>
                    <a:pt x="359765" y="54229"/>
                  </a:lnTo>
                  <a:lnTo>
                    <a:pt x="359765" y="54038"/>
                  </a:lnTo>
                  <a:close/>
                </a:path>
              </a:pathLst>
            </a:custGeom>
            <a:solidFill>
              <a:srgbClr val="373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6936581" y="2072336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72"/>
                  </a:moveTo>
                  <a:lnTo>
                    <a:pt x="0" y="5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72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729209" y="2007006"/>
              <a:ext cx="567690" cy="151130"/>
            </a:xfrm>
            <a:custGeom>
              <a:avLst/>
              <a:gdLst/>
              <a:ahLst/>
              <a:cxnLst/>
              <a:rect l="l" t="t" r="r" b="b"/>
              <a:pathLst>
                <a:path w="567690" h="151130">
                  <a:moveTo>
                    <a:pt x="152400" y="0"/>
                  </a:moveTo>
                  <a:lnTo>
                    <a:pt x="0" y="0"/>
                  </a:lnTo>
                  <a:lnTo>
                    <a:pt x="0" y="11874"/>
                  </a:lnTo>
                  <a:lnTo>
                    <a:pt x="152400" y="11874"/>
                  </a:lnTo>
                  <a:lnTo>
                    <a:pt x="152400" y="0"/>
                  </a:lnTo>
                  <a:close/>
                </a:path>
                <a:path w="567690" h="151130">
                  <a:moveTo>
                    <a:pt x="359765" y="29133"/>
                  </a:moveTo>
                  <a:lnTo>
                    <a:pt x="207365" y="29133"/>
                  </a:lnTo>
                  <a:lnTo>
                    <a:pt x="207365" y="65341"/>
                  </a:lnTo>
                  <a:lnTo>
                    <a:pt x="359765" y="65341"/>
                  </a:lnTo>
                  <a:lnTo>
                    <a:pt x="359765" y="29133"/>
                  </a:lnTo>
                  <a:close/>
                </a:path>
                <a:path w="567690" h="151130">
                  <a:moveTo>
                    <a:pt x="567131" y="23926"/>
                  </a:moveTo>
                  <a:lnTo>
                    <a:pt x="414731" y="23926"/>
                  </a:lnTo>
                  <a:lnTo>
                    <a:pt x="414731" y="150926"/>
                  </a:lnTo>
                  <a:lnTo>
                    <a:pt x="567131" y="150926"/>
                  </a:lnTo>
                  <a:lnTo>
                    <a:pt x="567131" y="23926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729214" y="200560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389"/>
                  </a:moveTo>
                  <a:lnTo>
                    <a:pt x="0" y="138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89"/>
                  </a:lnTo>
                  <a:close/>
                </a:path>
              </a:pathLst>
            </a:custGeom>
            <a:solidFill>
              <a:srgbClr val="DECF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936581" y="203506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73"/>
                  </a:lnTo>
                  <a:close/>
                </a:path>
              </a:pathLst>
            </a:custGeom>
            <a:solidFill>
              <a:srgbClr val="5E6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729209" y="2002535"/>
              <a:ext cx="567690" cy="28575"/>
            </a:xfrm>
            <a:custGeom>
              <a:avLst/>
              <a:gdLst/>
              <a:ahLst/>
              <a:cxnLst/>
              <a:rect l="l" t="t" r="r" b="b"/>
              <a:pathLst>
                <a:path w="567690" h="28575">
                  <a:moveTo>
                    <a:pt x="152400" y="0"/>
                  </a:moveTo>
                  <a:lnTo>
                    <a:pt x="0" y="0"/>
                  </a:lnTo>
                  <a:lnTo>
                    <a:pt x="0" y="3073"/>
                  </a:lnTo>
                  <a:lnTo>
                    <a:pt x="152400" y="3073"/>
                  </a:lnTo>
                  <a:lnTo>
                    <a:pt x="152400" y="0"/>
                  </a:lnTo>
                  <a:close/>
                </a:path>
                <a:path w="567690" h="28575">
                  <a:moveTo>
                    <a:pt x="567131" y="28105"/>
                  </a:moveTo>
                  <a:lnTo>
                    <a:pt x="414731" y="28105"/>
                  </a:lnTo>
                  <a:lnTo>
                    <a:pt x="414731" y="28397"/>
                  </a:lnTo>
                  <a:lnTo>
                    <a:pt x="567131" y="28397"/>
                  </a:lnTo>
                  <a:lnTo>
                    <a:pt x="567131" y="28105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729209" y="1000137"/>
              <a:ext cx="360045" cy="1035050"/>
            </a:xfrm>
            <a:custGeom>
              <a:avLst/>
              <a:gdLst/>
              <a:ahLst/>
              <a:cxnLst/>
              <a:rect l="l" t="t" r="r" b="b"/>
              <a:pathLst>
                <a:path w="360045" h="1035050">
                  <a:moveTo>
                    <a:pt x="152400" y="0"/>
                  </a:moveTo>
                  <a:lnTo>
                    <a:pt x="0" y="0"/>
                  </a:lnTo>
                  <a:lnTo>
                    <a:pt x="0" y="1002398"/>
                  </a:lnTo>
                  <a:lnTo>
                    <a:pt x="152400" y="1002398"/>
                  </a:lnTo>
                  <a:lnTo>
                    <a:pt x="152400" y="0"/>
                  </a:lnTo>
                  <a:close/>
                </a:path>
                <a:path w="360045" h="1035050">
                  <a:moveTo>
                    <a:pt x="359765" y="0"/>
                  </a:moveTo>
                  <a:lnTo>
                    <a:pt x="207365" y="0"/>
                  </a:lnTo>
                  <a:lnTo>
                    <a:pt x="207365" y="1034935"/>
                  </a:lnTo>
                  <a:lnTo>
                    <a:pt x="359765" y="1034935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C8F4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7143948" y="1000125"/>
              <a:ext cx="152400" cy="1030605"/>
            </a:xfrm>
            <a:custGeom>
              <a:avLst/>
              <a:gdLst/>
              <a:ahLst/>
              <a:cxnLst/>
              <a:rect l="l" t="t" r="r" b="b"/>
              <a:pathLst>
                <a:path w="152400" h="1030605">
                  <a:moveTo>
                    <a:pt x="152400" y="1030513"/>
                  </a:moveTo>
                  <a:lnTo>
                    <a:pt x="0" y="103051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30513"/>
                  </a:lnTo>
                  <a:close/>
                </a:path>
              </a:pathLst>
            </a:custGeom>
            <a:solidFill>
              <a:srgbClr val="A69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8" name="object 388"/>
          <p:cNvGrpSpPr/>
          <p:nvPr/>
        </p:nvGrpSpPr>
        <p:grpSpPr>
          <a:xfrm>
            <a:off x="6434137" y="2944812"/>
            <a:ext cx="1995805" cy="85725"/>
            <a:chOff x="6434137" y="2944812"/>
            <a:chExt cx="1995805" cy="85725"/>
          </a:xfrm>
        </p:grpSpPr>
        <p:sp>
          <p:nvSpPr>
            <p:cNvPr id="389" name="object 389"/>
            <p:cNvSpPr/>
            <p:nvPr/>
          </p:nvSpPr>
          <p:spPr>
            <a:xfrm>
              <a:off x="6438900" y="29495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6438900" y="2949575"/>
              <a:ext cx="593090" cy="76200"/>
            </a:xfrm>
            <a:custGeom>
              <a:avLst/>
              <a:gdLst/>
              <a:ahLst/>
              <a:cxnLst/>
              <a:rect l="l" t="t" r="r" b="b"/>
              <a:pathLst>
                <a:path w="593090" h="76200">
                  <a:moveTo>
                    <a:pt x="559509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559509" y="0"/>
                  </a:lnTo>
                  <a:lnTo>
                    <a:pt x="591590" y="28187"/>
                  </a:lnTo>
                  <a:lnTo>
                    <a:pt x="592556" y="33047"/>
                  </a:lnTo>
                  <a:lnTo>
                    <a:pt x="592556" y="43152"/>
                  </a:lnTo>
                  <a:lnTo>
                    <a:pt x="564369" y="75233"/>
                  </a:lnTo>
                  <a:lnTo>
                    <a:pt x="559509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6438900" y="2949575"/>
              <a:ext cx="593090" cy="76200"/>
            </a:xfrm>
            <a:custGeom>
              <a:avLst/>
              <a:gdLst/>
              <a:ahLst/>
              <a:cxnLst/>
              <a:rect l="l" t="t" r="r" b="b"/>
              <a:pathLst>
                <a:path w="593090" h="76200">
                  <a:moveTo>
                    <a:pt x="38100" y="0"/>
                  </a:moveTo>
                  <a:lnTo>
                    <a:pt x="554456" y="0"/>
                  </a:lnTo>
                  <a:lnTo>
                    <a:pt x="559509" y="0"/>
                  </a:lnTo>
                  <a:lnTo>
                    <a:pt x="564369" y="966"/>
                  </a:lnTo>
                  <a:lnTo>
                    <a:pt x="589656" y="23519"/>
                  </a:lnTo>
                  <a:lnTo>
                    <a:pt x="591590" y="28187"/>
                  </a:lnTo>
                  <a:lnTo>
                    <a:pt x="592556" y="33047"/>
                  </a:lnTo>
                  <a:lnTo>
                    <a:pt x="592556" y="38100"/>
                  </a:lnTo>
                  <a:lnTo>
                    <a:pt x="592556" y="43152"/>
                  </a:lnTo>
                  <a:lnTo>
                    <a:pt x="569037" y="73299"/>
                  </a:lnTo>
                  <a:lnTo>
                    <a:pt x="554456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2" name="object 39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9060" y="735838"/>
            <a:ext cx="95249" cy="95249"/>
          </a:xfrm>
          <a:prstGeom prst="rect">
            <a:avLst/>
          </a:prstGeom>
        </p:spPr>
      </p:pic>
      <p:pic>
        <p:nvPicPr>
          <p:cNvPr id="393" name="object 39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5784" y="735838"/>
            <a:ext cx="95249" cy="95249"/>
          </a:xfrm>
          <a:prstGeom prst="rect">
            <a:avLst/>
          </a:prstGeom>
        </p:spPr>
      </p:pic>
      <p:pic>
        <p:nvPicPr>
          <p:cNvPr id="394" name="object 39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39659" y="735838"/>
            <a:ext cx="95249" cy="95249"/>
          </a:xfrm>
          <a:prstGeom prst="rect">
            <a:avLst/>
          </a:prstGeom>
        </p:spPr>
      </p:pic>
      <p:sp>
        <p:nvSpPr>
          <p:cNvPr id="395" name="object 395"/>
          <p:cNvSpPr txBox="1"/>
          <p:nvPr/>
        </p:nvSpPr>
        <p:spPr>
          <a:xfrm>
            <a:off x="5845175" y="190563"/>
            <a:ext cx="2402840" cy="88709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by 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719455" algn="l"/>
                <a:tab pos="1182370" algn="l"/>
                <a:tab pos="1710689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partyn…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P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Aa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P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AAAP</a:t>
            </a:r>
            <a:endParaRPr sz="1000">
              <a:latin typeface="Segoe UI"/>
              <a:cs typeface="Segoe UI"/>
            </a:endParaRPr>
          </a:p>
          <a:p>
            <a:pPr marL="219710">
              <a:lnSpc>
                <a:spcPct val="100000"/>
              </a:lnSpc>
              <a:spcBef>
                <a:spcPts val="575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100%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1032" y="695325"/>
            <a:ext cx="90487" cy="161925"/>
          </a:xfrm>
          <a:prstGeom prst="rect">
            <a:avLst/>
          </a:prstGeom>
        </p:spPr>
      </p:pic>
      <p:sp>
        <p:nvSpPr>
          <p:cNvPr id="397" name="object 397"/>
          <p:cNvSpPr/>
          <p:nvPr/>
        </p:nvSpPr>
        <p:spPr>
          <a:xfrm>
            <a:off x="920115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92583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9486900" y="215901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9886950" y="2159012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10115550" y="2159012"/>
            <a:ext cx="809625" cy="9525"/>
          </a:xfrm>
          <a:custGeom>
            <a:avLst/>
            <a:gdLst/>
            <a:ahLst/>
            <a:cxnLst/>
            <a:rect l="l" t="t" r="r" b="b"/>
            <a:pathLst>
              <a:path w="809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8096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8096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8096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8096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8096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8096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8096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8096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8096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8096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10972800" y="2159012"/>
            <a:ext cx="123825" cy="9525"/>
          </a:xfrm>
          <a:custGeom>
            <a:avLst/>
            <a:gdLst/>
            <a:ahLst/>
            <a:cxnLst/>
            <a:rect l="l" t="t" r="r" b="b"/>
            <a:pathLst>
              <a:path w="1238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238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238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1114425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9258300" y="1193279"/>
            <a:ext cx="180975" cy="975360"/>
          </a:xfrm>
          <a:custGeom>
            <a:avLst/>
            <a:gdLst/>
            <a:ahLst/>
            <a:cxnLst/>
            <a:rect l="l" t="t" r="r" b="b"/>
            <a:pathLst>
              <a:path w="180975" h="97536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75360">
                <a:moveTo>
                  <a:pt x="66675" y="965733"/>
                </a:moveTo>
                <a:lnTo>
                  <a:pt x="57150" y="965733"/>
                </a:lnTo>
                <a:lnTo>
                  <a:pt x="57150" y="975258"/>
                </a:lnTo>
                <a:lnTo>
                  <a:pt x="66675" y="975258"/>
                </a:lnTo>
                <a:lnTo>
                  <a:pt x="66675" y="965733"/>
                </a:lnTo>
                <a:close/>
              </a:path>
              <a:path w="180975" h="975360">
                <a:moveTo>
                  <a:pt x="123825" y="965733"/>
                </a:moveTo>
                <a:lnTo>
                  <a:pt x="114300" y="965733"/>
                </a:lnTo>
                <a:lnTo>
                  <a:pt x="114300" y="975258"/>
                </a:lnTo>
                <a:lnTo>
                  <a:pt x="123825" y="975258"/>
                </a:lnTo>
                <a:lnTo>
                  <a:pt x="123825" y="965733"/>
                </a:lnTo>
                <a:close/>
              </a:path>
              <a:path w="180975" h="975360">
                <a:moveTo>
                  <a:pt x="180975" y="965733"/>
                </a:moveTo>
                <a:lnTo>
                  <a:pt x="171450" y="965733"/>
                </a:lnTo>
                <a:lnTo>
                  <a:pt x="171450" y="975258"/>
                </a:lnTo>
                <a:lnTo>
                  <a:pt x="180975" y="975258"/>
                </a:lnTo>
                <a:lnTo>
                  <a:pt x="180975" y="965733"/>
                </a:lnTo>
                <a:close/>
              </a:path>
              <a:path w="180975" h="975360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 txBox="1"/>
          <p:nvPr/>
        </p:nvSpPr>
        <p:spPr>
          <a:xfrm>
            <a:off x="8813254" y="207337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6" name="object 406"/>
          <p:cNvSpPr/>
          <p:nvPr/>
        </p:nvSpPr>
        <p:spPr>
          <a:xfrm>
            <a:off x="92011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94869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95440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96012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96583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97155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97726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98298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98869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99441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00012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100584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01155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101727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102298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102870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103441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104013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104584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105156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105727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106299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106870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107442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108013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108585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109156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109728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110299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110871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111442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 txBox="1"/>
          <p:nvPr/>
        </p:nvSpPr>
        <p:spPr>
          <a:xfrm>
            <a:off x="8813254" y="1107645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8612496" y="1044053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9271037" y="2206575"/>
            <a:ext cx="1836420" cy="5232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  <a:p>
            <a:pPr marL="1841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Bharatiy…</a:t>
            </a:r>
            <a:endParaRPr sz="900">
              <a:latin typeface="Segoe UI"/>
              <a:cs typeface="Segoe UI"/>
            </a:endParaRPr>
          </a:p>
          <a:p>
            <a:pPr marL="339725" marR="5080" indent="-16510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Indepen… Commu… Indepen… Bhartiya… Bahujan…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9491464" y="1953304"/>
            <a:ext cx="360045" cy="205740"/>
            <a:chOff x="9491464" y="1953304"/>
            <a:chExt cx="360045" cy="205740"/>
          </a:xfrm>
        </p:grpSpPr>
        <p:sp>
          <p:nvSpPr>
            <p:cNvPr id="441" name="object 441"/>
            <p:cNvSpPr/>
            <p:nvPr/>
          </p:nvSpPr>
          <p:spPr>
            <a:xfrm>
              <a:off x="9491459" y="2118372"/>
              <a:ext cx="360045" cy="40640"/>
            </a:xfrm>
            <a:custGeom>
              <a:avLst/>
              <a:gdLst/>
              <a:ahLst/>
              <a:cxnLst/>
              <a:rect l="l" t="t" r="r" b="b"/>
              <a:pathLst>
                <a:path w="360045" h="40639">
                  <a:moveTo>
                    <a:pt x="152400" y="34112"/>
                  </a:moveTo>
                  <a:lnTo>
                    <a:pt x="0" y="34112"/>
                  </a:lnTo>
                  <a:lnTo>
                    <a:pt x="0" y="40640"/>
                  </a:lnTo>
                  <a:lnTo>
                    <a:pt x="152400" y="40640"/>
                  </a:lnTo>
                  <a:lnTo>
                    <a:pt x="152400" y="34112"/>
                  </a:lnTo>
                  <a:close/>
                </a:path>
                <a:path w="360045" h="40639">
                  <a:moveTo>
                    <a:pt x="359765" y="0"/>
                  </a:moveTo>
                  <a:lnTo>
                    <a:pt x="207365" y="0"/>
                  </a:lnTo>
                  <a:lnTo>
                    <a:pt x="207365" y="40640"/>
                  </a:lnTo>
                  <a:lnTo>
                    <a:pt x="359765" y="40640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9491459" y="2117318"/>
              <a:ext cx="360045" cy="35560"/>
            </a:xfrm>
            <a:custGeom>
              <a:avLst/>
              <a:gdLst/>
              <a:ahLst/>
              <a:cxnLst/>
              <a:rect l="l" t="t" r="r" b="b"/>
              <a:pathLst>
                <a:path w="360045" h="35560">
                  <a:moveTo>
                    <a:pt x="152400" y="34886"/>
                  </a:moveTo>
                  <a:lnTo>
                    <a:pt x="0" y="34886"/>
                  </a:lnTo>
                  <a:lnTo>
                    <a:pt x="0" y="35166"/>
                  </a:lnTo>
                  <a:lnTo>
                    <a:pt x="152400" y="35166"/>
                  </a:lnTo>
                  <a:lnTo>
                    <a:pt x="152400" y="34886"/>
                  </a:lnTo>
                  <a:close/>
                </a:path>
                <a:path w="360045" h="35560">
                  <a:moveTo>
                    <a:pt x="359765" y="0"/>
                  </a:moveTo>
                  <a:lnTo>
                    <a:pt x="207365" y="0"/>
                  </a:lnTo>
                  <a:lnTo>
                    <a:pt x="207365" y="1054"/>
                  </a:lnTo>
                  <a:lnTo>
                    <a:pt x="359765" y="1054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9491459" y="2106828"/>
              <a:ext cx="360045" cy="45720"/>
            </a:xfrm>
            <a:custGeom>
              <a:avLst/>
              <a:gdLst/>
              <a:ahLst/>
              <a:cxnLst/>
              <a:rect l="l" t="t" r="r" b="b"/>
              <a:pathLst>
                <a:path w="360045" h="45719">
                  <a:moveTo>
                    <a:pt x="152400" y="40398"/>
                  </a:moveTo>
                  <a:lnTo>
                    <a:pt x="0" y="40398"/>
                  </a:lnTo>
                  <a:lnTo>
                    <a:pt x="0" y="45377"/>
                  </a:lnTo>
                  <a:lnTo>
                    <a:pt x="152400" y="45377"/>
                  </a:lnTo>
                  <a:lnTo>
                    <a:pt x="152400" y="40398"/>
                  </a:lnTo>
                  <a:close/>
                </a:path>
                <a:path w="360045" h="45719">
                  <a:moveTo>
                    <a:pt x="359765" y="0"/>
                  </a:moveTo>
                  <a:lnTo>
                    <a:pt x="207365" y="0"/>
                  </a:lnTo>
                  <a:lnTo>
                    <a:pt x="207365" y="10490"/>
                  </a:lnTo>
                  <a:lnTo>
                    <a:pt x="359765" y="10490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9491464" y="2102875"/>
              <a:ext cx="152400" cy="44450"/>
            </a:xfrm>
            <a:custGeom>
              <a:avLst/>
              <a:gdLst/>
              <a:ahLst/>
              <a:cxnLst/>
              <a:rect l="l" t="t" r="r" b="b"/>
              <a:pathLst>
                <a:path w="152400" h="44450">
                  <a:moveTo>
                    <a:pt x="152399" y="44343"/>
                  </a:moveTo>
                  <a:lnTo>
                    <a:pt x="0" y="4434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4343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9491459" y="2088641"/>
              <a:ext cx="360045" cy="18415"/>
            </a:xfrm>
            <a:custGeom>
              <a:avLst/>
              <a:gdLst/>
              <a:ahLst/>
              <a:cxnLst/>
              <a:rect l="l" t="t" r="r" b="b"/>
              <a:pathLst>
                <a:path w="360045" h="18414">
                  <a:moveTo>
                    <a:pt x="152400" y="6921"/>
                  </a:moveTo>
                  <a:lnTo>
                    <a:pt x="0" y="6921"/>
                  </a:lnTo>
                  <a:lnTo>
                    <a:pt x="0" y="14236"/>
                  </a:lnTo>
                  <a:lnTo>
                    <a:pt x="152400" y="14236"/>
                  </a:lnTo>
                  <a:lnTo>
                    <a:pt x="152400" y="6921"/>
                  </a:lnTo>
                  <a:close/>
                </a:path>
                <a:path w="360045" h="18414">
                  <a:moveTo>
                    <a:pt x="359765" y="0"/>
                  </a:moveTo>
                  <a:lnTo>
                    <a:pt x="207365" y="0"/>
                  </a:lnTo>
                  <a:lnTo>
                    <a:pt x="207365" y="18186"/>
                  </a:lnTo>
                  <a:lnTo>
                    <a:pt x="359765" y="18186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9698831" y="208768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47"/>
                  </a:moveTo>
                  <a:lnTo>
                    <a:pt x="0" y="94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47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9491459" y="2024100"/>
              <a:ext cx="360045" cy="71755"/>
            </a:xfrm>
            <a:custGeom>
              <a:avLst/>
              <a:gdLst/>
              <a:ahLst/>
              <a:cxnLst/>
              <a:rect l="l" t="t" r="r" b="b"/>
              <a:pathLst>
                <a:path w="360045" h="71755">
                  <a:moveTo>
                    <a:pt x="152400" y="0"/>
                  </a:moveTo>
                  <a:lnTo>
                    <a:pt x="0" y="0"/>
                  </a:lnTo>
                  <a:lnTo>
                    <a:pt x="0" y="71462"/>
                  </a:lnTo>
                  <a:lnTo>
                    <a:pt x="152400" y="71462"/>
                  </a:lnTo>
                  <a:lnTo>
                    <a:pt x="152400" y="0"/>
                  </a:lnTo>
                  <a:close/>
                </a:path>
                <a:path w="360045" h="71755">
                  <a:moveTo>
                    <a:pt x="359765" y="42976"/>
                  </a:moveTo>
                  <a:lnTo>
                    <a:pt x="207365" y="42976"/>
                  </a:lnTo>
                  <a:lnTo>
                    <a:pt x="207365" y="63588"/>
                  </a:lnTo>
                  <a:lnTo>
                    <a:pt x="359765" y="63588"/>
                  </a:lnTo>
                  <a:lnTo>
                    <a:pt x="359765" y="42976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9491459" y="2019756"/>
              <a:ext cx="360045" cy="47625"/>
            </a:xfrm>
            <a:custGeom>
              <a:avLst/>
              <a:gdLst/>
              <a:ahLst/>
              <a:cxnLst/>
              <a:rect l="l" t="t" r="r" b="b"/>
              <a:pathLst>
                <a:path w="360045" h="47625">
                  <a:moveTo>
                    <a:pt x="152400" y="0"/>
                  </a:moveTo>
                  <a:lnTo>
                    <a:pt x="0" y="0"/>
                  </a:lnTo>
                  <a:lnTo>
                    <a:pt x="0" y="4343"/>
                  </a:lnTo>
                  <a:lnTo>
                    <a:pt x="152400" y="4343"/>
                  </a:lnTo>
                  <a:lnTo>
                    <a:pt x="152400" y="0"/>
                  </a:lnTo>
                  <a:close/>
                </a:path>
                <a:path w="360045" h="47625">
                  <a:moveTo>
                    <a:pt x="359765" y="35941"/>
                  </a:moveTo>
                  <a:lnTo>
                    <a:pt x="207365" y="35941"/>
                  </a:lnTo>
                  <a:lnTo>
                    <a:pt x="207365" y="47320"/>
                  </a:lnTo>
                  <a:lnTo>
                    <a:pt x="359765" y="47320"/>
                  </a:lnTo>
                  <a:lnTo>
                    <a:pt x="359765" y="35941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9491459" y="2012962"/>
              <a:ext cx="360045" cy="43180"/>
            </a:xfrm>
            <a:custGeom>
              <a:avLst/>
              <a:gdLst/>
              <a:ahLst/>
              <a:cxnLst/>
              <a:rect l="l" t="t" r="r" b="b"/>
              <a:pathLst>
                <a:path w="360045" h="43180">
                  <a:moveTo>
                    <a:pt x="152400" y="0"/>
                  </a:moveTo>
                  <a:lnTo>
                    <a:pt x="0" y="0"/>
                  </a:lnTo>
                  <a:lnTo>
                    <a:pt x="0" y="6794"/>
                  </a:lnTo>
                  <a:lnTo>
                    <a:pt x="152400" y="6794"/>
                  </a:lnTo>
                  <a:lnTo>
                    <a:pt x="152400" y="0"/>
                  </a:lnTo>
                  <a:close/>
                </a:path>
                <a:path w="360045" h="43180">
                  <a:moveTo>
                    <a:pt x="359765" y="39941"/>
                  </a:moveTo>
                  <a:lnTo>
                    <a:pt x="207365" y="39941"/>
                  </a:lnTo>
                  <a:lnTo>
                    <a:pt x="207365" y="42735"/>
                  </a:lnTo>
                  <a:lnTo>
                    <a:pt x="359765" y="42735"/>
                  </a:lnTo>
                  <a:lnTo>
                    <a:pt x="359765" y="39941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9491459" y="2012276"/>
              <a:ext cx="360045" cy="40640"/>
            </a:xfrm>
            <a:custGeom>
              <a:avLst/>
              <a:gdLst/>
              <a:ahLst/>
              <a:cxnLst/>
              <a:rect l="l" t="t" r="r" b="b"/>
              <a:pathLst>
                <a:path w="360045" h="40639">
                  <a:moveTo>
                    <a:pt x="152400" y="0"/>
                  </a:moveTo>
                  <a:lnTo>
                    <a:pt x="0" y="0"/>
                  </a:lnTo>
                  <a:lnTo>
                    <a:pt x="0" y="685"/>
                  </a:lnTo>
                  <a:lnTo>
                    <a:pt x="152400" y="685"/>
                  </a:lnTo>
                  <a:lnTo>
                    <a:pt x="152400" y="0"/>
                  </a:lnTo>
                  <a:close/>
                </a:path>
                <a:path w="360045" h="40639">
                  <a:moveTo>
                    <a:pt x="359765" y="37592"/>
                  </a:moveTo>
                  <a:lnTo>
                    <a:pt x="207365" y="37592"/>
                  </a:lnTo>
                  <a:lnTo>
                    <a:pt x="207365" y="40627"/>
                  </a:lnTo>
                  <a:lnTo>
                    <a:pt x="359765" y="40627"/>
                  </a:lnTo>
                  <a:lnTo>
                    <a:pt x="359765" y="3759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9698831" y="2041495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367"/>
                  </a:moveTo>
                  <a:lnTo>
                    <a:pt x="0" y="836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367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9491459" y="1982850"/>
              <a:ext cx="360045" cy="59055"/>
            </a:xfrm>
            <a:custGeom>
              <a:avLst/>
              <a:gdLst/>
              <a:ahLst/>
              <a:cxnLst/>
              <a:rect l="l" t="t" r="r" b="b"/>
              <a:pathLst>
                <a:path w="360045" h="59055">
                  <a:moveTo>
                    <a:pt x="152400" y="0"/>
                  </a:moveTo>
                  <a:lnTo>
                    <a:pt x="0" y="0"/>
                  </a:lnTo>
                  <a:lnTo>
                    <a:pt x="0" y="29425"/>
                  </a:lnTo>
                  <a:lnTo>
                    <a:pt x="152400" y="29425"/>
                  </a:lnTo>
                  <a:lnTo>
                    <a:pt x="152400" y="0"/>
                  </a:lnTo>
                  <a:close/>
                </a:path>
                <a:path w="360045" h="59055">
                  <a:moveTo>
                    <a:pt x="359765" y="18935"/>
                  </a:moveTo>
                  <a:lnTo>
                    <a:pt x="207365" y="18935"/>
                  </a:lnTo>
                  <a:lnTo>
                    <a:pt x="207365" y="58648"/>
                  </a:lnTo>
                  <a:lnTo>
                    <a:pt x="359765" y="58648"/>
                  </a:lnTo>
                  <a:lnTo>
                    <a:pt x="359765" y="18935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9491459" y="1978507"/>
              <a:ext cx="360045" cy="23495"/>
            </a:xfrm>
            <a:custGeom>
              <a:avLst/>
              <a:gdLst/>
              <a:ahLst/>
              <a:cxnLst/>
              <a:rect l="l" t="t" r="r" b="b"/>
              <a:pathLst>
                <a:path w="360045" h="23494">
                  <a:moveTo>
                    <a:pt x="152400" y="0"/>
                  </a:moveTo>
                  <a:lnTo>
                    <a:pt x="0" y="0"/>
                  </a:lnTo>
                  <a:lnTo>
                    <a:pt x="0" y="4343"/>
                  </a:lnTo>
                  <a:lnTo>
                    <a:pt x="152400" y="4343"/>
                  </a:lnTo>
                  <a:lnTo>
                    <a:pt x="152400" y="0"/>
                  </a:lnTo>
                  <a:close/>
                </a:path>
                <a:path w="360045" h="23494">
                  <a:moveTo>
                    <a:pt x="359765" y="14363"/>
                  </a:moveTo>
                  <a:lnTo>
                    <a:pt x="207365" y="14363"/>
                  </a:lnTo>
                  <a:lnTo>
                    <a:pt x="207365" y="23279"/>
                  </a:lnTo>
                  <a:lnTo>
                    <a:pt x="359765" y="23279"/>
                  </a:lnTo>
                  <a:lnTo>
                    <a:pt x="359765" y="1436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9698831" y="1953304"/>
              <a:ext cx="152400" cy="40005"/>
            </a:xfrm>
            <a:custGeom>
              <a:avLst/>
              <a:gdLst/>
              <a:ahLst/>
              <a:cxnLst/>
              <a:rect l="l" t="t" r="r" b="b"/>
              <a:pathLst>
                <a:path w="152400" h="40005">
                  <a:moveTo>
                    <a:pt x="152400" y="39566"/>
                  </a:moveTo>
                  <a:lnTo>
                    <a:pt x="0" y="3956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9566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5" name="object 455"/>
          <p:cNvGrpSpPr/>
          <p:nvPr/>
        </p:nvGrpSpPr>
        <p:grpSpPr>
          <a:xfrm>
            <a:off x="9906198" y="1952223"/>
            <a:ext cx="152400" cy="207010"/>
            <a:chOff x="9906198" y="1952223"/>
            <a:chExt cx="152400" cy="207010"/>
          </a:xfrm>
        </p:grpSpPr>
        <p:sp>
          <p:nvSpPr>
            <p:cNvPr id="456" name="object 456"/>
            <p:cNvSpPr/>
            <p:nvPr/>
          </p:nvSpPr>
          <p:spPr>
            <a:xfrm>
              <a:off x="9906198" y="2152794"/>
              <a:ext cx="152400" cy="6350"/>
            </a:xfrm>
            <a:custGeom>
              <a:avLst/>
              <a:gdLst/>
              <a:ahLst/>
              <a:cxnLst/>
              <a:rect l="l" t="t" r="r" b="b"/>
              <a:pathLst>
                <a:path w="152400" h="6350">
                  <a:moveTo>
                    <a:pt x="152400" y="6205"/>
                  </a:moveTo>
                  <a:lnTo>
                    <a:pt x="0" y="620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20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9906198" y="215243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361"/>
                  </a:moveTo>
                  <a:lnTo>
                    <a:pt x="0" y="36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1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9906198" y="2149377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3055"/>
                  </a:moveTo>
                  <a:lnTo>
                    <a:pt x="0" y="305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05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9906198" y="2130645"/>
              <a:ext cx="152400" cy="19050"/>
            </a:xfrm>
            <a:custGeom>
              <a:avLst/>
              <a:gdLst/>
              <a:ahLst/>
              <a:cxnLst/>
              <a:rect l="l" t="t" r="r" b="b"/>
              <a:pathLst>
                <a:path w="152400" h="19050">
                  <a:moveTo>
                    <a:pt x="152400" y="18731"/>
                  </a:moveTo>
                  <a:lnTo>
                    <a:pt x="0" y="1873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731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9906198" y="2129660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85"/>
                  </a:moveTo>
                  <a:lnTo>
                    <a:pt x="0" y="98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5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9906198" y="2104320"/>
              <a:ext cx="152400" cy="25400"/>
            </a:xfrm>
            <a:custGeom>
              <a:avLst/>
              <a:gdLst/>
              <a:ahLst/>
              <a:cxnLst/>
              <a:rect l="l" t="t" r="r" b="b"/>
              <a:pathLst>
                <a:path w="152400" h="25400">
                  <a:moveTo>
                    <a:pt x="152400" y="25339"/>
                  </a:moveTo>
                  <a:lnTo>
                    <a:pt x="0" y="2533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5339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9906198" y="2094695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9624"/>
                  </a:moveTo>
                  <a:lnTo>
                    <a:pt x="0" y="96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624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9906198" y="2092183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512"/>
                  </a:moveTo>
                  <a:lnTo>
                    <a:pt x="0" y="251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512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9906198" y="2089091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3092"/>
                  </a:moveTo>
                  <a:lnTo>
                    <a:pt x="0" y="30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09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9906198" y="2072102"/>
              <a:ext cx="152400" cy="17145"/>
            </a:xfrm>
            <a:custGeom>
              <a:avLst/>
              <a:gdLst/>
              <a:ahLst/>
              <a:cxnLst/>
              <a:rect l="l" t="t" r="r" b="b"/>
              <a:pathLst>
                <a:path w="152400" h="17144">
                  <a:moveTo>
                    <a:pt x="152400" y="16989"/>
                  </a:moveTo>
                  <a:lnTo>
                    <a:pt x="0" y="1698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6989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9906198" y="2042949"/>
              <a:ext cx="152400" cy="29209"/>
            </a:xfrm>
            <a:custGeom>
              <a:avLst/>
              <a:gdLst/>
              <a:ahLst/>
              <a:cxnLst/>
              <a:rect l="l" t="t" r="r" b="b"/>
              <a:pathLst>
                <a:path w="152400" h="29210">
                  <a:moveTo>
                    <a:pt x="152400" y="29152"/>
                  </a:moveTo>
                  <a:lnTo>
                    <a:pt x="0" y="2915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152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9906198" y="2040914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035"/>
                  </a:moveTo>
                  <a:lnTo>
                    <a:pt x="0" y="20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35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9906198" y="1993236"/>
              <a:ext cx="152400" cy="48260"/>
            </a:xfrm>
            <a:custGeom>
              <a:avLst/>
              <a:gdLst/>
              <a:ahLst/>
              <a:cxnLst/>
              <a:rect l="l" t="t" r="r" b="b"/>
              <a:pathLst>
                <a:path w="152400" h="48260">
                  <a:moveTo>
                    <a:pt x="152400" y="47678"/>
                  </a:moveTo>
                  <a:lnTo>
                    <a:pt x="0" y="4767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7678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9906198" y="1952557"/>
              <a:ext cx="152400" cy="41275"/>
            </a:xfrm>
            <a:custGeom>
              <a:avLst/>
              <a:gdLst/>
              <a:ahLst/>
              <a:cxnLst/>
              <a:rect l="l" t="t" r="r" b="b"/>
              <a:pathLst>
                <a:path w="152400" h="41275">
                  <a:moveTo>
                    <a:pt x="152400" y="40679"/>
                  </a:moveTo>
                  <a:lnTo>
                    <a:pt x="0" y="4067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0679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9906198" y="195247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9906198" y="1952386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9906198" y="195237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9906198" y="195222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54"/>
                  </a:moveTo>
                  <a:lnTo>
                    <a:pt x="0" y="15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4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4" name="object 474"/>
          <p:cNvGrpSpPr/>
          <p:nvPr/>
        </p:nvGrpSpPr>
        <p:grpSpPr>
          <a:xfrm>
            <a:off x="10113565" y="1946214"/>
            <a:ext cx="774700" cy="213360"/>
            <a:chOff x="10113565" y="1946214"/>
            <a:chExt cx="774700" cy="213360"/>
          </a:xfrm>
        </p:grpSpPr>
        <p:sp>
          <p:nvSpPr>
            <p:cNvPr id="475" name="object 475"/>
            <p:cNvSpPr/>
            <p:nvPr/>
          </p:nvSpPr>
          <p:spPr>
            <a:xfrm>
              <a:off x="10113556" y="2132507"/>
              <a:ext cx="774700" cy="26670"/>
            </a:xfrm>
            <a:custGeom>
              <a:avLst/>
              <a:gdLst/>
              <a:ahLst/>
              <a:cxnLst/>
              <a:rect l="l" t="t" r="r" b="b"/>
              <a:pathLst>
                <a:path w="774700" h="26669">
                  <a:moveTo>
                    <a:pt x="152400" y="6057"/>
                  </a:moveTo>
                  <a:lnTo>
                    <a:pt x="0" y="6057"/>
                  </a:lnTo>
                  <a:lnTo>
                    <a:pt x="0" y="26504"/>
                  </a:lnTo>
                  <a:lnTo>
                    <a:pt x="152400" y="26504"/>
                  </a:lnTo>
                  <a:lnTo>
                    <a:pt x="152400" y="6057"/>
                  </a:lnTo>
                  <a:close/>
                </a:path>
                <a:path w="774700" h="26669">
                  <a:moveTo>
                    <a:pt x="359765" y="18084"/>
                  </a:moveTo>
                  <a:lnTo>
                    <a:pt x="207365" y="18084"/>
                  </a:lnTo>
                  <a:lnTo>
                    <a:pt x="207365" y="26504"/>
                  </a:lnTo>
                  <a:lnTo>
                    <a:pt x="359765" y="26504"/>
                  </a:lnTo>
                  <a:lnTo>
                    <a:pt x="359765" y="18084"/>
                  </a:lnTo>
                  <a:close/>
                </a:path>
                <a:path w="774700" h="26669">
                  <a:moveTo>
                    <a:pt x="567143" y="0"/>
                  </a:moveTo>
                  <a:lnTo>
                    <a:pt x="414743" y="0"/>
                  </a:lnTo>
                  <a:lnTo>
                    <a:pt x="414743" y="26504"/>
                  </a:lnTo>
                  <a:lnTo>
                    <a:pt x="567143" y="26504"/>
                  </a:lnTo>
                  <a:lnTo>
                    <a:pt x="567143" y="0"/>
                  </a:lnTo>
                  <a:close/>
                </a:path>
                <a:path w="774700" h="26669">
                  <a:moveTo>
                    <a:pt x="774509" y="25374"/>
                  </a:moveTo>
                  <a:lnTo>
                    <a:pt x="622109" y="25374"/>
                  </a:lnTo>
                  <a:lnTo>
                    <a:pt x="622109" y="26504"/>
                  </a:lnTo>
                  <a:lnTo>
                    <a:pt x="774509" y="26504"/>
                  </a:lnTo>
                  <a:lnTo>
                    <a:pt x="774509" y="2537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10113556" y="2132342"/>
              <a:ext cx="567690" cy="6350"/>
            </a:xfrm>
            <a:custGeom>
              <a:avLst/>
              <a:gdLst/>
              <a:ahLst/>
              <a:cxnLst/>
              <a:rect l="l" t="t" r="r" b="b"/>
              <a:pathLst>
                <a:path w="567690" h="6350">
                  <a:moveTo>
                    <a:pt x="152400" y="5435"/>
                  </a:moveTo>
                  <a:lnTo>
                    <a:pt x="0" y="5435"/>
                  </a:lnTo>
                  <a:lnTo>
                    <a:pt x="0" y="6223"/>
                  </a:lnTo>
                  <a:lnTo>
                    <a:pt x="152400" y="6223"/>
                  </a:lnTo>
                  <a:lnTo>
                    <a:pt x="152400" y="5435"/>
                  </a:lnTo>
                  <a:close/>
                </a:path>
                <a:path w="567690" h="6350">
                  <a:moveTo>
                    <a:pt x="567143" y="0"/>
                  </a:moveTo>
                  <a:lnTo>
                    <a:pt x="414743" y="0"/>
                  </a:lnTo>
                  <a:lnTo>
                    <a:pt x="414743" y="165"/>
                  </a:lnTo>
                  <a:lnTo>
                    <a:pt x="567143" y="165"/>
                  </a:lnTo>
                  <a:lnTo>
                    <a:pt x="567143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10113556" y="2111628"/>
              <a:ext cx="774700" cy="46355"/>
            </a:xfrm>
            <a:custGeom>
              <a:avLst/>
              <a:gdLst/>
              <a:ahLst/>
              <a:cxnLst/>
              <a:rect l="l" t="t" r="r" b="b"/>
              <a:pathLst>
                <a:path w="774700" h="46355">
                  <a:moveTo>
                    <a:pt x="152400" y="0"/>
                  </a:moveTo>
                  <a:lnTo>
                    <a:pt x="0" y="0"/>
                  </a:lnTo>
                  <a:lnTo>
                    <a:pt x="0" y="26149"/>
                  </a:lnTo>
                  <a:lnTo>
                    <a:pt x="152400" y="26149"/>
                  </a:lnTo>
                  <a:lnTo>
                    <a:pt x="152400" y="0"/>
                  </a:lnTo>
                  <a:close/>
                </a:path>
                <a:path w="774700" h="46355">
                  <a:moveTo>
                    <a:pt x="359765" y="35839"/>
                  </a:moveTo>
                  <a:lnTo>
                    <a:pt x="207365" y="35839"/>
                  </a:lnTo>
                  <a:lnTo>
                    <a:pt x="207365" y="38963"/>
                  </a:lnTo>
                  <a:lnTo>
                    <a:pt x="359765" y="38963"/>
                  </a:lnTo>
                  <a:lnTo>
                    <a:pt x="359765" y="35839"/>
                  </a:lnTo>
                  <a:close/>
                </a:path>
                <a:path w="774700" h="46355">
                  <a:moveTo>
                    <a:pt x="567143" y="19431"/>
                  </a:moveTo>
                  <a:lnTo>
                    <a:pt x="414743" y="19431"/>
                  </a:lnTo>
                  <a:lnTo>
                    <a:pt x="414743" y="20713"/>
                  </a:lnTo>
                  <a:lnTo>
                    <a:pt x="567143" y="20713"/>
                  </a:lnTo>
                  <a:lnTo>
                    <a:pt x="567143" y="19431"/>
                  </a:lnTo>
                  <a:close/>
                </a:path>
                <a:path w="774700" h="46355">
                  <a:moveTo>
                    <a:pt x="774509" y="43370"/>
                  </a:moveTo>
                  <a:lnTo>
                    <a:pt x="622109" y="43370"/>
                  </a:lnTo>
                  <a:lnTo>
                    <a:pt x="622109" y="46253"/>
                  </a:lnTo>
                  <a:lnTo>
                    <a:pt x="774509" y="46253"/>
                  </a:lnTo>
                  <a:lnTo>
                    <a:pt x="774509" y="433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10113556" y="2066823"/>
              <a:ext cx="567690" cy="80645"/>
            </a:xfrm>
            <a:custGeom>
              <a:avLst/>
              <a:gdLst/>
              <a:ahLst/>
              <a:cxnLst/>
              <a:rect l="l" t="t" r="r" b="b"/>
              <a:pathLst>
                <a:path w="567690" h="80644">
                  <a:moveTo>
                    <a:pt x="152400" y="0"/>
                  </a:moveTo>
                  <a:lnTo>
                    <a:pt x="0" y="0"/>
                  </a:lnTo>
                  <a:lnTo>
                    <a:pt x="0" y="44805"/>
                  </a:lnTo>
                  <a:lnTo>
                    <a:pt x="152400" y="44805"/>
                  </a:lnTo>
                  <a:lnTo>
                    <a:pt x="152400" y="0"/>
                  </a:lnTo>
                  <a:close/>
                </a:path>
                <a:path w="567690" h="80644">
                  <a:moveTo>
                    <a:pt x="359765" y="75361"/>
                  </a:moveTo>
                  <a:lnTo>
                    <a:pt x="207365" y="75361"/>
                  </a:lnTo>
                  <a:lnTo>
                    <a:pt x="207365" y="80645"/>
                  </a:lnTo>
                  <a:lnTo>
                    <a:pt x="359765" y="80645"/>
                  </a:lnTo>
                  <a:lnTo>
                    <a:pt x="359765" y="75361"/>
                  </a:lnTo>
                  <a:close/>
                </a:path>
                <a:path w="567690" h="80644">
                  <a:moveTo>
                    <a:pt x="567143" y="39662"/>
                  </a:moveTo>
                  <a:lnTo>
                    <a:pt x="414743" y="39662"/>
                  </a:lnTo>
                  <a:lnTo>
                    <a:pt x="414743" y="64236"/>
                  </a:lnTo>
                  <a:lnTo>
                    <a:pt x="567143" y="64236"/>
                  </a:lnTo>
                  <a:lnTo>
                    <a:pt x="567143" y="3966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10113556" y="206550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0"/>
                  </a:moveTo>
                  <a:lnTo>
                    <a:pt x="0" y="0"/>
                  </a:lnTo>
                  <a:lnTo>
                    <a:pt x="0" y="1320"/>
                  </a:lnTo>
                  <a:lnTo>
                    <a:pt x="152400" y="132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10113556" y="2050630"/>
              <a:ext cx="567690" cy="92075"/>
            </a:xfrm>
            <a:custGeom>
              <a:avLst/>
              <a:gdLst/>
              <a:ahLst/>
              <a:cxnLst/>
              <a:rect l="l" t="t" r="r" b="b"/>
              <a:pathLst>
                <a:path w="567690" h="92075">
                  <a:moveTo>
                    <a:pt x="152400" y="0"/>
                  </a:moveTo>
                  <a:lnTo>
                    <a:pt x="0" y="0"/>
                  </a:lnTo>
                  <a:lnTo>
                    <a:pt x="0" y="14871"/>
                  </a:lnTo>
                  <a:lnTo>
                    <a:pt x="152400" y="14871"/>
                  </a:lnTo>
                  <a:lnTo>
                    <a:pt x="152400" y="0"/>
                  </a:lnTo>
                  <a:close/>
                </a:path>
                <a:path w="567690" h="92075">
                  <a:moveTo>
                    <a:pt x="359765" y="91160"/>
                  </a:moveTo>
                  <a:lnTo>
                    <a:pt x="207365" y="91160"/>
                  </a:lnTo>
                  <a:lnTo>
                    <a:pt x="207365" y="91503"/>
                  </a:lnTo>
                  <a:lnTo>
                    <a:pt x="359765" y="91503"/>
                  </a:lnTo>
                  <a:lnTo>
                    <a:pt x="359765" y="91160"/>
                  </a:lnTo>
                  <a:close/>
                </a:path>
                <a:path w="567690" h="92075">
                  <a:moveTo>
                    <a:pt x="567143" y="51803"/>
                  </a:moveTo>
                  <a:lnTo>
                    <a:pt x="414743" y="51803"/>
                  </a:lnTo>
                  <a:lnTo>
                    <a:pt x="414743" y="55854"/>
                  </a:lnTo>
                  <a:lnTo>
                    <a:pt x="567143" y="55854"/>
                  </a:lnTo>
                  <a:lnTo>
                    <a:pt x="567143" y="51803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10113556" y="2039619"/>
              <a:ext cx="774700" cy="115570"/>
            </a:xfrm>
            <a:custGeom>
              <a:avLst/>
              <a:gdLst/>
              <a:ahLst/>
              <a:cxnLst/>
              <a:rect l="l" t="t" r="r" b="b"/>
              <a:pathLst>
                <a:path w="774700" h="115569">
                  <a:moveTo>
                    <a:pt x="152400" y="0"/>
                  </a:moveTo>
                  <a:lnTo>
                    <a:pt x="0" y="0"/>
                  </a:lnTo>
                  <a:lnTo>
                    <a:pt x="0" y="11010"/>
                  </a:lnTo>
                  <a:lnTo>
                    <a:pt x="152400" y="11010"/>
                  </a:lnTo>
                  <a:lnTo>
                    <a:pt x="152400" y="0"/>
                  </a:lnTo>
                  <a:close/>
                </a:path>
                <a:path w="774700" h="115569">
                  <a:moveTo>
                    <a:pt x="359765" y="101815"/>
                  </a:moveTo>
                  <a:lnTo>
                    <a:pt x="207365" y="101815"/>
                  </a:lnTo>
                  <a:lnTo>
                    <a:pt x="207365" y="102171"/>
                  </a:lnTo>
                  <a:lnTo>
                    <a:pt x="359765" y="102171"/>
                  </a:lnTo>
                  <a:lnTo>
                    <a:pt x="359765" y="101815"/>
                  </a:lnTo>
                  <a:close/>
                </a:path>
                <a:path w="774700" h="115569">
                  <a:moveTo>
                    <a:pt x="567143" y="58204"/>
                  </a:moveTo>
                  <a:lnTo>
                    <a:pt x="414743" y="58204"/>
                  </a:lnTo>
                  <a:lnTo>
                    <a:pt x="414743" y="62814"/>
                  </a:lnTo>
                  <a:lnTo>
                    <a:pt x="567143" y="62814"/>
                  </a:lnTo>
                  <a:lnTo>
                    <a:pt x="567143" y="58204"/>
                  </a:lnTo>
                  <a:close/>
                </a:path>
                <a:path w="774700" h="115569">
                  <a:moveTo>
                    <a:pt x="774509" y="112217"/>
                  </a:moveTo>
                  <a:lnTo>
                    <a:pt x="622109" y="112217"/>
                  </a:lnTo>
                  <a:lnTo>
                    <a:pt x="622109" y="115379"/>
                  </a:lnTo>
                  <a:lnTo>
                    <a:pt x="774509" y="115379"/>
                  </a:lnTo>
                  <a:lnTo>
                    <a:pt x="774509" y="112217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10113556" y="2037905"/>
              <a:ext cx="774700" cy="114300"/>
            </a:xfrm>
            <a:custGeom>
              <a:avLst/>
              <a:gdLst/>
              <a:ahLst/>
              <a:cxnLst/>
              <a:rect l="l" t="t" r="r" b="b"/>
              <a:pathLst>
                <a:path w="774700" h="114300">
                  <a:moveTo>
                    <a:pt x="152400" y="0"/>
                  </a:moveTo>
                  <a:lnTo>
                    <a:pt x="0" y="0"/>
                  </a:lnTo>
                  <a:lnTo>
                    <a:pt x="0" y="1714"/>
                  </a:lnTo>
                  <a:lnTo>
                    <a:pt x="152400" y="1714"/>
                  </a:lnTo>
                  <a:lnTo>
                    <a:pt x="152400" y="0"/>
                  </a:lnTo>
                  <a:close/>
                </a:path>
                <a:path w="774700" h="114300">
                  <a:moveTo>
                    <a:pt x="359765" y="103352"/>
                  </a:moveTo>
                  <a:lnTo>
                    <a:pt x="207365" y="103352"/>
                  </a:lnTo>
                  <a:lnTo>
                    <a:pt x="207365" y="103530"/>
                  </a:lnTo>
                  <a:lnTo>
                    <a:pt x="359765" y="103530"/>
                  </a:lnTo>
                  <a:lnTo>
                    <a:pt x="359765" y="103352"/>
                  </a:lnTo>
                  <a:close/>
                </a:path>
                <a:path w="774700" h="114300">
                  <a:moveTo>
                    <a:pt x="567143" y="58343"/>
                  </a:moveTo>
                  <a:lnTo>
                    <a:pt x="414743" y="58343"/>
                  </a:lnTo>
                  <a:lnTo>
                    <a:pt x="414743" y="59918"/>
                  </a:lnTo>
                  <a:lnTo>
                    <a:pt x="567143" y="59918"/>
                  </a:lnTo>
                  <a:lnTo>
                    <a:pt x="567143" y="58343"/>
                  </a:lnTo>
                  <a:close/>
                </a:path>
                <a:path w="774700" h="114300">
                  <a:moveTo>
                    <a:pt x="774509" y="111264"/>
                  </a:moveTo>
                  <a:lnTo>
                    <a:pt x="622109" y="111264"/>
                  </a:lnTo>
                  <a:lnTo>
                    <a:pt x="622109" y="113931"/>
                  </a:lnTo>
                  <a:lnTo>
                    <a:pt x="774509" y="113931"/>
                  </a:lnTo>
                  <a:lnTo>
                    <a:pt x="774509" y="111264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10113556" y="2034857"/>
              <a:ext cx="774700" cy="114935"/>
            </a:xfrm>
            <a:custGeom>
              <a:avLst/>
              <a:gdLst/>
              <a:ahLst/>
              <a:cxnLst/>
              <a:rect l="l" t="t" r="r" b="b"/>
              <a:pathLst>
                <a:path w="774700" h="114935">
                  <a:moveTo>
                    <a:pt x="152400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152400" y="3048"/>
                  </a:lnTo>
                  <a:lnTo>
                    <a:pt x="152400" y="0"/>
                  </a:lnTo>
                  <a:close/>
                </a:path>
                <a:path w="774700" h="114935">
                  <a:moveTo>
                    <a:pt x="359765" y="106299"/>
                  </a:moveTo>
                  <a:lnTo>
                    <a:pt x="207365" y="106299"/>
                  </a:lnTo>
                  <a:lnTo>
                    <a:pt x="359765" y="106400"/>
                  </a:lnTo>
                  <a:close/>
                </a:path>
                <a:path w="774700" h="114935">
                  <a:moveTo>
                    <a:pt x="567143" y="60642"/>
                  </a:moveTo>
                  <a:lnTo>
                    <a:pt x="414743" y="60642"/>
                  </a:lnTo>
                  <a:lnTo>
                    <a:pt x="414743" y="61391"/>
                  </a:lnTo>
                  <a:lnTo>
                    <a:pt x="567143" y="61391"/>
                  </a:lnTo>
                  <a:lnTo>
                    <a:pt x="567143" y="60642"/>
                  </a:lnTo>
                  <a:close/>
                </a:path>
                <a:path w="774700" h="114935">
                  <a:moveTo>
                    <a:pt x="774509" y="113588"/>
                  </a:moveTo>
                  <a:lnTo>
                    <a:pt x="622109" y="113588"/>
                  </a:lnTo>
                  <a:lnTo>
                    <a:pt x="622109" y="114312"/>
                  </a:lnTo>
                  <a:lnTo>
                    <a:pt x="774509" y="114312"/>
                  </a:lnTo>
                  <a:lnTo>
                    <a:pt x="774509" y="113588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10113556" y="2018004"/>
              <a:ext cx="774700" cy="130810"/>
            </a:xfrm>
            <a:custGeom>
              <a:avLst/>
              <a:gdLst/>
              <a:ahLst/>
              <a:cxnLst/>
              <a:rect l="l" t="t" r="r" b="b"/>
              <a:pathLst>
                <a:path w="774700" h="130810">
                  <a:moveTo>
                    <a:pt x="152400" y="0"/>
                  </a:moveTo>
                  <a:lnTo>
                    <a:pt x="0" y="0"/>
                  </a:lnTo>
                  <a:lnTo>
                    <a:pt x="0" y="16852"/>
                  </a:lnTo>
                  <a:lnTo>
                    <a:pt x="152400" y="16852"/>
                  </a:lnTo>
                  <a:lnTo>
                    <a:pt x="152400" y="0"/>
                  </a:lnTo>
                  <a:close/>
                </a:path>
                <a:path w="774700" h="130810">
                  <a:moveTo>
                    <a:pt x="359765" y="121831"/>
                  </a:moveTo>
                  <a:lnTo>
                    <a:pt x="207365" y="121831"/>
                  </a:lnTo>
                  <a:lnTo>
                    <a:pt x="207365" y="123151"/>
                  </a:lnTo>
                  <a:lnTo>
                    <a:pt x="359765" y="123151"/>
                  </a:lnTo>
                  <a:lnTo>
                    <a:pt x="359765" y="121831"/>
                  </a:lnTo>
                  <a:close/>
                </a:path>
                <a:path w="774700" h="130810">
                  <a:moveTo>
                    <a:pt x="567143" y="70777"/>
                  </a:moveTo>
                  <a:lnTo>
                    <a:pt x="414743" y="70777"/>
                  </a:lnTo>
                  <a:lnTo>
                    <a:pt x="414743" y="77495"/>
                  </a:lnTo>
                  <a:lnTo>
                    <a:pt x="567143" y="77495"/>
                  </a:lnTo>
                  <a:lnTo>
                    <a:pt x="567143" y="70777"/>
                  </a:lnTo>
                  <a:close/>
                </a:path>
                <a:path w="774700" h="130810">
                  <a:moveTo>
                    <a:pt x="774509" y="128460"/>
                  </a:moveTo>
                  <a:lnTo>
                    <a:pt x="622109" y="128460"/>
                  </a:lnTo>
                  <a:lnTo>
                    <a:pt x="622109" y="130441"/>
                  </a:lnTo>
                  <a:lnTo>
                    <a:pt x="774509" y="130441"/>
                  </a:lnTo>
                  <a:lnTo>
                    <a:pt x="774509" y="128460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10113556" y="2005850"/>
              <a:ext cx="774700" cy="140970"/>
            </a:xfrm>
            <a:custGeom>
              <a:avLst/>
              <a:gdLst/>
              <a:ahLst/>
              <a:cxnLst/>
              <a:rect l="l" t="t" r="r" b="b"/>
              <a:pathLst>
                <a:path w="774700" h="140969">
                  <a:moveTo>
                    <a:pt x="152400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152400" y="12153"/>
                  </a:lnTo>
                  <a:lnTo>
                    <a:pt x="152400" y="0"/>
                  </a:lnTo>
                  <a:close/>
                </a:path>
                <a:path w="774700" h="140969">
                  <a:moveTo>
                    <a:pt x="359765" y="89941"/>
                  </a:moveTo>
                  <a:lnTo>
                    <a:pt x="207365" y="89941"/>
                  </a:lnTo>
                  <a:lnTo>
                    <a:pt x="207365" y="133985"/>
                  </a:lnTo>
                  <a:lnTo>
                    <a:pt x="359765" y="133985"/>
                  </a:lnTo>
                  <a:lnTo>
                    <a:pt x="359765" y="89941"/>
                  </a:lnTo>
                  <a:close/>
                </a:path>
                <a:path w="774700" h="140969">
                  <a:moveTo>
                    <a:pt x="567143" y="74168"/>
                  </a:moveTo>
                  <a:lnTo>
                    <a:pt x="414743" y="74168"/>
                  </a:lnTo>
                  <a:lnTo>
                    <a:pt x="414743" y="82931"/>
                  </a:lnTo>
                  <a:lnTo>
                    <a:pt x="567143" y="82931"/>
                  </a:lnTo>
                  <a:lnTo>
                    <a:pt x="567143" y="74168"/>
                  </a:lnTo>
                  <a:close/>
                </a:path>
                <a:path w="774700" h="140969">
                  <a:moveTo>
                    <a:pt x="774509" y="137299"/>
                  </a:moveTo>
                  <a:lnTo>
                    <a:pt x="622109" y="137299"/>
                  </a:lnTo>
                  <a:lnTo>
                    <a:pt x="622109" y="140614"/>
                  </a:lnTo>
                  <a:lnTo>
                    <a:pt x="774509" y="140614"/>
                  </a:lnTo>
                  <a:lnTo>
                    <a:pt x="774509" y="137299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10113556" y="1995766"/>
              <a:ext cx="774700" cy="147955"/>
            </a:xfrm>
            <a:custGeom>
              <a:avLst/>
              <a:gdLst/>
              <a:ahLst/>
              <a:cxnLst/>
              <a:rect l="l" t="t" r="r" b="b"/>
              <a:pathLst>
                <a:path w="774700" h="147955">
                  <a:moveTo>
                    <a:pt x="152400" y="0"/>
                  </a:moveTo>
                  <a:lnTo>
                    <a:pt x="0" y="0"/>
                  </a:lnTo>
                  <a:lnTo>
                    <a:pt x="0" y="10083"/>
                  </a:lnTo>
                  <a:lnTo>
                    <a:pt x="152400" y="10083"/>
                  </a:lnTo>
                  <a:lnTo>
                    <a:pt x="152400" y="0"/>
                  </a:lnTo>
                  <a:close/>
                </a:path>
                <a:path w="774700" h="147955">
                  <a:moveTo>
                    <a:pt x="359765" y="99301"/>
                  </a:moveTo>
                  <a:lnTo>
                    <a:pt x="207365" y="99301"/>
                  </a:lnTo>
                  <a:lnTo>
                    <a:pt x="207365" y="100025"/>
                  </a:lnTo>
                  <a:lnTo>
                    <a:pt x="359765" y="100025"/>
                  </a:lnTo>
                  <a:lnTo>
                    <a:pt x="359765" y="99301"/>
                  </a:lnTo>
                  <a:close/>
                </a:path>
                <a:path w="774700" h="147955">
                  <a:moveTo>
                    <a:pt x="567143" y="70967"/>
                  </a:moveTo>
                  <a:lnTo>
                    <a:pt x="414743" y="70967"/>
                  </a:lnTo>
                  <a:lnTo>
                    <a:pt x="414743" y="84251"/>
                  </a:lnTo>
                  <a:lnTo>
                    <a:pt x="567143" y="84251"/>
                  </a:lnTo>
                  <a:lnTo>
                    <a:pt x="567143" y="70967"/>
                  </a:lnTo>
                  <a:close/>
                </a:path>
                <a:path w="774700" h="147955">
                  <a:moveTo>
                    <a:pt x="774509" y="129641"/>
                  </a:moveTo>
                  <a:lnTo>
                    <a:pt x="622109" y="129641"/>
                  </a:lnTo>
                  <a:lnTo>
                    <a:pt x="622109" y="147383"/>
                  </a:lnTo>
                  <a:lnTo>
                    <a:pt x="774509" y="147383"/>
                  </a:lnTo>
                  <a:lnTo>
                    <a:pt x="774509" y="129641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10113556" y="1947862"/>
              <a:ext cx="567690" cy="147320"/>
            </a:xfrm>
            <a:custGeom>
              <a:avLst/>
              <a:gdLst/>
              <a:ahLst/>
              <a:cxnLst/>
              <a:rect l="l" t="t" r="r" b="b"/>
              <a:pathLst>
                <a:path w="567690" h="147319">
                  <a:moveTo>
                    <a:pt x="152400" y="0"/>
                  </a:moveTo>
                  <a:lnTo>
                    <a:pt x="0" y="0"/>
                  </a:lnTo>
                  <a:lnTo>
                    <a:pt x="0" y="47904"/>
                  </a:lnTo>
                  <a:lnTo>
                    <a:pt x="152400" y="47904"/>
                  </a:lnTo>
                  <a:lnTo>
                    <a:pt x="152400" y="0"/>
                  </a:lnTo>
                  <a:close/>
                </a:path>
                <a:path w="567690" h="147319">
                  <a:moveTo>
                    <a:pt x="359765" y="143738"/>
                  </a:moveTo>
                  <a:lnTo>
                    <a:pt x="207365" y="143738"/>
                  </a:lnTo>
                  <a:lnTo>
                    <a:pt x="207365" y="147205"/>
                  </a:lnTo>
                  <a:lnTo>
                    <a:pt x="359765" y="147205"/>
                  </a:lnTo>
                  <a:lnTo>
                    <a:pt x="359765" y="143738"/>
                  </a:lnTo>
                  <a:close/>
                </a:path>
                <a:path w="567690" h="147319">
                  <a:moveTo>
                    <a:pt x="567143" y="108356"/>
                  </a:moveTo>
                  <a:lnTo>
                    <a:pt x="414743" y="108356"/>
                  </a:lnTo>
                  <a:lnTo>
                    <a:pt x="414743" y="118872"/>
                  </a:lnTo>
                  <a:lnTo>
                    <a:pt x="567143" y="118872"/>
                  </a:lnTo>
                  <a:lnTo>
                    <a:pt x="567143" y="108356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10113556" y="1947328"/>
              <a:ext cx="567690" cy="109220"/>
            </a:xfrm>
            <a:custGeom>
              <a:avLst/>
              <a:gdLst/>
              <a:ahLst/>
              <a:cxnLst/>
              <a:rect l="l" t="t" r="r" b="b"/>
              <a:pathLst>
                <a:path w="567690" h="109219">
                  <a:moveTo>
                    <a:pt x="152400" y="0"/>
                  </a:moveTo>
                  <a:lnTo>
                    <a:pt x="0" y="0"/>
                  </a:lnTo>
                  <a:lnTo>
                    <a:pt x="0" y="533"/>
                  </a:lnTo>
                  <a:lnTo>
                    <a:pt x="152400" y="533"/>
                  </a:lnTo>
                  <a:lnTo>
                    <a:pt x="152400" y="0"/>
                  </a:lnTo>
                  <a:close/>
                </a:path>
                <a:path w="567690" h="109219">
                  <a:moveTo>
                    <a:pt x="567143" y="108585"/>
                  </a:moveTo>
                  <a:lnTo>
                    <a:pt x="414743" y="108585"/>
                  </a:lnTo>
                  <a:lnTo>
                    <a:pt x="414743" y="108889"/>
                  </a:lnTo>
                  <a:lnTo>
                    <a:pt x="567143" y="108889"/>
                  </a:lnTo>
                  <a:lnTo>
                    <a:pt x="567143" y="108585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10113556" y="1946223"/>
              <a:ext cx="567690" cy="109855"/>
            </a:xfrm>
            <a:custGeom>
              <a:avLst/>
              <a:gdLst/>
              <a:ahLst/>
              <a:cxnLst/>
              <a:rect l="l" t="t" r="r" b="b"/>
              <a:pathLst>
                <a:path w="567690" h="109855">
                  <a:moveTo>
                    <a:pt x="152400" y="0"/>
                  </a:moveTo>
                  <a:lnTo>
                    <a:pt x="0" y="0"/>
                  </a:lnTo>
                  <a:lnTo>
                    <a:pt x="0" y="1104"/>
                  </a:lnTo>
                  <a:lnTo>
                    <a:pt x="152400" y="1104"/>
                  </a:lnTo>
                  <a:lnTo>
                    <a:pt x="152400" y="0"/>
                  </a:lnTo>
                  <a:close/>
                </a:path>
                <a:path w="567690" h="109855">
                  <a:moveTo>
                    <a:pt x="567143" y="108813"/>
                  </a:moveTo>
                  <a:lnTo>
                    <a:pt x="414743" y="108813"/>
                  </a:lnTo>
                  <a:lnTo>
                    <a:pt x="414743" y="109689"/>
                  </a:lnTo>
                  <a:lnTo>
                    <a:pt x="567143" y="109689"/>
                  </a:lnTo>
                  <a:lnTo>
                    <a:pt x="567143" y="108813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0320921" y="2050592"/>
              <a:ext cx="360045" cy="41275"/>
            </a:xfrm>
            <a:custGeom>
              <a:avLst/>
              <a:gdLst/>
              <a:ahLst/>
              <a:cxnLst/>
              <a:rect l="l" t="t" r="r" b="b"/>
              <a:pathLst>
                <a:path w="360045" h="41275">
                  <a:moveTo>
                    <a:pt x="152400" y="39674"/>
                  </a:moveTo>
                  <a:lnTo>
                    <a:pt x="0" y="39674"/>
                  </a:lnTo>
                  <a:lnTo>
                    <a:pt x="0" y="40944"/>
                  </a:lnTo>
                  <a:lnTo>
                    <a:pt x="152400" y="40944"/>
                  </a:lnTo>
                  <a:lnTo>
                    <a:pt x="152400" y="39674"/>
                  </a:lnTo>
                  <a:close/>
                </a:path>
                <a:path w="360045" h="41275">
                  <a:moveTo>
                    <a:pt x="359778" y="0"/>
                  </a:moveTo>
                  <a:lnTo>
                    <a:pt x="207378" y="0"/>
                  </a:lnTo>
                  <a:lnTo>
                    <a:pt x="207378" y="4445"/>
                  </a:lnTo>
                  <a:lnTo>
                    <a:pt x="359778" y="4445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10320921" y="2048763"/>
              <a:ext cx="360045" cy="41910"/>
            </a:xfrm>
            <a:custGeom>
              <a:avLst/>
              <a:gdLst/>
              <a:ahLst/>
              <a:cxnLst/>
              <a:rect l="l" t="t" r="r" b="b"/>
              <a:pathLst>
                <a:path w="360045" h="41910">
                  <a:moveTo>
                    <a:pt x="152400" y="39738"/>
                  </a:moveTo>
                  <a:lnTo>
                    <a:pt x="0" y="39738"/>
                  </a:lnTo>
                  <a:lnTo>
                    <a:pt x="0" y="41503"/>
                  </a:lnTo>
                  <a:lnTo>
                    <a:pt x="152400" y="41503"/>
                  </a:lnTo>
                  <a:lnTo>
                    <a:pt x="152400" y="39738"/>
                  </a:lnTo>
                  <a:close/>
                </a:path>
                <a:path w="360045" h="41910">
                  <a:moveTo>
                    <a:pt x="359778" y="0"/>
                  </a:moveTo>
                  <a:lnTo>
                    <a:pt x="207378" y="0"/>
                  </a:lnTo>
                  <a:lnTo>
                    <a:pt x="207378" y="1828"/>
                  </a:lnTo>
                  <a:lnTo>
                    <a:pt x="359778" y="1828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10320921" y="2035428"/>
              <a:ext cx="360045" cy="53340"/>
            </a:xfrm>
            <a:custGeom>
              <a:avLst/>
              <a:gdLst/>
              <a:ahLst/>
              <a:cxnLst/>
              <a:rect l="l" t="t" r="r" b="b"/>
              <a:pathLst>
                <a:path w="360045" h="53339">
                  <a:moveTo>
                    <a:pt x="152400" y="51358"/>
                  </a:moveTo>
                  <a:lnTo>
                    <a:pt x="0" y="51358"/>
                  </a:lnTo>
                  <a:lnTo>
                    <a:pt x="0" y="53073"/>
                  </a:lnTo>
                  <a:lnTo>
                    <a:pt x="152400" y="53073"/>
                  </a:lnTo>
                  <a:lnTo>
                    <a:pt x="152400" y="51358"/>
                  </a:lnTo>
                  <a:close/>
                </a:path>
                <a:path w="360045" h="53339">
                  <a:moveTo>
                    <a:pt x="359778" y="0"/>
                  </a:moveTo>
                  <a:lnTo>
                    <a:pt x="207378" y="0"/>
                  </a:lnTo>
                  <a:lnTo>
                    <a:pt x="207378" y="13335"/>
                  </a:lnTo>
                  <a:lnTo>
                    <a:pt x="359778" y="13335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3" name="object 493"/>
          <p:cNvGrpSpPr/>
          <p:nvPr/>
        </p:nvGrpSpPr>
        <p:grpSpPr>
          <a:xfrm>
            <a:off x="10320932" y="2073637"/>
            <a:ext cx="152400" cy="13335"/>
            <a:chOff x="10320932" y="2073637"/>
            <a:chExt cx="152400" cy="13335"/>
          </a:xfrm>
        </p:grpSpPr>
        <p:sp>
          <p:nvSpPr>
            <p:cNvPr id="494" name="object 494"/>
            <p:cNvSpPr/>
            <p:nvPr/>
          </p:nvSpPr>
          <p:spPr>
            <a:xfrm>
              <a:off x="10320932" y="2076929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9851"/>
                  </a:moveTo>
                  <a:lnTo>
                    <a:pt x="0" y="985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51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10320932" y="2073637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400" y="3292"/>
                  </a:moveTo>
                  <a:lnTo>
                    <a:pt x="0" y="32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92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6" name="object 496"/>
          <p:cNvGrpSpPr/>
          <p:nvPr/>
        </p:nvGrpSpPr>
        <p:grpSpPr>
          <a:xfrm>
            <a:off x="9284096" y="1037602"/>
            <a:ext cx="152400" cy="1121410"/>
            <a:chOff x="9284096" y="1037602"/>
            <a:chExt cx="152400" cy="1121410"/>
          </a:xfrm>
        </p:grpSpPr>
        <p:sp>
          <p:nvSpPr>
            <p:cNvPr id="497" name="object 497"/>
            <p:cNvSpPr/>
            <p:nvPr/>
          </p:nvSpPr>
          <p:spPr>
            <a:xfrm>
              <a:off x="9284096" y="2022862"/>
              <a:ext cx="152400" cy="136525"/>
            </a:xfrm>
            <a:custGeom>
              <a:avLst/>
              <a:gdLst/>
              <a:ahLst/>
              <a:cxnLst/>
              <a:rect l="l" t="t" r="r" b="b"/>
              <a:pathLst>
                <a:path w="152400" h="136525">
                  <a:moveTo>
                    <a:pt x="152399" y="136137"/>
                  </a:moveTo>
                  <a:lnTo>
                    <a:pt x="0" y="13613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613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9284096" y="2021155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706"/>
                  </a:moveTo>
                  <a:lnTo>
                    <a:pt x="0" y="170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70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9284096" y="1986957"/>
              <a:ext cx="152400" cy="34290"/>
            </a:xfrm>
            <a:custGeom>
              <a:avLst/>
              <a:gdLst/>
              <a:ahLst/>
              <a:cxnLst/>
              <a:rect l="l" t="t" r="r" b="b"/>
              <a:pathLst>
                <a:path w="152400" h="34289">
                  <a:moveTo>
                    <a:pt x="152399" y="34198"/>
                  </a:moveTo>
                  <a:lnTo>
                    <a:pt x="0" y="3419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19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9284096" y="1916619"/>
              <a:ext cx="152400" cy="70485"/>
            </a:xfrm>
            <a:custGeom>
              <a:avLst/>
              <a:gdLst/>
              <a:ahLst/>
              <a:cxnLst/>
              <a:rect l="l" t="t" r="r" b="b"/>
              <a:pathLst>
                <a:path w="152400" h="70485">
                  <a:moveTo>
                    <a:pt x="152399" y="70337"/>
                  </a:moveTo>
                  <a:lnTo>
                    <a:pt x="0" y="7033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033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9284096" y="1909774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844"/>
                  </a:moveTo>
                  <a:lnTo>
                    <a:pt x="0" y="68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844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9284096" y="1838364"/>
              <a:ext cx="152400" cy="71755"/>
            </a:xfrm>
            <a:custGeom>
              <a:avLst/>
              <a:gdLst/>
              <a:ahLst/>
              <a:cxnLst/>
              <a:rect l="l" t="t" r="r" b="b"/>
              <a:pathLst>
                <a:path w="152400" h="71755">
                  <a:moveTo>
                    <a:pt x="152399" y="71410"/>
                  </a:moveTo>
                  <a:lnTo>
                    <a:pt x="0" y="714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1410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9284096" y="1810918"/>
              <a:ext cx="152400" cy="27940"/>
            </a:xfrm>
            <a:custGeom>
              <a:avLst/>
              <a:gdLst/>
              <a:ahLst/>
              <a:cxnLst/>
              <a:rect l="l" t="t" r="r" b="b"/>
              <a:pathLst>
                <a:path w="152400" h="27939">
                  <a:moveTo>
                    <a:pt x="152399" y="27446"/>
                  </a:moveTo>
                  <a:lnTo>
                    <a:pt x="0" y="2744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7446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9284096" y="1796602"/>
              <a:ext cx="152400" cy="14604"/>
            </a:xfrm>
            <a:custGeom>
              <a:avLst/>
              <a:gdLst/>
              <a:ahLst/>
              <a:cxnLst/>
              <a:rect l="l" t="t" r="r" b="b"/>
              <a:pathLst>
                <a:path w="152400" h="14605">
                  <a:moveTo>
                    <a:pt x="152399" y="14316"/>
                  </a:moveTo>
                  <a:lnTo>
                    <a:pt x="0" y="1431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316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9284096" y="1791528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5073"/>
                  </a:moveTo>
                  <a:lnTo>
                    <a:pt x="0" y="507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73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9284096" y="1707041"/>
              <a:ext cx="152400" cy="85090"/>
            </a:xfrm>
            <a:custGeom>
              <a:avLst/>
              <a:gdLst/>
              <a:ahLst/>
              <a:cxnLst/>
              <a:rect l="l" t="t" r="r" b="b"/>
              <a:pathLst>
                <a:path w="152400" h="85089">
                  <a:moveTo>
                    <a:pt x="152399" y="84487"/>
                  </a:moveTo>
                  <a:lnTo>
                    <a:pt x="0" y="844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4487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9284096" y="1661400"/>
              <a:ext cx="152400" cy="45720"/>
            </a:xfrm>
            <a:custGeom>
              <a:avLst/>
              <a:gdLst/>
              <a:ahLst/>
              <a:cxnLst/>
              <a:rect l="l" t="t" r="r" b="b"/>
              <a:pathLst>
                <a:path w="152400" h="45719">
                  <a:moveTo>
                    <a:pt x="152399" y="45640"/>
                  </a:moveTo>
                  <a:lnTo>
                    <a:pt x="0" y="4564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5640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9284096" y="1572090"/>
              <a:ext cx="152400" cy="89535"/>
            </a:xfrm>
            <a:custGeom>
              <a:avLst/>
              <a:gdLst/>
              <a:ahLst/>
              <a:cxnLst/>
              <a:rect l="l" t="t" r="r" b="b"/>
              <a:pathLst>
                <a:path w="152400" h="89535">
                  <a:moveTo>
                    <a:pt x="152399" y="89310"/>
                  </a:moveTo>
                  <a:lnTo>
                    <a:pt x="0" y="893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9310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9284096" y="1464495"/>
              <a:ext cx="152400" cy="107950"/>
            </a:xfrm>
            <a:custGeom>
              <a:avLst/>
              <a:gdLst/>
              <a:ahLst/>
              <a:cxnLst/>
              <a:rect l="l" t="t" r="r" b="b"/>
              <a:pathLst>
                <a:path w="152400" h="107950">
                  <a:moveTo>
                    <a:pt x="152399" y="107594"/>
                  </a:moveTo>
                  <a:lnTo>
                    <a:pt x="0" y="10759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7594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9284096" y="1463382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1113"/>
                  </a:moveTo>
                  <a:lnTo>
                    <a:pt x="0" y="111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113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9284096" y="1450357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4">
                  <a:moveTo>
                    <a:pt x="152399" y="13024"/>
                  </a:moveTo>
                  <a:lnTo>
                    <a:pt x="0" y="1302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02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9284096" y="1400693"/>
              <a:ext cx="152400" cy="50165"/>
            </a:xfrm>
            <a:custGeom>
              <a:avLst/>
              <a:gdLst/>
              <a:ahLst/>
              <a:cxnLst/>
              <a:rect l="l" t="t" r="r" b="b"/>
              <a:pathLst>
                <a:path w="152400" h="50165">
                  <a:moveTo>
                    <a:pt x="152399" y="49664"/>
                  </a:moveTo>
                  <a:lnTo>
                    <a:pt x="0" y="4966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9664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9284096" y="1366940"/>
              <a:ext cx="152400" cy="34290"/>
            </a:xfrm>
            <a:custGeom>
              <a:avLst/>
              <a:gdLst/>
              <a:ahLst/>
              <a:cxnLst/>
              <a:rect l="l" t="t" r="r" b="b"/>
              <a:pathLst>
                <a:path w="152400" h="34290">
                  <a:moveTo>
                    <a:pt x="152399" y="33752"/>
                  </a:moveTo>
                  <a:lnTo>
                    <a:pt x="0" y="3375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375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9284096" y="1297481"/>
              <a:ext cx="152400" cy="69850"/>
            </a:xfrm>
            <a:custGeom>
              <a:avLst/>
              <a:gdLst/>
              <a:ahLst/>
              <a:cxnLst/>
              <a:rect l="l" t="t" r="r" b="b"/>
              <a:pathLst>
                <a:path w="152400" h="69850">
                  <a:moveTo>
                    <a:pt x="152399" y="69458"/>
                  </a:moveTo>
                  <a:lnTo>
                    <a:pt x="0" y="6945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9458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9284096" y="129722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258"/>
                  </a:moveTo>
                  <a:lnTo>
                    <a:pt x="0" y="25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58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9284096" y="1258527"/>
              <a:ext cx="152400" cy="38735"/>
            </a:xfrm>
            <a:custGeom>
              <a:avLst/>
              <a:gdLst/>
              <a:ahLst/>
              <a:cxnLst/>
              <a:rect l="l" t="t" r="r" b="b"/>
              <a:pathLst>
                <a:path w="152400" h="38734">
                  <a:moveTo>
                    <a:pt x="152399" y="38695"/>
                  </a:moveTo>
                  <a:lnTo>
                    <a:pt x="0" y="3869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8695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9284096" y="1146612"/>
              <a:ext cx="152400" cy="112395"/>
            </a:xfrm>
            <a:custGeom>
              <a:avLst/>
              <a:gdLst/>
              <a:ahLst/>
              <a:cxnLst/>
              <a:rect l="l" t="t" r="r" b="b"/>
              <a:pathLst>
                <a:path w="152400" h="112394">
                  <a:moveTo>
                    <a:pt x="152399" y="111915"/>
                  </a:moveTo>
                  <a:lnTo>
                    <a:pt x="0" y="1119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11915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9284096" y="1037602"/>
              <a:ext cx="152400" cy="109220"/>
            </a:xfrm>
            <a:custGeom>
              <a:avLst/>
              <a:gdLst/>
              <a:ahLst/>
              <a:cxnLst/>
              <a:rect l="l" t="t" r="r" b="b"/>
              <a:pathLst>
                <a:path w="152400" h="109219">
                  <a:moveTo>
                    <a:pt x="152399" y="109010"/>
                  </a:moveTo>
                  <a:lnTo>
                    <a:pt x="0" y="1090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9010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9" name="object 519"/>
          <p:cNvGrpSpPr/>
          <p:nvPr/>
        </p:nvGrpSpPr>
        <p:grpSpPr>
          <a:xfrm>
            <a:off x="9491464" y="1787529"/>
            <a:ext cx="152400" cy="191135"/>
            <a:chOff x="9491464" y="1787529"/>
            <a:chExt cx="152400" cy="191135"/>
          </a:xfrm>
        </p:grpSpPr>
        <p:sp>
          <p:nvSpPr>
            <p:cNvPr id="520" name="object 520"/>
            <p:cNvSpPr/>
            <p:nvPr/>
          </p:nvSpPr>
          <p:spPr>
            <a:xfrm>
              <a:off x="9491464" y="1930347"/>
              <a:ext cx="152400" cy="48260"/>
            </a:xfrm>
            <a:custGeom>
              <a:avLst/>
              <a:gdLst/>
              <a:ahLst/>
              <a:cxnLst/>
              <a:rect l="l" t="t" r="r" b="b"/>
              <a:pathLst>
                <a:path w="152400" h="48260">
                  <a:moveTo>
                    <a:pt x="152399" y="48155"/>
                  </a:moveTo>
                  <a:lnTo>
                    <a:pt x="0" y="481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8155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9491464" y="1897373"/>
              <a:ext cx="152400" cy="33020"/>
            </a:xfrm>
            <a:custGeom>
              <a:avLst/>
              <a:gdLst/>
              <a:ahLst/>
              <a:cxnLst/>
              <a:rect l="l" t="t" r="r" b="b"/>
              <a:pathLst>
                <a:path w="152400" h="33019">
                  <a:moveTo>
                    <a:pt x="152399" y="32974"/>
                  </a:moveTo>
                  <a:lnTo>
                    <a:pt x="0" y="3297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2974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9491464" y="1897342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399" y="0"/>
                  </a:moveTo>
                  <a:lnTo>
                    <a:pt x="0" y="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9491464" y="1891586"/>
              <a:ext cx="152400" cy="6350"/>
            </a:xfrm>
            <a:custGeom>
              <a:avLst/>
              <a:gdLst/>
              <a:ahLst/>
              <a:cxnLst/>
              <a:rect l="l" t="t" r="r" b="b"/>
              <a:pathLst>
                <a:path w="152400" h="6350">
                  <a:moveTo>
                    <a:pt x="152399" y="5755"/>
                  </a:moveTo>
                  <a:lnTo>
                    <a:pt x="0" y="57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755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9491464" y="1878451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399" y="13135"/>
                  </a:moveTo>
                  <a:lnTo>
                    <a:pt x="0" y="1313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135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9491464" y="1871909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542"/>
                  </a:moveTo>
                  <a:lnTo>
                    <a:pt x="0" y="65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54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9491464" y="1839249"/>
              <a:ext cx="152400" cy="33020"/>
            </a:xfrm>
            <a:custGeom>
              <a:avLst/>
              <a:gdLst/>
              <a:ahLst/>
              <a:cxnLst/>
              <a:rect l="l" t="t" r="r" b="b"/>
              <a:pathLst>
                <a:path w="152400" h="33019">
                  <a:moveTo>
                    <a:pt x="152399" y="32659"/>
                  </a:moveTo>
                  <a:lnTo>
                    <a:pt x="0" y="3265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2659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9491464" y="183924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399" y="0"/>
                  </a:moveTo>
                  <a:lnTo>
                    <a:pt x="0" y="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9491464" y="1836205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399" y="3042"/>
                  </a:moveTo>
                  <a:lnTo>
                    <a:pt x="0" y="30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42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9491464" y="1792930"/>
              <a:ext cx="152400" cy="43815"/>
            </a:xfrm>
            <a:custGeom>
              <a:avLst/>
              <a:gdLst/>
              <a:ahLst/>
              <a:cxnLst/>
              <a:rect l="l" t="t" r="r" b="b"/>
              <a:pathLst>
                <a:path w="152400" h="43814">
                  <a:moveTo>
                    <a:pt x="152399" y="43274"/>
                  </a:moveTo>
                  <a:lnTo>
                    <a:pt x="0" y="4327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3274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9491464" y="1787529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4">
                  <a:moveTo>
                    <a:pt x="152399" y="5401"/>
                  </a:moveTo>
                  <a:lnTo>
                    <a:pt x="0" y="5401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401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1" name="object 531"/>
          <p:cNvGrpSpPr/>
          <p:nvPr/>
        </p:nvGrpSpPr>
        <p:grpSpPr>
          <a:xfrm>
            <a:off x="9698831" y="1791887"/>
            <a:ext cx="152400" cy="161925"/>
            <a:chOff x="9698831" y="1791887"/>
            <a:chExt cx="152400" cy="161925"/>
          </a:xfrm>
        </p:grpSpPr>
        <p:sp>
          <p:nvSpPr>
            <p:cNvPr id="532" name="object 532"/>
            <p:cNvSpPr/>
            <p:nvPr/>
          </p:nvSpPr>
          <p:spPr>
            <a:xfrm>
              <a:off x="9698831" y="1916572"/>
              <a:ext cx="152400" cy="36830"/>
            </a:xfrm>
            <a:custGeom>
              <a:avLst/>
              <a:gdLst/>
              <a:ahLst/>
              <a:cxnLst/>
              <a:rect l="l" t="t" r="r" b="b"/>
              <a:pathLst>
                <a:path w="152400" h="36830">
                  <a:moveTo>
                    <a:pt x="152400" y="36732"/>
                  </a:moveTo>
                  <a:lnTo>
                    <a:pt x="0" y="3673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732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9698831" y="191444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124"/>
                  </a:moveTo>
                  <a:lnTo>
                    <a:pt x="0" y="21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124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9698831" y="1912871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75"/>
                  </a:moveTo>
                  <a:lnTo>
                    <a:pt x="0" y="15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75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9698831" y="1911999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72"/>
                  </a:moveTo>
                  <a:lnTo>
                    <a:pt x="0" y="8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72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9698831" y="1910681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317"/>
                  </a:moveTo>
                  <a:lnTo>
                    <a:pt x="0" y="13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317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9698831" y="1900521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10159"/>
                  </a:moveTo>
                  <a:lnTo>
                    <a:pt x="0" y="1015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159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9698831" y="1879844"/>
              <a:ext cx="152400" cy="20955"/>
            </a:xfrm>
            <a:custGeom>
              <a:avLst/>
              <a:gdLst/>
              <a:ahLst/>
              <a:cxnLst/>
              <a:rect l="l" t="t" r="r" b="b"/>
              <a:pathLst>
                <a:path w="152400" h="20955">
                  <a:moveTo>
                    <a:pt x="152400" y="20676"/>
                  </a:moveTo>
                  <a:lnTo>
                    <a:pt x="0" y="2067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67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9698831" y="1879487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357"/>
                  </a:moveTo>
                  <a:lnTo>
                    <a:pt x="0" y="35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57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9698831" y="1868723"/>
              <a:ext cx="152400" cy="10795"/>
            </a:xfrm>
            <a:custGeom>
              <a:avLst/>
              <a:gdLst/>
              <a:ahLst/>
              <a:cxnLst/>
              <a:rect l="l" t="t" r="r" b="b"/>
              <a:pathLst>
                <a:path w="152400" h="10794">
                  <a:moveTo>
                    <a:pt x="152400" y="10763"/>
                  </a:moveTo>
                  <a:lnTo>
                    <a:pt x="0" y="1076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763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9698831" y="1831878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6845"/>
                  </a:moveTo>
                  <a:lnTo>
                    <a:pt x="0" y="3684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845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9698831" y="183173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2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9698831" y="1825117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400" y="6617"/>
                  </a:moveTo>
                  <a:lnTo>
                    <a:pt x="0" y="66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61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9698831" y="1822242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2875"/>
                  </a:moveTo>
                  <a:lnTo>
                    <a:pt x="0" y="28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875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9698831" y="1805181"/>
              <a:ext cx="152400" cy="17145"/>
            </a:xfrm>
            <a:custGeom>
              <a:avLst/>
              <a:gdLst/>
              <a:ahLst/>
              <a:cxnLst/>
              <a:rect l="l" t="t" r="r" b="b"/>
              <a:pathLst>
                <a:path w="152400" h="17144">
                  <a:moveTo>
                    <a:pt x="152400" y="17060"/>
                  </a:moveTo>
                  <a:lnTo>
                    <a:pt x="0" y="1706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706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9698831" y="1800251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930"/>
                  </a:moveTo>
                  <a:lnTo>
                    <a:pt x="0" y="493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930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9698831" y="1791887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364"/>
                  </a:moveTo>
                  <a:lnTo>
                    <a:pt x="0" y="836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364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8" name="object 548"/>
          <p:cNvGrpSpPr/>
          <p:nvPr/>
        </p:nvGrpSpPr>
        <p:grpSpPr>
          <a:xfrm>
            <a:off x="9906198" y="1847398"/>
            <a:ext cx="152400" cy="105410"/>
            <a:chOff x="9906198" y="1847398"/>
            <a:chExt cx="152400" cy="105410"/>
          </a:xfrm>
        </p:grpSpPr>
        <p:sp>
          <p:nvSpPr>
            <p:cNvPr id="549" name="object 549"/>
            <p:cNvSpPr/>
            <p:nvPr/>
          </p:nvSpPr>
          <p:spPr>
            <a:xfrm>
              <a:off x="9906198" y="1937322"/>
              <a:ext cx="152400" cy="15240"/>
            </a:xfrm>
            <a:custGeom>
              <a:avLst/>
              <a:gdLst/>
              <a:ahLst/>
              <a:cxnLst/>
              <a:rect l="l" t="t" r="r" b="b"/>
              <a:pathLst>
                <a:path w="152400" h="15239">
                  <a:moveTo>
                    <a:pt x="152400" y="14901"/>
                  </a:moveTo>
                  <a:lnTo>
                    <a:pt x="0" y="149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901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9906198" y="1924673"/>
              <a:ext cx="152400" cy="12700"/>
            </a:xfrm>
            <a:custGeom>
              <a:avLst/>
              <a:gdLst/>
              <a:ahLst/>
              <a:cxnLst/>
              <a:rect l="l" t="t" r="r" b="b"/>
              <a:pathLst>
                <a:path w="152400" h="12700">
                  <a:moveTo>
                    <a:pt x="152400" y="12648"/>
                  </a:moveTo>
                  <a:lnTo>
                    <a:pt x="0" y="1264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648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9906198" y="192465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9906198" y="192272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1927"/>
                  </a:moveTo>
                  <a:lnTo>
                    <a:pt x="0" y="19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92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9906198" y="1879853"/>
              <a:ext cx="152400" cy="43180"/>
            </a:xfrm>
            <a:custGeom>
              <a:avLst/>
              <a:gdLst/>
              <a:ahLst/>
              <a:cxnLst/>
              <a:rect l="l" t="t" r="r" b="b"/>
              <a:pathLst>
                <a:path w="152400" h="43180">
                  <a:moveTo>
                    <a:pt x="152400" y="42874"/>
                  </a:moveTo>
                  <a:lnTo>
                    <a:pt x="0" y="42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874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9906198" y="187984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9906198" y="187826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82"/>
                  </a:moveTo>
                  <a:lnTo>
                    <a:pt x="0" y="158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82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9906198" y="187814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19"/>
                  </a:moveTo>
                  <a:lnTo>
                    <a:pt x="0" y="11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9906198" y="1856180"/>
              <a:ext cx="152400" cy="22225"/>
            </a:xfrm>
            <a:custGeom>
              <a:avLst/>
              <a:gdLst/>
              <a:ahLst/>
              <a:cxnLst/>
              <a:rect l="l" t="t" r="r" b="b"/>
              <a:pathLst>
                <a:path w="152400" h="22225">
                  <a:moveTo>
                    <a:pt x="152400" y="21962"/>
                  </a:moveTo>
                  <a:lnTo>
                    <a:pt x="0" y="2196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1962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9906198" y="1851135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5045"/>
                  </a:moveTo>
                  <a:lnTo>
                    <a:pt x="0" y="504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045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9906198" y="1847398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400" y="3736"/>
                  </a:moveTo>
                  <a:lnTo>
                    <a:pt x="0" y="373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736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0" name="object 560"/>
          <p:cNvGrpSpPr/>
          <p:nvPr/>
        </p:nvGrpSpPr>
        <p:grpSpPr>
          <a:xfrm>
            <a:off x="10113565" y="1852463"/>
            <a:ext cx="152400" cy="93980"/>
            <a:chOff x="10113565" y="1852463"/>
            <a:chExt cx="152400" cy="93980"/>
          </a:xfrm>
        </p:grpSpPr>
        <p:sp>
          <p:nvSpPr>
            <p:cNvPr id="561" name="object 561"/>
            <p:cNvSpPr/>
            <p:nvPr/>
          </p:nvSpPr>
          <p:spPr>
            <a:xfrm>
              <a:off x="10113565" y="1934515"/>
              <a:ext cx="152400" cy="12065"/>
            </a:xfrm>
            <a:custGeom>
              <a:avLst/>
              <a:gdLst/>
              <a:ahLst/>
              <a:cxnLst/>
              <a:rect l="l" t="t" r="r" b="b"/>
              <a:pathLst>
                <a:path w="152400" h="12064">
                  <a:moveTo>
                    <a:pt x="152400" y="11699"/>
                  </a:moveTo>
                  <a:lnTo>
                    <a:pt x="0" y="1169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699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10113565" y="1926342"/>
              <a:ext cx="152400" cy="8255"/>
            </a:xfrm>
            <a:custGeom>
              <a:avLst/>
              <a:gdLst/>
              <a:ahLst/>
              <a:cxnLst/>
              <a:rect l="l" t="t" r="r" b="b"/>
              <a:pathLst>
                <a:path w="152400" h="8255">
                  <a:moveTo>
                    <a:pt x="152400" y="8172"/>
                  </a:moveTo>
                  <a:lnTo>
                    <a:pt x="0" y="81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17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0113565" y="1913463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400" y="12879"/>
                  </a:moveTo>
                  <a:lnTo>
                    <a:pt x="0" y="1287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879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10113565" y="1913406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10113565" y="1902288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400" y="11117"/>
                  </a:moveTo>
                  <a:lnTo>
                    <a:pt x="0" y="111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11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0113565" y="1865414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6874"/>
                  </a:moveTo>
                  <a:lnTo>
                    <a:pt x="0" y="36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874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0113565" y="1852463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400" y="12950"/>
                  </a:moveTo>
                  <a:lnTo>
                    <a:pt x="0" y="1295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950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8" name="object 568"/>
          <p:cNvSpPr/>
          <p:nvPr/>
        </p:nvSpPr>
        <p:spPr>
          <a:xfrm>
            <a:off x="10320932" y="1923973"/>
            <a:ext cx="152400" cy="149860"/>
          </a:xfrm>
          <a:custGeom>
            <a:avLst/>
            <a:gdLst/>
            <a:ahLst/>
            <a:cxnLst/>
            <a:rect l="l" t="t" r="r" b="b"/>
            <a:pathLst>
              <a:path w="152400" h="149860">
                <a:moveTo>
                  <a:pt x="152400" y="149663"/>
                </a:moveTo>
                <a:lnTo>
                  <a:pt x="0" y="149663"/>
                </a:lnTo>
                <a:lnTo>
                  <a:pt x="0" y="0"/>
                </a:lnTo>
                <a:lnTo>
                  <a:pt x="152400" y="0"/>
                </a:lnTo>
                <a:lnTo>
                  <a:pt x="152400" y="149663"/>
                </a:lnTo>
                <a:close/>
              </a:path>
            </a:pathLst>
          </a:custGeom>
          <a:solidFill>
            <a:srgbClr val="25891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9" name="object 569"/>
          <p:cNvGrpSpPr/>
          <p:nvPr/>
        </p:nvGrpSpPr>
        <p:grpSpPr>
          <a:xfrm>
            <a:off x="10528300" y="1990643"/>
            <a:ext cx="152400" cy="45085"/>
            <a:chOff x="10528300" y="1990643"/>
            <a:chExt cx="152400" cy="45085"/>
          </a:xfrm>
        </p:grpSpPr>
        <p:sp>
          <p:nvSpPr>
            <p:cNvPr id="570" name="object 570"/>
            <p:cNvSpPr/>
            <p:nvPr/>
          </p:nvSpPr>
          <p:spPr>
            <a:xfrm>
              <a:off x="10528300" y="2027132"/>
              <a:ext cx="152400" cy="8255"/>
            </a:xfrm>
            <a:custGeom>
              <a:avLst/>
              <a:gdLst/>
              <a:ahLst/>
              <a:cxnLst/>
              <a:rect l="l" t="t" r="r" b="b"/>
              <a:pathLst>
                <a:path w="152400" h="8255">
                  <a:moveTo>
                    <a:pt x="152399" y="8257"/>
                  </a:moveTo>
                  <a:lnTo>
                    <a:pt x="0" y="825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25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10528300" y="1995612"/>
              <a:ext cx="152400" cy="31750"/>
            </a:xfrm>
            <a:custGeom>
              <a:avLst/>
              <a:gdLst/>
              <a:ahLst/>
              <a:cxnLst/>
              <a:rect l="l" t="t" r="r" b="b"/>
              <a:pathLst>
                <a:path w="152400" h="31750">
                  <a:moveTo>
                    <a:pt x="152399" y="31519"/>
                  </a:moveTo>
                  <a:lnTo>
                    <a:pt x="0" y="3151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1519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10528300" y="1990643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4969"/>
                  </a:moveTo>
                  <a:lnTo>
                    <a:pt x="0" y="496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969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3" name="object 573"/>
          <p:cNvGrpSpPr/>
          <p:nvPr/>
        </p:nvGrpSpPr>
        <p:grpSpPr>
          <a:xfrm>
            <a:off x="10735667" y="2005534"/>
            <a:ext cx="152400" cy="120014"/>
            <a:chOff x="10735667" y="2005534"/>
            <a:chExt cx="152400" cy="120014"/>
          </a:xfrm>
        </p:grpSpPr>
        <p:sp>
          <p:nvSpPr>
            <p:cNvPr id="574" name="object 574"/>
            <p:cNvSpPr/>
            <p:nvPr/>
          </p:nvSpPr>
          <p:spPr>
            <a:xfrm>
              <a:off x="10735667" y="2121152"/>
              <a:ext cx="152400" cy="4445"/>
            </a:xfrm>
            <a:custGeom>
              <a:avLst/>
              <a:gdLst/>
              <a:ahLst/>
              <a:cxnLst/>
              <a:rect l="l" t="t" r="r" b="b"/>
              <a:pathLst>
                <a:path w="152400" h="4444">
                  <a:moveTo>
                    <a:pt x="152400" y="4224"/>
                  </a:moveTo>
                  <a:lnTo>
                    <a:pt x="0" y="42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2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10735667" y="2108601"/>
              <a:ext cx="152400" cy="12700"/>
            </a:xfrm>
            <a:custGeom>
              <a:avLst/>
              <a:gdLst/>
              <a:ahLst/>
              <a:cxnLst/>
              <a:rect l="l" t="t" r="r" b="b"/>
              <a:pathLst>
                <a:path w="152400" h="12700">
                  <a:moveTo>
                    <a:pt x="152400" y="12551"/>
                  </a:moveTo>
                  <a:lnTo>
                    <a:pt x="0" y="1255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551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10735667" y="210684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757"/>
                  </a:moveTo>
                  <a:lnTo>
                    <a:pt x="0" y="175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75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10735667" y="2017153"/>
              <a:ext cx="152400" cy="90170"/>
            </a:xfrm>
            <a:custGeom>
              <a:avLst/>
              <a:gdLst/>
              <a:ahLst/>
              <a:cxnLst/>
              <a:rect l="l" t="t" r="r" b="b"/>
              <a:pathLst>
                <a:path w="152400" h="90169">
                  <a:moveTo>
                    <a:pt x="152400" y="89690"/>
                  </a:moveTo>
                  <a:lnTo>
                    <a:pt x="0" y="8969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969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10735667" y="2005534"/>
              <a:ext cx="152400" cy="12065"/>
            </a:xfrm>
            <a:custGeom>
              <a:avLst/>
              <a:gdLst/>
              <a:ahLst/>
              <a:cxnLst/>
              <a:rect l="l" t="t" r="r" b="b"/>
              <a:pathLst>
                <a:path w="152400" h="12064">
                  <a:moveTo>
                    <a:pt x="152400" y="11618"/>
                  </a:moveTo>
                  <a:lnTo>
                    <a:pt x="0" y="1161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618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9" name="object 579"/>
          <p:cNvGrpSpPr/>
          <p:nvPr/>
        </p:nvGrpSpPr>
        <p:grpSpPr>
          <a:xfrm>
            <a:off x="10943034" y="2012904"/>
            <a:ext cx="152400" cy="146685"/>
            <a:chOff x="10943034" y="2012904"/>
            <a:chExt cx="152400" cy="146685"/>
          </a:xfrm>
        </p:grpSpPr>
        <p:sp>
          <p:nvSpPr>
            <p:cNvPr id="580" name="object 580"/>
            <p:cNvSpPr/>
            <p:nvPr/>
          </p:nvSpPr>
          <p:spPr>
            <a:xfrm>
              <a:off x="10943034" y="215712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878"/>
                  </a:moveTo>
                  <a:lnTo>
                    <a:pt x="0" y="187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7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10943034" y="2148633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488"/>
                  </a:moveTo>
                  <a:lnTo>
                    <a:pt x="0" y="848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488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10943034" y="214780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29"/>
                  </a:moveTo>
                  <a:lnTo>
                    <a:pt x="0" y="82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2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10943034" y="214597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824"/>
                  </a:moveTo>
                  <a:lnTo>
                    <a:pt x="0" y="18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24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10943034" y="2143488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490"/>
                  </a:moveTo>
                  <a:lnTo>
                    <a:pt x="0" y="249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490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10943034" y="2142777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710"/>
                  </a:moveTo>
                  <a:lnTo>
                    <a:pt x="0" y="71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710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10943034" y="2142238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39"/>
                  </a:moveTo>
                  <a:lnTo>
                    <a:pt x="0" y="53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39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10943034" y="214066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73"/>
                  </a:moveTo>
                  <a:lnTo>
                    <a:pt x="0" y="15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73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10943034" y="2140371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293"/>
                  </a:moveTo>
                  <a:lnTo>
                    <a:pt x="0" y="29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10943034" y="2129057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400" y="11313"/>
                  </a:moveTo>
                  <a:lnTo>
                    <a:pt x="0" y="1131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313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10943034" y="2124230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827"/>
                  </a:moveTo>
                  <a:lnTo>
                    <a:pt x="0" y="48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827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10943034" y="2123355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74"/>
                  </a:moveTo>
                  <a:lnTo>
                    <a:pt x="0" y="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7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10943034" y="2122203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152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52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10943034" y="2117628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575"/>
                  </a:moveTo>
                  <a:lnTo>
                    <a:pt x="0" y="45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575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10943034" y="2114680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2947"/>
                  </a:moveTo>
                  <a:lnTo>
                    <a:pt x="0" y="294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47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10943034" y="2114107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73"/>
                  </a:moveTo>
                  <a:lnTo>
                    <a:pt x="0" y="5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73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10943034" y="2013886"/>
              <a:ext cx="152400" cy="100330"/>
            </a:xfrm>
            <a:custGeom>
              <a:avLst/>
              <a:gdLst/>
              <a:ahLst/>
              <a:cxnLst/>
              <a:rect l="l" t="t" r="r" b="b"/>
              <a:pathLst>
                <a:path w="152400" h="100330">
                  <a:moveTo>
                    <a:pt x="152400" y="100221"/>
                  </a:moveTo>
                  <a:lnTo>
                    <a:pt x="0" y="10022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0221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10943034" y="201290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81"/>
                  </a:moveTo>
                  <a:lnTo>
                    <a:pt x="0" y="98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1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8" name="object 598"/>
          <p:cNvGrpSpPr/>
          <p:nvPr/>
        </p:nvGrpSpPr>
        <p:grpSpPr>
          <a:xfrm>
            <a:off x="9196387" y="2944812"/>
            <a:ext cx="1995805" cy="85725"/>
            <a:chOff x="9196387" y="2944812"/>
            <a:chExt cx="1995805" cy="85725"/>
          </a:xfrm>
        </p:grpSpPr>
        <p:sp>
          <p:nvSpPr>
            <p:cNvPr id="599" name="object 599"/>
            <p:cNvSpPr/>
            <p:nvPr/>
          </p:nvSpPr>
          <p:spPr>
            <a:xfrm>
              <a:off x="9201150" y="29495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0" name="object 6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96387" y="2944812"/>
              <a:ext cx="98156" cy="85725"/>
            </a:xfrm>
            <a:prstGeom prst="rect">
              <a:avLst/>
            </a:prstGeom>
          </p:spPr>
        </p:pic>
      </p:grpSp>
      <p:pic>
        <p:nvPicPr>
          <p:cNvPr id="601" name="object 6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2259" y="735838"/>
            <a:ext cx="95249" cy="95249"/>
          </a:xfrm>
          <a:prstGeom prst="rect">
            <a:avLst/>
          </a:prstGeom>
        </p:spPr>
      </p:pic>
      <p:pic>
        <p:nvPicPr>
          <p:cNvPr id="602" name="object 60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1409" y="735838"/>
            <a:ext cx="95249" cy="95249"/>
          </a:xfrm>
          <a:prstGeom prst="rect">
            <a:avLst/>
          </a:prstGeom>
        </p:spPr>
      </p:pic>
      <p:sp>
        <p:nvSpPr>
          <p:cNvPr id="603" name="object 603"/>
          <p:cNvSpPr txBox="1"/>
          <p:nvPr/>
        </p:nvSpPr>
        <p:spPr>
          <a:xfrm>
            <a:off x="8607425" y="190563"/>
            <a:ext cx="256540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697230" algn="l"/>
                <a:tab pos="152273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 Pr…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Arunachal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604" name="object 60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13281" y="695325"/>
            <a:ext cx="90487" cy="161925"/>
          </a:xfrm>
          <a:prstGeom prst="rect">
            <a:avLst/>
          </a:prstGeom>
        </p:spPr>
      </p:pic>
      <p:sp>
        <p:nvSpPr>
          <p:cNvPr id="605" name="object 605"/>
          <p:cNvSpPr/>
          <p:nvPr/>
        </p:nvSpPr>
        <p:spPr>
          <a:xfrm>
            <a:off x="9677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97345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97917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98488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99060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99631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100203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101917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102489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103060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103632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104203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104775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105346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105918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106489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107061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107632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10820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108775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109347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109918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111633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112204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112776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113347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113919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114490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115062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115633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116205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116776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117348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117919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118491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119062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11963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10077450" y="6673862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11049000" y="6673862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12020550" y="6673862"/>
            <a:ext cx="47625" cy="9525"/>
          </a:xfrm>
          <a:custGeom>
            <a:avLst/>
            <a:gdLst/>
            <a:ahLst/>
            <a:cxnLst/>
            <a:rect l="l" t="t" r="r" b="b"/>
            <a:pathLst>
              <a:path w="47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952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 txBox="1"/>
          <p:nvPr/>
        </p:nvSpPr>
        <p:spPr>
          <a:xfrm>
            <a:off x="7919243" y="6588224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6" name="object 646"/>
          <p:cNvSpPr/>
          <p:nvPr/>
        </p:nvSpPr>
        <p:spPr>
          <a:xfrm>
            <a:off x="9677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97345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97917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98488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101917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102489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103060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103632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104203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104775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105346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105918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10820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108775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111633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112204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112776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113347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113919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114490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117348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117919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118491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119062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11963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8191500" y="5930912"/>
            <a:ext cx="1438275" cy="352425"/>
          </a:xfrm>
          <a:custGeom>
            <a:avLst/>
            <a:gdLst/>
            <a:ahLst/>
            <a:cxnLst/>
            <a:rect l="l" t="t" r="r" b="b"/>
            <a:pathLst>
              <a:path w="1438275" h="352425">
                <a:moveTo>
                  <a:pt x="9525" y="342900"/>
                </a:moveTo>
                <a:lnTo>
                  <a:pt x="0" y="342900"/>
                </a:lnTo>
                <a:lnTo>
                  <a:pt x="0" y="352425"/>
                </a:lnTo>
                <a:lnTo>
                  <a:pt x="9525" y="352425"/>
                </a:lnTo>
                <a:lnTo>
                  <a:pt x="9525" y="342900"/>
                </a:lnTo>
                <a:close/>
              </a:path>
              <a:path w="1438275" h="352425">
                <a:moveTo>
                  <a:pt x="9525" y="313410"/>
                </a:moveTo>
                <a:lnTo>
                  <a:pt x="0" y="313410"/>
                </a:lnTo>
                <a:lnTo>
                  <a:pt x="0" y="322935"/>
                </a:lnTo>
                <a:lnTo>
                  <a:pt x="9525" y="322935"/>
                </a:lnTo>
                <a:lnTo>
                  <a:pt x="9525" y="313410"/>
                </a:lnTo>
                <a:close/>
              </a:path>
              <a:path w="1438275" h="352425">
                <a:moveTo>
                  <a:pt x="9525" y="285750"/>
                </a:moveTo>
                <a:lnTo>
                  <a:pt x="0" y="285750"/>
                </a:lnTo>
                <a:lnTo>
                  <a:pt x="0" y="295275"/>
                </a:lnTo>
                <a:lnTo>
                  <a:pt x="9525" y="295275"/>
                </a:lnTo>
                <a:lnTo>
                  <a:pt x="9525" y="285750"/>
                </a:lnTo>
                <a:close/>
              </a:path>
              <a:path w="1438275" h="352425">
                <a:moveTo>
                  <a:pt x="9525" y="228600"/>
                </a:moveTo>
                <a:lnTo>
                  <a:pt x="0" y="228600"/>
                </a:lnTo>
                <a:lnTo>
                  <a:pt x="0" y="238125"/>
                </a:lnTo>
                <a:lnTo>
                  <a:pt x="9525" y="238125"/>
                </a:lnTo>
                <a:lnTo>
                  <a:pt x="9525" y="228600"/>
                </a:lnTo>
                <a:close/>
              </a:path>
              <a:path w="1438275" h="352425">
                <a:moveTo>
                  <a:pt x="9525" y="171450"/>
                </a:moveTo>
                <a:lnTo>
                  <a:pt x="0" y="171450"/>
                </a:lnTo>
                <a:lnTo>
                  <a:pt x="0" y="180975"/>
                </a:lnTo>
                <a:lnTo>
                  <a:pt x="9525" y="180975"/>
                </a:lnTo>
                <a:lnTo>
                  <a:pt x="9525" y="171450"/>
                </a:lnTo>
                <a:close/>
              </a:path>
              <a:path w="1438275" h="352425">
                <a:moveTo>
                  <a:pt x="9525" y="114300"/>
                </a:moveTo>
                <a:lnTo>
                  <a:pt x="0" y="114300"/>
                </a:lnTo>
                <a:lnTo>
                  <a:pt x="0" y="123825"/>
                </a:lnTo>
                <a:lnTo>
                  <a:pt x="9525" y="123825"/>
                </a:lnTo>
                <a:lnTo>
                  <a:pt x="9525" y="114300"/>
                </a:lnTo>
                <a:close/>
              </a:path>
              <a:path w="1438275" h="35242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1438275" h="3524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438275" h="352425">
                <a:moveTo>
                  <a:pt x="466725" y="313410"/>
                </a:moveTo>
                <a:lnTo>
                  <a:pt x="457200" y="313410"/>
                </a:lnTo>
                <a:lnTo>
                  <a:pt x="457200" y="322935"/>
                </a:lnTo>
                <a:lnTo>
                  <a:pt x="466725" y="322935"/>
                </a:lnTo>
                <a:lnTo>
                  <a:pt x="466725" y="313410"/>
                </a:lnTo>
                <a:close/>
              </a:path>
              <a:path w="1438275" h="352425">
                <a:moveTo>
                  <a:pt x="523875" y="313410"/>
                </a:moveTo>
                <a:lnTo>
                  <a:pt x="514350" y="313410"/>
                </a:lnTo>
                <a:lnTo>
                  <a:pt x="514350" y="322935"/>
                </a:lnTo>
                <a:lnTo>
                  <a:pt x="523875" y="322935"/>
                </a:lnTo>
                <a:lnTo>
                  <a:pt x="523875" y="313410"/>
                </a:lnTo>
                <a:close/>
              </a:path>
              <a:path w="1438275" h="352425">
                <a:moveTo>
                  <a:pt x="581025" y="313410"/>
                </a:moveTo>
                <a:lnTo>
                  <a:pt x="571500" y="313410"/>
                </a:lnTo>
                <a:lnTo>
                  <a:pt x="571500" y="322935"/>
                </a:lnTo>
                <a:lnTo>
                  <a:pt x="581025" y="322935"/>
                </a:lnTo>
                <a:lnTo>
                  <a:pt x="581025" y="313410"/>
                </a:lnTo>
                <a:close/>
              </a:path>
              <a:path w="1438275" h="352425">
                <a:moveTo>
                  <a:pt x="638175" y="313410"/>
                </a:moveTo>
                <a:lnTo>
                  <a:pt x="628650" y="313410"/>
                </a:lnTo>
                <a:lnTo>
                  <a:pt x="628650" y="322935"/>
                </a:lnTo>
                <a:lnTo>
                  <a:pt x="638175" y="322935"/>
                </a:lnTo>
                <a:lnTo>
                  <a:pt x="638175" y="313410"/>
                </a:lnTo>
                <a:close/>
              </a:path>
              <a:path w="1438275" h="352425">
                <a:moveTo>
                  <a:pt x="695325" y="313410"/>
                </a:moveTo>
                <a:lnTo>
                  <a:pt x="685800" y="313410"/>
                </a:lnTo>
                <a:lnTo>
                  <a:pt x="685800" y="322935"/>
                </a:lnTo>
                <a:lnTo>
                  <a:pt x="695325" y="322935"/>
                </a:lnTo>
                <a:lnTo>
                  <a:pt x="695325" y="313410"/>
                </a:lnTo>
                <a:close/>
              </a:path>
              <a:path w="1438275" h="352425">
                <a:moveTo>
                  <a:pt x="752475" y="313410"/>
                </a:moveTo>
                <a:lnTo>
                  <a:pt x="742950" y="313410"/>
                </a:lnTo>
                <a:lnTo>
                  <a:pt x="742950" y="322935"/>
                </a:lnTo>
                <a:lnTo>
                  <a:pt x="752475" y="322935"/>
                </a:lnTo>
                <a:lnTo>
                  <a:pt x="752475" y="313410"/>
                </a:lnTo>
                <a:close/>
              </a:path>
              <a:path w="1438275" h="352425">
                <a:moveTo>
                  <a:pt x="809625" y="313410"/>
                </a:moveTo>
                <a:lnTo>
                  <a:pt x="800100" y="313410"/>
                </a:lnTo>
                <a:lnTo>
                  <a:pt x="800100" y="322935"/>
                </a:lnTo>
                <a:lnTo>
                  <a:pt x="809625" y="322935"/>
                </a:lnTo>
                <a:lnTo>
                  <a:pt x="809625" y="313410"/>
                </a:lnTo>
                <a:close/>
              </a:path>
              <a:path w="1438275" h="352425">
                <a:moveTo>
                  <a:pt x="866775" y="313410"/>
                </a:moveTo>
                <a:lnTo>
                  <a:pt x="857250" y="313410"/>
                </a:lnTo>
                <a:lnTo>
                  <a:pt x="857250" y="322935"/>
                </a:lnTo>
                <a:lnTo>
                  <a:pt x="866775" y="322935"/>
                </a:lnTo>
                <a:lnTo>
                  <a:pt x="866775" y="313410"/>
                </a:lnTo>
                <a:close/>
              </a:path>
              <a:path w="1438275" h="352425">
                <a:moveTo>
                  <a:pt x="923925" y="313410"/>
                </a:moveTo>
                <a:lnTo>
                  <a:pt x="914400" y="313410"/>
                </a:lnTo>
                <a:lnTo>
                  <a:pt x="914400" y="322935"/>
                </a:lnTo>
                <a:lnTo>
                  <a:pt x="923925" y="322935"/>
                </a:lnTo>
                <a:lnTo>
                  <a:pt x="923925" y="313410"/>
                </a:lnTo>
                <a:close/>
              </a:path>
              <a:path w="1438275" h="352425">
                <a:moveTo>
                  <a:pt x="981075" y="313410"/>
                </a:moveTo>
                <a:lnTo>
                  <a:pt x="971550" y="313410"/>
                </a:lnTo>
                <a:lnTo>
                  <a:pt x="971550" y="322935"/>
                </a:lnTo>
                <a:lnTo>
                  <a:pt x="981075" y="322935"/>
                </a:lnTo>
                <a:lnTo>
                  <a:pt x="981075" y="313410"/>
                </a:lnTo>
                <a:close/>
              </a:path>
              <a:path w="1438275" h="352425">
                <a:moveTo>
                  <a:pt x="1038225" y="313410"/>
                </a:moveTo>
                <a:lnTo>
                  <a:pt x="1028700" y="313410"/>
                </a:lnTo>
                <a:lnTo>
                  <a:pt x="1028700" y="322935"/>
                </a:lnTo>
                <a:lnTo>
                  <a:pt x="1038225" y="322935"/>
                </a:lnTo>
                <a:lnTo>
                  <a:pt x="1038225" y="313410"/>
                </a:lnTo>
                <a:close/>
              </a:path>
              <a:path w="1438275" h="352425">
                <a:moveTo>
                  <a:pt x="1095375" y="313410"/>
                </a:moveTo>
                <a:lnTo>
                  <a:pt x="1085850" y="313410"/>
                </a:lnTo>
                <a:lnTo>
                  <a:pt x="1085850" y="322935"/>
                </a:lnTo>
                <a:lnTo>
                  <a:pt x="1095375" y="322935"/>
                </a:lnTo>
                <a:lnTo>
                  <a:pt x="1095375" y="313410"/>
                </a:lnTo>
                <a:close/>
              </a:path>
              <a:path w="1438275" h="352425">
                <a:moveTo>
                  <a:pt x="1152525" y="313410"/>
                </a:moveTo>
                <a:lnTo>
                  <a:pt x="1143000" y="313410"/>
                </a:lnTo>
                <a:lnTo>
                  <a:pt x="1143000" y="322935"/>
                </a:lnTo>
                <a:lnTo>
                  <a:pt x="1152525" y="322935"/>
                </a:lnTo>
                <a:lnTo>
                  <a:pt x="1152525" y="313410"/>
                </a:lnTo>
                <a:close/>
              </a:path>
              <a:path w="1438275" h="352425">
                <a:moveTo>
                  <a:pt x="1209675" y="313410"/>
                </a:moveTo>
                <a:lnTo>
                  <a:pt x="1200150" y="313410"/>
                </a:lnTo>
                <a:lnTo>
                  <a:pt x="1200150" y="322935"/>
                </a:lnTo>
                <a:lnTo>
                  <a:pt x="1209675" y="322935"/>
                </a:lnTo>
                <a:lnTo>
                  <a:pt x="1209675" y="313410"/>
                </a:lnTo>
                <a:close/>
              </a:path>
              <a:path w="1438275" h="352425">
                <a:moveTo>
                  <a:pt x="1266825" y="313410"/>
                </a:moveTo>
                <a:lnTo>
                  <a:pt x="1257300" y="313410"/>
                </a:lnTo>
                <a:lnTo>
                  <a:pt x="1257300" y="322935"/>
                </a:lnTo>
                <a:lnTo>
                  <a:pt x="1266825" y="322935"/>
                </a:lnTo>
                <a:lnTo>
                  <a:pt x="1266825" y="313410"/>
                </a:lnTo>
                <a:close/>
              </a:path>
              <a:path w="1438275" h="352425">
                <a:moveTo>
                  <a:pt x="1323975" y="313410"/>
                </a:moveTo>
                <a:lnTo>
                  <a:pt x="1314450" y="313410"/>
                </a:lnTo>
                <a:lnTo>
                  <a:pt x="1314450" y="322935"/>
                </a:lnTo>
                <a:lnTo>
                  <a:pt x="1323975" y="322935"/>
                </a:lnTo>
                <a:lnTo>
                  <a:pt x="1323975" y="313410"/>
                </a:lnTo>
                <a:close/>
              </a:path>
              <a:path w="1438275" h="352425">
                <a:moveTo>
                  <a:pt x="1381125" y="313410"/>
                </a:moveTo>
                <a:lnTo>
                  <a:pt x="1371600" y="313410"/>
                </a:lnTo>
                <a:lnTo>
                  <a:pt x="1371600" y="322935"/>
                </a:lnTo>
                <a:lnTo>
                  <a:pt x="1381125" y="322935"/>
                </a:lnTo>
                <a:lnTo>
                  <a:pt x="1381125" y="313410"/>
                </a:lnTo>
                <a:close/>
              </a:path>
              <a:path w="1438275" h="352425">
                <a:moveTo>
                  <a:pt x="1438275" y="313410"/>
                </a:moveTo>
                <a:lnTo>
                  <a:pt x="1428750" y="313410"/>
                </a:lnTo>
                <a:lnTo>
                  <a:pt x="1428750" y="322935"/>
                </a:lnTo>
                <a:lnTo>
                  <a:pt x="1438275" y="322935"/>
                </a:lnTo>
                <a:lnTo>
                  <a:pt x="1438275" y="31341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10077450" y="62166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7660"/>
                </a:moveTo>
                <a:lnTo>
                  <a:pt x="0" y="27660"/>
                </a:lnTo>
                <a:lnTo>
                  <a:pt x="0" y="37185"/>
                </a:lnTo>
                <a:lnTo>
                  <a:pt x="9525" y="37185"/>
                </a:lnTo>
                <a:lnTo>
                  <a:pt x="9525" y="27660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7660"/>
                </a:moveTo>
                <a:lnTo>
                  <a:pt x="57150" y="27660"/>
                </a:lnTo>
                <a:lnTo>
                  <a:pt x="57150" y="37185"/>
                </a:lnTo>
                <a:lnTo>
                  <a:pt x="66675" y="37185"/>
                </a:lnTo>
                <a:lnTo>
                  <a:pt x="66675" y="2766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12020550" y="62166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7660"/>
                </a:moveTo>
                <a:lnTo>
                  <a:pt x="0" y="27660"/>
                </a:lnTo>
                <a:lnTo>
                  <a:pt x="0" y="37185"/>
                </a:lnTo>
                <a:lnTo>
                  <a:pt x="9525" y="37185"/>
                </a:lnTo>
                <a:lnTo>
                  <a:pt x="9525" y="27660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4" name="object 674"/>
          <p:cNvGrpSpPr/>
          <p:nvPr/>
        </p:nvGrpSpPr>
        <p:grpSpPr>
          <a:xfrm>
            <a:off x="11506200" y="6244318"/>
            <a:ext cx="180975" cy="141605"/>
            <a:chOff x="11506200" y="6244318"/>
            <a:chExt cx="180975" cy="141605"/>
          </a:xfrm>
        </p:grpSpPr>
        <p:sp>
          <p:nvSpPr>
            <p:cNvPr id="675" name="object 675"/>
            <p:cNvSpPr/>
            <p:nvPr/>
          </p:nvSpPr>
          <p:spPr>
            <a:xfrm>
              <a:off x="11506200" y="6244323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6" name="object 6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53903" y="6295875"/>
              <a:ext cx="89534" cy="89534"/>
            </a:xfrm>
            <a:prstGeom prst="rect">
              <a:avLst/>
            </a:prstGeom>
          </p:spPr>
        </p:pic>
      </p:grpSp>
      <p:grpSp>
        <p:nvGrpSpPr>
          <p:cNvPr id="677" name="object 677"/>
          <p:cNvGrpSpPr/>
          <p:nvPr/>
        </p:nvGrpSpPr>
        <p:grpSpPr>
          <a:xfrm>
            <a:off x="9885108" y="6244318"/>
            <a:ext cx="144780" cy="327660"/>
            <a:chOff x="9885108" y="6244318"/>
            <a:chExt cx="144780" cy="327660"/>
          </a:xfrm>
        </p:grpSpPr>
        <p:sp>
          <p:nvSpPr>
            <p:cNvPr id="678" name="object 678"/>
            <p:cNvSpPr/>
            <p:nvPr/>
          </p:nvSpPr>
          <p:spPr>
            <a:xfrm>
              <a:off x="9906000" y="6244323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9" name="object 6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07103" y="6294490"/>
              <a:ext cx="89534" cy="89534"/>
            </a:xfrm>
            <a:prstGeom prst="rect">
              <a:avLst/>
            </a:prstGeom>
          </p:spPr>
        </p:pic>
        <p:sp>
          <p:nvSpPr>
            <p:cNvPr id="680" name="object 680"/>
            <p:cNvSpPr/>
            <p:nvPr/>
          </p:nvSpPr>
          <p:spPr>
            <a:xfrm>
              <a:off x="9939965" y="64871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9B30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9939965" y="64871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9B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9938702" y="644933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9B30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9938702" y="644933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9B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9889870" y="643131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99008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9889870" y="643131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9900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6" name="object 686"/>
          <p:cNvGrpSpPr/>
          <p:nvPr/>
        </p:nvGrpSpPr>
        <p:grpSpPr>
          <a:xfrm>
            <a:off x="10648950" y="6244318"/>
            <a:ext cx="123825" cy="127635"/>
            <a:chOff x="10648950" y="6244318"/>
            <a:chExt cx="123825" cy="127635"/>
          </a:xfrm>
        </p:grpSpPr>
        <p:sp>
          <p:nvSpPr>
            <p:cNvPr id="687" name="object 687"/>
            <p:cNvSpPr/>
            <p:nvPr/>
          </p:nvSpPr>
          <p:spPr>
            <a:xfrm>
              <a:off x="10648950" y="6244323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8" name="object 6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5006" y="6282216"/>
              <a:ext cx="89534" cy="89534"/>
            </a:xfrm>
            <a:prstGeom prst="rect">
              <a:avLst/>
            </a:prstGeom>
          </p:spPr>
        </p:pic>
      </p:grpSp>
      <p:grpSp>
        <p:nvGrpSpPr>
          <p:cNvPr id="689" name="object 689"/>
          <p:cNvGrpSpPr/>
          <p:nvPr/>
        </p:nvGrpSpPr>
        <p:grpSpPr>
          <a:xfrm>
            <a:off x="10934700" y="6118247"/>
            <a:ext cx="180975" cy="165100"/>
            <a:chOff x="10934700" y="6118247"/>
            <a:chExt cx="180975" cy="165100"/>
          </a:xfrm>
        </p:grpSpPr>
        <p:sp>
          <p:nvSpPr>
            <p:cNvPr id="690" name="object 690"/>
            <p:cNvSpPr/>
            <p:nvPr/>
          </p:nvSpPr>
          <p:spPr>
            <a:xfrm>
              <a:off x="10934700" y="6216662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180975" h="66675">
                  <a:moveTo>
                    <a:pt x="9525" y="27660"/>
                  </a:moveTo>
                  <a:lnTo>
                    <a:pt x="0" y="27660"/>
                  </a:lnTo>
                  <a:lnTo>
                    <a:pt x="0" y="37185"/>
                  </a:lnTo>
                  <a:lnTo>
                    <a:pt x="9525" y="37185"/>
                  </a:lnTo>
                  <a:lnTo>
                    <a:pt x="9525" y="27660"/>
                  </a:lnTo>
                  <a:close/>
                </a:path>
                <a:path w="180975" h="66675">
                  <a:moveTo>
                    <a:pt x="66675" y="27660"/>
                  </a:moveTo>
                  <a:lnTo>
                    <a:pt x="57150" y="27660"/>
                  </a:lnTo>
                  <a:lnTo>
                    <a:pt x="57150" y="37185"/>
                  </a:lnTo>
                  <a:lnTo>
                    <a:pt x="66675" y="37185"/>
                  </a:lnTo>
                  <a:lnTo>
                    <a:pt x="66675" y="27660"/>
                  </a:lnTo>
                  <a:close/>
                </a:path>
                <a:path w="180975" h="66675">
                  <a:moveTo>
                    <a:pt x="123825" y="27660"/>
                  </a:moveTo>
                  <a:lnTo>
                    <a:pt x="114300" y="27660"/>
                  </a:lnTo>
                  <a:lnTo>
                    <a:pt x="114300" y="37185"/>
                  </a:lnTo>
                  <a:lnTo>
                    <a:pt x="123825" y="37185"/>
                  </a:lnTo>
                  <a:lnTo>
                    <a:pt x="123825" y="27660"/>
                  </a:lnTo>
                  <a:close/>
                </a:path>
                <a:path w="180975" h="66675">
                  <a:moveTo>
                    <a:pt x="166687" y="57150"/>
                  </a:moveTo>
                  <a:lnTo>
                    <a:pt x="157162" y="57150"/>
                  </a:lnTo>
                  <a:lnTo>
                    <a:pt x="157162" y="66675"/>
                  </a:lnTo>
                  <a:lnTo>
                    <a:pt x="166687" y="66675"/>
                  </a:lnTo>
                  <a:lnTo>
                    <a:pt x="166687" y="57150"/>
                  </a:lnTo>
                  <a:close/>
                </a:path>
                <a:path w="180975" h="66675">
                  <a:moveTo>
                    <a:pt x="166687" y="0"/>
                  </a:moveTo>
                  <a:lnTo>
                    <a:pt x="157162" y="0"/>
                  </a:lnTo>
                  <a:lnTo>
                    <a:pt x="157162" y="9525"/>
                  </a:lnTo>
                  <a:lnTo>
                    <a:pt x="166687" y="9525"/>
                  </a:lnTo>
                  <a:lnTo>
                    <a:pt x="166687" y="0"/>
                  </a:lnTo>
                  <a:close/>
                </a:path>
                <a:path w="180975" h="66675">
                  <a:moveTo>
                    <a:pt x="180975" y="27660"/>
                  </a:moveTo>
                  <a:lnTo>
                    <a:pt x="171450" y="27660"/>
                  </a:lnTo>
                  <a:lnTo>
                    <a:pt x="171450" y="37185"/>
                  </a:lnTo>
                  <a:lnTo>
                    <a:pt x="180975" y="37185"/>
                  </a:lnTo>
                  <a:lnTo>
                    <a:pt x="180975" y="2766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1" name="object 6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47680" y="6118247"/>
              <a:ext cx="89534" cy="89534"/>
            </a:xfrm>
            <a:prstGeom prst="rect">
              <a:avLst/>
            </a:prstGeom>
          </p:spPr>
        </p:pic>
      </p:grpSp>
      <p:sp>
        <p:nvSpPr>
          <p:cNvPr id="692" name="object 692"/>
          <p:cNvSpPr txBox="1"/>
          <p:nvPr/>
        </p:nvSpPr>
        <p:spPr>
          <a:xfrm>
            <a:off x="7919243" y="6158692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3" name="object 693"/>
          <p:cNvSpPr/>
          <p:nvPr/>
        </p:nvSpPr>
        <p:spPr>
          <a:xfrm>
            <a:off x="8248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8305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8362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8648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8705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87630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88201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8877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89344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89916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9048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9220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9277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9334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9391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9448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9505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9563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9620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9677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97345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9791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9848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99060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99631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10020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10191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102489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103060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10363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10420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10477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10534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10591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10648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10706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10763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10820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108775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10934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10991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11163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112204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112776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11334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113919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114490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11506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11563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11620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11677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11734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11791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11849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11906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11963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8191500" y="5814796"/>
            <a:ext cx="9525" cy="11430"/>
          </a:xfrm>
          <a:custGeom>
            <a:avLst/>
            <a:gdLst/>
            <a:ahLst/>
            <a:cxnLst/>
            <a:rect l="l" t="t" r="r" b="b"/>
            <a:pathLst>
              <a:path w="9525" h="11429">
                <a:moveTo>
                  <a:pt x="9525" y="0"/>
                </a:moveTo>
                <a:lnTo>
                  <a:pt x="0" y="0"/>
                </a:lnTo>
                <a:lnTo>
                  <a:pt x="0" y="1816"/>
                </a:lnTo>
                <a:lnTo>
                  <a:pt x="0" y="9525"/>
                </a:lnTo>
                <a:lnTo>
                  <a:pt x="0" y="11341"/>
                </a:lnTo>
                <a:lnTo>
                  <a:pt x="9525" y="11341"/>
                </a:lnTo>
                <a:lnTo>
                  <a:pt x="9525" y="9525"/>
                </a:lnTo>
                <a:lnTo>
                  <a:pt x="9525" y="1816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910590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1816"/>
                </a:lnTo>
                <a:lnTo>
                  <a:pt x="52387" y="1816"/>
                </a:lnTo>
                <a:lnTo>
                  <a:pt x="52387" y="11341"/>
                </a:lnTo>
                <a:lnTo>
                  <a:pt x="61912" y="11341"/>
                </a:lnTo>
                <a:lnTo>
                  <a:pt x="61912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1007745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1816"/>
                </a:lnTo>
                <a:lnTo>
                  <a:pt x="47625" y="1816"/>
                </a:lnTo>
                <a:lnTo>
                  <a:pt x="47625" y="11341"/>
                </a:lnTo>
                <a:lnTo>
                  <a:pt x="57150" y="11341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1104900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52387" y="1816"/>
                </a:moveTo>
                <a:lnTo>
                  <a:pt x="42862" y="1816"/>
                </a:lnTo>
                <a:lnTo>
                  <a:pt x="42862" y="11341"/>
                </a:lnTo>
                <a:lnTo>
                  <a:pt x="52387" y="11341"/>
                </a:lnTo>
                <a:lnTo>
                  <a:pt x="52387" y="1816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12020550" y="5814796"/>
            <a:ext cx="47625" cy="11430"/>
          </a:xfrm>
          <a:custGeom>
            <a:avLst/>
            <a:gdLst/>
            <a:ahLst/>
            <a:cxnLst/>
            <a:rect l="l" t="t" r="r" b="b"/>
            <a:pathLst>
              <a:path w="4762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11429">
                <a:moveTo>
                  <a:pt x="47625" y="1816"/>
                </a:moveTo>
                <a:lnTo>
                  <a:pt x="38100" y="1816"/>
                </a:lnTo>
                <a:lnTo>
                  <a:pt x="38100" y="11341"/>
                </a:lnTo>
                <a:lnTo>
                  <a:pt x="47625" y="11341"/>
                </a:lnTo>
                <a:lnTo>
                  <a:pt x="47625" y="1816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4" name="object 754"/>
          <p:cNvGrpSpPr/>
          <p:nvPr/>
        </p:nvGrpSpPr>
        <p:grpSpPr>
          <a:xfrm>
            <a:off x="8420100" y="5697526"/>
            <a:ext cx="180975" cy="147320"/>
            <a:chOff x="8420100" y="5697526"/>
            <a:chExt cx="180975" cy="147320"/>
          </a:xfrm>
        </p:grpSpPr>
        <p:sp>
          <p:nvSpPr>
            <p:cNvPr id="755" name="object 755"/>
            <p:cNvSpPr/>
            <p:nvPr/>
          </p:nvSpPr>
          <p:spPr>
            <a:xfrm>
              <a:off x="8420100" y="5814796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8427004" y="5702289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5454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8427004" y="5702289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545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8485196" y="57596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99008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8485196" y="57596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9900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0" name="object 760"/>
          <p:cNvSpPr txBox="1"/>
          <p:nvPr/>
        </p:nvSpPr>
        <p:spPr>
          <a:xfrm>
            <a:off x="7857628" y="572916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1" name="object 761"/>
          <p:cNvSpPr/>
          <p:nvPr/>
        </p:nvSpPr>
        <p:spPr>
          <a:xfrm>
            <a:off x="8248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8305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8362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8420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8477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8534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8591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8648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8705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89344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89916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9048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9220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9277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9505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9563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9620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9677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9734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9791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9848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99060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99631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100203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10191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102489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103060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10363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10420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104775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10534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10591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10648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10706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10763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10820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10877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10934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10991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111633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112204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112776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11334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113919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114490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11506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11563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116205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11677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11734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11791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11849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11906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11963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8191500" y="535941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910590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61912" y="57150"/>
                </a:move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57150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1007745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1104900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12020550" y="535941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0" name="object 820"/>
          <p:cNvGrpSpPr/>
          <p:nvPr/>
        </p:nvGrpSpPr>
        <p:grpSpPr>
          <a:xfrm>
            <a:off x="8761783" y="5286784"/>
            <a:ext cx="125095" cy="108585"/>
            <a:chOff x="8761783" y="5286784"/>
            <a:chExt cx="125095" cy="108585"/>
          </a:xfrm>
        </p:grpSpPr>
        <p:sp>
          <p:nvSpPr>
            <p:cNvPr id="821" name="object 821"/>
            <p:cNvSpPr/>
            <p:nvPr/>
          </p:nvSpPr>
          <p:spPr>
            <a:xfrm>
              <a:off x="8763000" y="5385256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8766545" y="529154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6A007B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8766545" y="529154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6A00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4" name="object 824"/>
          <p:cNvGrpSpPr/>
          <p:nvPr/>
        </p:nvGrpSpPr>
        <p:grpSpPr>
          <a:xfrm>
            <a:off x="9334500" y="5342440"/>
            <a:ext cx="123825" cy="89535"/>
            <a:chOff x="9334500" y="5342440"/>
            <a:chExt cx="123825" cy="89535"/>
          </a:xfrm>
        </p:grpSpPr>
        <p:sp>
          <p:nvSpPr>
            <p:cNvPr id="825" name="object 825"/>
            <p:cNvSpPr/>
            <p:nvPr/>
          </p:nvSpPr>
          <p:spPr>
            <a:xfrm>
              <a:off x="9334500" y="5385256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9350237" y="534720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472D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9350237" y="534720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47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8" name="object 828"/>
          <p:cNvSpPr txBox="1"/>
          <p:nvPr/>
        </p:nvSpPr>
        <p:spPr>
          <a:xfrm>
            <a:off x="7857628" y="529962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29" name="object 829"/>
          <p:cNvSpPr/>
          <p:nvPr/>
        </p:nvSpPr>
        <p:spPr>
          <a:xfrm>
            <a:off x="8248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8305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8362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8420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8477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8534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8591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8648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8705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87630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88201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8877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89344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89916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9048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9220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9277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9334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9391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9448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9505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9563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9620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9677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9734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9791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9848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99060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99631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10020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10191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102489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103060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10363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10420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10477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10534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10591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10648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10706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10763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10820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10877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10934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10991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11163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112204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112776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11334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113919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114490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11506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11563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11620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11677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11734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11791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11849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11906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11963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8191500" y="490221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3517"/>
                </a:moveTo>
                <a:lnTo>
                  <a:pt x="0" y="53517"/>
                </a:lnTo>
                <a:lnTo>
                  <a:pt x="0" y="57150"/>
                </a:lnTo>
                <a:lnTo>
                  <a:pt x="0" y="63042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63042"/>
                </a:lnTo>
                <a:lnTo>
                  <a:pt x="9525" y="57150"/>
                </a:lnTo>
                <a:lnTo>
                  <a:pt x="9525" y="53517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910590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57150"/>
                </a:ln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1007745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1104900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12020550" y="490221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 txBox="1"/>
          <p:nvPr/>
        </p:nvSpPr>
        <p:spPr>
          <a:xfrm>
            <a:off x="7857628" y="487009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95" name="object 895"/>
          <p:cNvSpPr/>
          <p:nvPr/>
        </p:nvSpPr>
        <p:spPr>
          <a:xfrm>
            <a:off x="8248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8305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8362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8420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8477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8534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8591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8648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8705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87630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88201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8877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89344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89916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9048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9220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9277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9334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9391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9448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9505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9563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9620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9677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9734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9791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9848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99060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99631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10020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10191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102489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103060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10363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10420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10477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10534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10591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10648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10706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10763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10820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10877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10934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10991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11163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112204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112776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11334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113919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114490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11506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11563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11620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11677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11734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11791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11849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11906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11963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8191500" y="450216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910590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61912" y="57150"/>
                </a:move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57150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1007745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1104900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12020550" y="45021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 txBox="1"/>
          <p:nvPr/>
        </p:nvSpPr>
        <p:spPr>
          <a:xfrm>
            <a:off x="7857628" y="444056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1" name="object 961"/>
          <p:cNvSpPr/>
          <p:nvPr/>
        </p:nvSpPr>
        <p:spPr>
          <a:xfrm>
            <a:off x="8248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8305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8362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8420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8477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8534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8591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8648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8705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87630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88201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8877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9220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9277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9334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9391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9448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9505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9563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9620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9677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9734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9791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9848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99060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99631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10020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101917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102489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103060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10363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10420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10477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10534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10591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10648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10706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10763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10820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10877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10934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10991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11163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112204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112776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113347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113919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114490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11506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11563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11620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11677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11734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11791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11849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11906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11963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8191500" y="404496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1701"/>
                </a:moveTo>
                <a:lnTo>
                  <a:pt x="0" y="51701"/>
                </a:lnTo>
                <a:lnTo>
                  <a:pt x="0" y="57150"/>
                </a:lnTo>
                <a:lnTo>
                  <a:pt x="0" y="61226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61226"/>
                </a:lnTo>
                <a:lnTo>
                  <a:pt x="9525" y="57150"/>
                </a:lnTo>
                <a:lnTo>
                  <a:pt x="9525" y="51701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10077450" y="40449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51701"/>
                </a:moveTo>
                <a:lnTo>
                  <a:pt x="57150" y="51701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61226"/>
                </a:lnTo>
                <a:lnTo>
                  <a:pt x="66675" y="61226"/>
                </a:lnTo>
                <a:lnTo>
                  <a:pt x="66675" y="5170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11049000" y="40449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51701"/>
                </a:moveTo>
                <a:lnTo>
                  <a:pt x="57150" y="51701"/>
                </a:lnTo>
                <a:lnTo>
                  <a:pt x="57150" y="61226"/>
                </a:lnTo>
                <a:lnTo>
                  <a:pt x="66675" y="61226"/>
                </a:lnTo>
                <a:lnTo>
                  <a:pt x="66675" y="5170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12020550" y="40449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22" name="object 1022"/>
          <p:cNvGrpSpPr/>
          <p:nvPr/>
        </p:nvGrpSpPr>
        <p:grpSpPr>
          <a:xfrm>
            <a:off x="9069616" y="3930650"/>
            <a:ext cx="103505" cy="180975"/>
            <a:chOff x="9069616" y="3930650"/>
            <a:chExt cx="103505" cy="180975"/>
          </a:xfrm>
        </p:grpSpPr>
        <p:sp>
          <p:nvSpPr>
            <p:cNvPr id="1023" name="object 1023"/>
            <p:cNvSpPr/>
            <p:nvPr/>
          </p:nvSpPr>
          <p:spPr>
            <a:xfrm>
              <a:off x="9105900" y="3930662"/>
              <a:ext cx="66675" cy="180975"/>
            </a:xfrm>
            <a:custGeom>
              <a:avLst/>
              <a:gdLst/>
              <a:ahLst/>
              <a:cxnLst/>
              <a:rect l="l" t="t" r="r" b="b"/>
              <a:pathLst>
                <a:path w="66675" h="180975">
                  <a:moveTo>
                    <a:pt x="9525" y="166001"/>
                  </a:moveTo>
                  <a:lnTo>
                    <a:pt x="0" y="166001"/>
                  </a:lnTo>
                  <a:lnTo>
                    <a:pt x="0" y="175526"/>
                  </a:lnTo>
                  <a:lnTo>
                    <a:pt x="9525" y="175526"/>
                  </a:lnTo>
                  <a:lnTo>
                    <a:pt x="9525" y="166001"/>
                  </a:lnTo>
                  <a:close/>
                </a:path>
                <a:path w="66675" h="180975">
                  <a:moveTo>
                    <a:pt x="61912" y="114300"/>
                  </a:moveTo>
                  <a:lnTo>
                    <a:pt x="52387" y="114300"/>
                  </a:lnTo>
                  <a:lnTo>
                    <a:pt x="52387" y="123825"/>
                  </a:lnTo>
                  <a:lnTo>
                    <a:pt x="61912" y="123825"/>
                  </a:lnTo>
                  <a:lnTo>
                    <a:pt x="61912" y="114300"/>
                  </a:lnTo>
                  <a:close/>
                </a:path>
                <a:path w="66675" h="180975">
                  <a:moveTo>
                    <a:pt x="61912" y="57150"/>
                  </a:moveTo>
                  <a:lnTo>
                    <a:pt x="52387" y="57150"/>
                  </a:lnTo>
                  <a:lnTo>
                    <a:pt x="52387" y="66675"/>
                  </a:lnTo>
                  <a:lnTo>
                    <a:pt x="61912" y="66675"/>
                  </a:lnTo>
                  <a:lnTo>
                    <a:pt x="61912" y="57150"/>
                  </a:lnTo>
                  <a:close/>
                </a:path>
                <a:path w="66675" h="180975">
                  <a:moveTo>
                    <a:pt x="61912" y="0"/>
                  </a:moveTo>
                  <a:lnTo>
                    <a:pt x="52387" y="0"/>
                  </a:lnTo>
                  <a:lnTo>
                    <a:pt x="52387" y="9525"/>
                  </a:lnTo>
                  <a:lnTo>
                    <a:pt x="61912" y="9525"/>
                  </a:lnTo>
                  <a:lnTo>
                    <a:pt x="61912" y="0"/>
                  </a:lnTo>
                  <a:close/>
                </a:path>
                <a:path w="66675" h="180975">
                  <a:moveTo>
                    <a:pt x="66675" y="166001"/>
                  </a:moveTo>
                  <a:lnTo>
                    <a:pt x="57150" y="166001"/>
                  </a:lnTo>
                  <a:lnTo>
                    <a:pt x="57150" y="171450"/>
                  </a:lnTo>
                  <a:lnTo>
                    <a:pt x="52387" y="171450"/>
                  </a:lnTo>
                  <a:lnTo>
                    <a:pt x="52387" y="180975"/>
                  </a:lnTo>
                  <a:lnTo>
                    <a:pt x="61912" y="180975"/>
                  </a:lnTo>
                  <a:lnTo>
                    <a:pt x="61912" y="175526"/>
                  </a:lnTo>
                  <a:lnTo>
                    <a:pt x="66675" y="175526"/>
                  </a:lnTo>
                  <a:lnTo>
                    <a:pt x="66675" y="16600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9074379" y="39369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9074379" y="39369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6" name="object 1026"/>
          <p:cNvGrpSpPr/>
          <p:nvPr/>
        </p:nvGrpSpPr>
        <p:grpSpPr>
          <a:xfrm>
            <a:off x="8934450" y="4096657"/>
            <a:ext cx="123825" cy="141605"/>
            <a:chOff x="8934450" y="4096657"/>
            <a:chExt cx="123825" cy="141605"/>
          </a:xfrm>
        </p:grpSpPr>
        <p:sp>
          <p:nvSpPr>
            <p:cNvPr id="1027" name="object 1027"/>
            <p:cNvSpPr/>
            <p:nvPr/>
          </p:nvSpPr>
          <p:spPr>
            <a:xfrm>
              <a:off x="8934450" y="4096664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8" name="object 10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35592" y="4148099"/>
              <a:ext cx="89534" cy="89534"/>
            </a:xfrm>
            <a:prstGeom prst="rect">
              <a:avLst/>
            </a:prstGeom>
          </p:spPr>
        </p:pic>
      </p:grpSp>
      <p:sp>
        <p:nvSpPr>
          <p:cNvPr id="1029" name="object 1029"/>
          <p:cNvSpPr txBox="1"/>
          <p:nvPr/>
        </p:nvSpPr>
        <p:spPr>
          <a:xfrm>
            <a:off x="7857628" y="401103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30" name="object 1030"/>
          <p:cNvSpPr/>
          <p:nvPr/>
        </p:nvSpPr>
        <p:spPr>
          <a:xfrm>
            <a:off x="8248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8305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8362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8420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8477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8534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8591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8648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8705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8763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8820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8877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8934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8991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9048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9220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9277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9334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" name="object 1048"/>
          <p:cNvSpPr/>
          <p:nvPr/>
        </p:nvSpPr>
        <p:spPr>
          <a:xfrm>
            <a:off x="9391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9" name="object 1049"/>
          <p:cNvSpPr/>
          <p:nvPr/>
        </p:nvSpPr>
        <p:spPr>
          <a:xfrm>
            <a:off x="9448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0" name="object 1050"/>
          <p:cNvSpPr/>
          <p:nvPr/>
        </p:nvSpPr>
        <p:spPr>
          <a:xfrm>
            <a:off x="9505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1" name="object 1051"/>
          <p:cNvSpPr/>
          <p:nvPr/>
        </p:nvSpPr>
        <p:spPr>
          <a:xfrm>
            <a:off x="9563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2" name="object 1052"/>
          <p:cNvSpPr/>
          <p:nvPr/>
        </p:nvSpPr>
        <p:spPr>
          <a:xfrm>
            <a:off x="9620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3" name="object 1053"/>
          <p:cNvSpPr/>
          <p:nvPr/>
        </p:nvSpPr>
        <p:spPr>
          <a:xfrm>
            <a:off x="9677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4" name="object 1054"/>
          <p:cNvSpPr/>
          <p:nvPr/>
        </p:nvSpPr>
        <p:spPr>
          <a:xfrm>
            <a:off x="9734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5" name="object 1055"/>
          <p:cNvSpPr/>
          <p:nvPr/>
        </p:nvSpPr>
        <p:spPr>
          <a:xfrm>
            <a:off x="9791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9848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9906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9963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10020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10191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10248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10306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10363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10420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10477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10534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10591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10648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10706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10763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10820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10877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10934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10991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11163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11220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11277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11334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11391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11449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11506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11563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11620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11677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11734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11791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11849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11906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11963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8191500" y="3667137"/>
            <a:ext cx="9525" cy="44450"/>
          </a:xfrm>
          <a:custGeom>
            <a:avLst/>
            <a:gdLst/>
            <a:ahLst/>
            <a:cxnLst/>
            <a:rect l="l" t="t" r="r" b="b"/>
            <a:pathLst>
              <a:path w="9525" h="44450">
                <a:moveTo>
                  <a:pt x="9525" y="34925"/>
                </a:moveTo>
                <a:lnTo>
                  <a:pt x="0" y="34925"/>
                </a:lnTo>
                <a:lnTo>
                  <a:pt x="0" y="44450"/>
                </a:lnTo>
                <a:lnTo>
                  <a:pt x="9525" y="44450"/>
                </a:lnTo>
                <a:lnTo>
                  <a:pt x="9525" y="34925"/>
                </a:lnTo>
                <a:close/>
              </a:path>
              <a:path w="952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910590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61912" y="34925"/>
                </a:moveTo>
                <a:lnTo>
                  <a:pt x="52387" y="34925"/>
                </a:lnTo>
                <a:lnTo>
                  <a:pt x="52387" y="44450"/>
                </a:lnTo>
                <a:lnTo>
                  <a:pt x="61912" y="44450"/>
                </a:lnTo>
                <a:lnTo>
                  <a:pt x="61912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1007745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57150" y="34925"/>
                </a:moveTo>
                <a:lnTo>
                  <a:pt x="47625" y="34925"/>
                </a:lnTo>
                <a:lnTo>
                  <a:pt x="47625" y="44450"/>
                </a:lnTo>
                <a:lnTo>
                  <a:pt x="57150" y="44450"/>
                </a:lnTo>
                <a:lnTo>
                  <a:pt x="57150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1104900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52387" y="34925"/>
                </a:moveTo>
                <a:lnTo>
                  <a:pt x="42862" y="34925"/>
                </a:lnTo>
                <a:lnTo>
                  <a:pt x="42862" y="44450"/>
                </a:lnTo>
                <a:lnTo>
                  <a:pt x="52387" y="44450"/>
                </a:lnTo>
                <a:lnTo>
                  <a:pt x="52387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4" name="object 1094"/>
          <p:cNvSpPr/>
          <p:nvPr/>
        </p:nvSpPr>
        <p:spPr>
          <a:xfrm>
            <a:off x="12020550" y="3667137"/>
            <a:ext cx="47625" cy="44450"/>
          </a:xfrm>
          <a:custGeom>
            <a:avLst/>
            <a:gdLst/>
            <a:ahLst/>
            <a:cxnLst/>
            <a:rect l="l" t="t" r="r" b="b"/>
            <a:pathLst>
              <a:path w="4762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44450">
                <a:moveTo>
                  <a:pt x="47625" y="34925"/>
                </a:moveTo>
                <a:lnTo>
                  <a:pt x="38100" y="34925"/>
                </a:lnTo>
                <a:lnTo>
                  <a:pt x="38100" y="44450"/>
                </a:lnTo>
                <a:lnTo>
                  <a:pt x="47625" y="44450"/>
                </a:lnTo>
                <a:lnTo>
                  <a:pt x="47625" y="349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5" name="object 1095"/>
          <p:cNvSpPr txBox="1"/>
          <p:nvPr/>
        </p:nvSpPr>
        <p:spPr>
          <a:xfrm>
            <a:off x="7659996" y="4791993"/>
            <a:ext cx="177800" cy="756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96" name="object 1096"/>
          <p:cNvSpPr/>
          <p:nvPr/>
        </p:nvSpPr>
        <p:spPr>
          <a:xfrm>
            <a:off x="8191500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7" name="object 1097"/>
          <p:cNvSpPr/>
          <p:nvPr/>
        </p:nvSpPr>
        <p:spPr>
          <a:xfrm>
            <a:off x="8191500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8" name="object 1098"/>
          <p:cNvSpPr/>
          <p:nvPr/>
        </p:nvSpPr>
        <p:spPr>
          <a:xfrm>
            <a:off x="8191500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9" name="object 1099"/>
          <p:cNvSpPr/>
          <p:nvPr/>
        </p:nvSpPr>
        <p:spPr>
          <a:xfrm>
            <a:off x="8191500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0" name="object 1100"/>
          <p:cNvSpPr/>
          <p:nvPr/>
        </p:nvSpPr>
        <p:spPr>
          <a:xfrm>
            <a:off x="8191500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1" name="object 1101"/>
          <p:cNvSpPr/>
          <p:nvPr/>
        </p:nvSpPr>
        <p:spPr>
          <a:xfrm>
            <a:off x="8191500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8191500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8191500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8191500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8191500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8191500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8191500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8191500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8191500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8191500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8191500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8191500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8191500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8191500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8191500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8191500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8191500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8191500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8191500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8191500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8191500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8191500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8191500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8191500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 txBox="1"/>
          <p:nvPr/>
        </p:nvSpPr>
        <p:spPr>
          <a:xfrm>
            <a:off x="8101409" y="6699250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26" name="object 1126"/>
          <p:cNvSpPr/>
          <p:nvPr/>
        </p:nvSpPr>
        <p:spPr>
          <a:xfrm>
            <a:off x="9158288" y="5930912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9525" y="400050"/>
                </a:moveTo>
                <a:lnTo>
                  <a:pt x="0" y="400050"/>
                </a:lnTo>
                <a:lnTo>
                  <a:pt x="0" y="409575"/>
                </a:lnTo>
                <a:lnTo>
                  <a:pt x="9525" y="409575"/>
                </a:lnTo>
                <a:lnTo>
                  <a:pt x="9525" y="400050"/>
                </a:lnTo>
                <a:close/>
              </a:path>
              <a:path w="9525" h="409575">
                <a:moveTo>
                  <a:pt x="9525" y="342900"/>
                </a:moveTo>
                <a:lnTo>
                  <a:pt x="0" y="342900"/>
                </a:lnTo>
                <a:lnTo>
                  <a:pt x="0" y="352425"/>
                </a:lnTo>
                <a:lnTo>
                  <a:pt x="9525" y="352425"/>
                </a:lnTo>
                <a:lnTo>
                  <a:pt x="9525" y="342900"/>
                </a:lnTo>
                <a:close/>
              </a:path>
              <a:path w="9525" h="409575">
                <a:moveTo>
                  <a:pt x="9525" y="285750"/>
                </a:moveTo>
                <a:lnTo>
                  <a:pt x="0" y="285750"/>
                </a:lnTo>
                <a:lnTo>
                  <a:pt x="0" y="295275"/>
                </a:lnTo>
                <a:lnTo>
                  <a:pt x="9525" y="295275"/>
                </a:lnTo>
                <a:lnTo>
                  <a:pt x="9525" y="285750"/>
                </a:lnTo>
                <a:close/>
              </a:path>
              <a:path w="9525" h="409575">
                <a:moveTo>
                  <a:pt x="9525" y="228600"/>
                </a:moveTo>
                <a:lnTo>
                  <a:pt x="0" y="228600"/>
                </a:lnTo>
                <a:lnTo>
                  <a:pt x="0" y="238125"/>
                </a:lnTo>
                <a:lnTo>
                  <a:pt x="9525" y="238125"/>
                </a:lnTo>
                <a:lnTo>
                  <a:pt x="9525" y="228600"/>
                </a:lnTo>
                <a:close/>
              </a:path>
              <a:path w="9525" h="409575">
                <a:moveTo>
                  <a:pt x="9525" y="171450"/>
                </a:moveTo>
                <a:lnTo>
                  <a:pt x="0" y="171450"/>
                </a:lnTo>
                <a:lnTo>
                  <a:pt x="0" y="180975"/>
                </a:lnTo>
                <a:lnTo>
                  <a:pt x="9525" y="180975"/>
                </a:lnTo>
                <a:lnTo>
                  <a:pt x="9525" y="171450"/>
                </a:lnTo>
                <a:close/>
              </a:path>
              <a:path w="9525" h="409575">
                <a:moveTo>
                  <a:pt x="9525" y="114300"/>
                </a:moveTo>
                <a:lnTo>
                  <a:pt x="0" y="114300"/>
                </a:lnTo>
                <a:lnTo>
                  <a:pt x="0" y="123825"/>
                </a:lnTo>
                <a:lnTo>
                  <a:pt x="9525" y="123825"/>
                </a:lnTo>
                <a:lnTo>
                  <a:pt x="9525" y="114300"/>
                </a:lnTo>
                <a:close/>
              </a:path>
              <a:path w="9525" h="4095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409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9158287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9158287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9158287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9158287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9158287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9158287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9158287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/>
          <p:nvPr/>
        </p:nvSpPr>
        <p:spPr>
          <a:xfrm>
            <a:off x="9158287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5" name="object 1135"/>
          <p:cNvSpPr/>
          <p:nvPr/>
        </p:nvSpPr>
        <p:spPr>
          <a:xfrm>
            <a:off x="9158287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6" name="object 1136"/>
          <p:cNvSpPr/>
          <p:nvPr/>
        </p:nvSpPr>
        <p:spPr>
          <a:xfrm>
            <a:off x="9158287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7" name="object 1137"/>
          <p:cNvSpPr/>
          <p:nvPr/>
        </p:nvSpPr>
        <p:spPr>
          <a:xfrm>
            <a:off x="9158287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8" name="object 1138"/>
          <p:cNvSpPr/>
          <p:nvPr/>
        </p:nvSpPr>
        <p:spPr>
          <a:xfrm>
            <a:off x="9158287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9" name="object 1139"/>
          <p:cNvSpPr/>
          <p:nvPr/>
        </p:nvSpPr>
        <p:spPr>
          <a:xfrm>
            <a:off x="9158287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0" name="object 1140"/>
          <p:cNvSpPr/>
          <p:nvPr/>
        </p:nvSpPr>
        <p:spPr>
          <a:xfrm>
            <a:off x="9158287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1" name="object 1141"/>
          <p:cNvSpPr/>
          <p:nvPr/>
        </p:nvSpPr>
        <p:spPr>
          <a:xfrm>
            <a:off x="9158287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2" name="object 1142"/>
          <p:cNvSpPr/>
          <p:nvPr/>
        </p:nvSpPr>
        <p:spPr>
          <a:xfrm>
            <a:off x="9158287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3" name="object 1143"/>
          <p:cNvSpPr/>
          <p:nvPr/>
        </p:nvSpPr>
        <p:spPr>
          <a:xfrm>
            <a:off x="9158287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4" name="object 1144"/>
          <p:cNvSpPr/>
          <p:nvPr/>
        </p:nvSpPr>
        <p:spPr>
          <a:xfrm>
            <a:off x="9158287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5" name="object 1145"/>
          <p:cNvSpPr/>
          <p:nvPr/>
        </p:nvSpPr>
        <p:spPr>
          <a:xfrm>
            <a:off x="9158287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6" name="object 1146"/>
          <p:cNvSpPr/>
          <p:nvPr/>
        </p:nvSpPr>
        <p:spPr>
          <a:xfrm>
            <a:off x="9158287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7" name="object 1147"/>
          <p:cNvSpPr/>
          <p:nvPr/>
        </p:nvSpPr>
        <p:spPr>
          <a:xfrm>
            <a:off x="9158287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8" name="object 1148"/>
          <p:cNvSpPr/>
          <p:nvPr/>
        </p:nvSpPr>
        <p:spPr>
          <a:xfrm>
            <a:off x="9158287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9" name="object 1149"/>
          <p:cNvSpPr/>
          <p:nvPr/>
        </p:nvSpPr>
        <p:spPr>
          <a:xfrm>
            <a:off x="9158287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0" name="object 1150"/>
          <p:cNvSpPr/>
          <p:nvPr/>
        </p:nvSpPr>
        <p:spPr>
          <a:xfrm>
            <a:off x="9158287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1" name="object 1151"/>
          <p:cNvSpPr/>
          <p:nvPr/>
        </p:nvSpPr>
        <p:spPr>
          <a:xfrm>
            <a:off x="9158287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2" name="object 1152"/>
          <p:cNvSpPr/>
          <p:nvPr/>
        </p:nvSpPr>
        <p:spPr>
          <a:xfrm>
            <a:off x="9158287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3" name="object 1153"/>
          <p:cNvSpPr/>
          <p:nvPr/>
        </p:nvSpPr>
        <p:spPr>
          <a:xfrm>
            <a:off x="9158287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4" name="object 1154"/>
          <p:cNvSpPr txBox="1"/>
          <p:nvPr/>
        </p:nvSpPr>
        <p:spPr>
          <a:xfrm>
            <a:off x="9037389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55" name="object 1155"/>
          <p:cNvSpPr/>
          <p:nvPr/>
        </p:nvSpPr>
        <p:spPr>
          <a:xfrm>
            <a:off x="10125075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6" name="object 1156"/>
          <p:cNvSpPr/>
          <p:nvPr/>
        </p:nvSpPr>
        <p:spPr>
          <a:xfrm>
            <a:off x="10125075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7" name="object 1157"/>
          <p:cNvSpPr/>
          <p:nvPr/>
        </p:nvSpPr>
        <p:spPr>
          <a:xfrm>
            <a:off x="10125075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8" name="object 1158"/>
          <p:cNvSpPr/>
          <p:nvPr/>
        </p:nvSpPr>
        <p:spPr>
          <a:xfrm>
            <a:off x="10125075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9" name="object 1159"/>
          <p:cNvSpPr/>
          <p:nvPr/>
        </p:nvSpPr>
        <p:spPr>
          <a:xfrm>
            <a:off x="10125075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0" name="object 1160"/>
          <p:cNvSpPr/>
          <p:nvPr/>
        </p:nvSpPr>
        <p:spPr>
          <a:xfrm>
            <a:off x="10125075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1" name="object 1161"/>
          <p:cNvSpPr/>
          <p:nvPr/>
        </p:nvSpPr>
        <p:spPr>
          <a:xfrm>
            <a:off x="10125075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2" name="object 1162"/>
          <p:cNvSpPr/>
          <p:nvPr/>
        </p:nvSpPr>
        <p:spPr>
          <a:xfrm>
            <a:off x="10125075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3" name="object 1163"/>
          <p:cNvSpPr/>
          <p:nvPr/>
        </p:nvSpPr>
        <p:spPr>
          <a:xfrm>
            <a:off x="10125075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4" name="object 1164"/>
          <p:cNvSpPr/>
          <p:nvPr/>
        </p:nvSpPr>
        <p:spPr>
          <a:xfrm>
            <a:off x="10125075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5" name="object 1165"/>
          <p:cNvSpPr/>
          <p:nvPr/>
        </p:nvSpPr>
        <p:spPr>
          <a:xfrm>
            <a:off x="10125075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6" name="object 1166"/>
          <p:cNvSpPr/>
          <p:nvPr/>
        </p:nvSpPr>
        <p:spPr>
          <a:xfrm>
            <a:off x="10125075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7" name="object 1167"/>
          <p:cNvSpPr/>
          <p:nvPr/>
        </p:nvSpPr>
        <p:spPr>
          <a:xfrm>
            <a:off x="10125075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8" name="object 1168"/>
          <p:cNvSpPr/>
          <p:nvPr/>
        </p:nvSpPr>
        <p:spPr>
          <a:xfrm>
            <a:off x="10125075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9" name="object 1169"/>
          <p:cNvSpPr/>
          <p:nvPr/>
        </p:nvSpPr>
        <p:spPr>
          <a:xfrm>
            <a:off x="10125075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0" name="object 1170"/>
          <p:cNvSpPr/>
          <p:nvPr/>
        </p:nvSpPr>
        <p:spPr>
          <a:xfrm>
            <a:off x="10125075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1" name="object 1171"/>
          <p:cNvSpPr/>
          <p:nvPr/>
        </p:nvSpPr>
        <p:spPr>
          <a:xfrm>
            <a:off x="10125075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2" name="object 1172"/>
          <p:cNvSpPr/>
          <p:nvPr/>
        </p:nvSpPr>
        <p:spPr>
          <a:xfrm>
            <a:off x="10125075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3" name="object 1173"/>
          <p:cNvSpPr/>
          <p:nvPr/>
        </p:nvSpPr>
        <p:spPr>
          <a:xfrm>
            <a:off x="10125075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4" name="object 1174"/>
          <p:cNvSpPr/>
          <p:nvPr/>
        </p:nvSpPr>
        <p:spPr>
          <a:xfrm>
            <a:off x="10125075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5" name="object 1175"/>
          <p:cNvSpPr/>
          <p:nvPr/>
        </p:nvSpPr>
        <p:spPr>
          <a:xfrm>
            <a:off x="10125075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6" name="object 1176"/>
          <p:cNvSpPr/>
          <p:nvPr/>
        </p:nvSpPr>
        <p:spPr>
          <a:xfrm>
            <a:off x="10125075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7" name="object 1177"/>
          <p:cNvSpPr/>
          <p:nvPr/>
        </p:nvSpPr>
        <p:spPr>
          <a:xfrm>
            <a:off x="10125075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8" name="object 1178"/>
          <p:cNvSpPr/>
          <p:nvPr/>
        </p:nvSpPr>
        <p:spPr>
          <a:xfrm>
            <a:off x="10125075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9" name="object 1179"/>
          <p:cNvSpPr/>
          <p:nvPr/>
        </p:nvSpPr>
        <p:spPr>
          <a:xfrm>
            <a:off x="10125075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0" name="object 1180"/>
          <p:cNvSpPr/>
          <p:nvPr/>
        </p:nvSpPr>
        <p:spPr>
          <a:xfrm>
            <a:off x="10125075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1" name="object 1181"/>
          <p:cNvSpPr/>
          <p:nvPr/>
        </p:nvSpPr>
        <p:spPr>
          <a:xfrm>
            <a:off x="10125075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2" name="object 1182"/>
          <p:cNvSpPr/>
          <p:nvPr/>
        </p:nvSpPr>
        <p:spPr>
          <a:xfrm>
            <a:off x="10125075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3" name="object 1183"/>
          <p:cNvSpPr/>
          <p:nvPr/>
        </p:nvSpPr>
        <p:spPr>
          <a:xfrm>
            <a:off x="10125075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4" name="object 1184"/>
          <p:cNvSpPr/>
          <p:nvPr/>
        </p:nvSpPr>
        <p:spPr>
          <a:xfrm>
            <a:off x="10125075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5" name="object 1185"/>
          <p:cNvSpPr/>
          <p:nvPr/>
        </p:nvSpPr>
        <p:spPr>
          <a:xfrm>
            <a:off x="10125075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6" name="object 1186"/>
          <p:cNvSpPr/>
          <p:nvPr/>
        </p:nvSpPr>
        <p:spPr>
          <a:xfrm>
            <a:off x="10125075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7" name="object 1187"/>
          <p:cNvSpPr/>
          <p:nvPr/>
        </p:nvSpPr>
        <p:spPr>
          <a:xfrm>
            <a:off x="10125075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8" name="object 1188"/>
          <p:cNvSpPr/>
          <p:nvPr/>
        </p:nvSpPr>
        <p:spPr>
          <a:xfrm>
            <a:off x="10125075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9" name="object 1189"/>
          <p:cNvSpPr/>
          <p:nvPr/>
        </p:nvSpPr>
        <p:spPr>
          <a:xfrm>
            <a:off x="10125075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0" name="object 1190"/>
          <p:cNvSpPr/>
          <p:nvPr/>
        </p:nvSpPr>
        <p:spPr>
          <a:xfrm>
            <a:off x="10125075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1" name="object 1191"/>
          <p:cNvSpPr/>
          <p:nvPr/>
        </p:nvSpPr>
        <p:spPr>
          <a:xfrm>
            <a:off x="10125075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2" name="object 1192"/>
          <p:cNvSpPr/>
          <p:nvPr/>
        </p:nvSpPr>
        <p:spPr>
          <a:xfrm>
            <a:off x="10125075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3" name="object 1193"/>
          <p:cNvSpPr/>
          <p:nvPr/>
        </p:nvSpPr>
        <p:spPr>
          <a:xfrm>
            <a:off x="10125075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4" name="object 1194"/>
          <p:cNvSpPr/>
          <p:nvPr/>
        </p:nvSpPr>
        <p:spPr>
          <a:xfrm>
            <a:off x="10125075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5" name="object 1195"/>
          <p:cNvSpPr txBox="1"/>
          <p:nvPr/>
        </p:nvSpPr>
        <p:spPr>
          <a:xfrm>
            <a:off x="9589690" y="6699250"/>
            <a:ext cx="107124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40M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96" name="object 1196"/>
          <p:cNvSpPr/>
          <p:nvPr/>
        </p:nvSpPr>
        <p:spPr>
          <a:xfrm>
            <a:off x="11091863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7" name="object 1197"/>
          <p:cNvSpPr/>
          <p:nvPr/>
        </p:nvSpPr>
        <p:spPr>
          <a:xfrm>
            <a:off x="11091863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8" name="object 1198"/>
          <p:cNvSpPr/>
          <p:nvPr/>
        </p:nvSpPr>
        <p:spPr>
          <a:xfrm>
            <a:off x="11091863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9" name="object 1199"/>
          <p:cNvSpPr/>
          <p:nvPr/>
        </p:nvSpPr>
        <p:spPr>
          <a:xfrm>
            <a:off x="11091863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0" name="object 1200"/>
          <p:cNvSpPr/>
          <p:nvPr/>
        </p:nvSpPr>
        <p:spPr>
          <a:xfrm>
            <a:off x="11091863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1" name="object 1201"/>
          <p:cNvSpPr/>
          <p:nvPr/>
        </p:nvSpPr>
        <p:spPr>
          <a:xfrm>
            <a:off x="11091863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2" name="object 1202"/>
          <p:cNvSpPr/>
          <p:nvPr/>
        </p:nvSpPr>
        <p:spPr>
          <a:xfrm>
            <a:off x="11091863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3" name="object 1203"/>
          <p:cNvSpPr/>
          <p:nvPr/>
        </p:nvSpPr>
        <p:spPr>
          <a:xfrm>
            <a:off x="11091863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4" name="object 1204"/>
          <p:cNvSpPr/>
          <p:nvPr/>
        </p:nvSpPr>
        <p:spPr>
          <a:xfrm>
            <a:off x="11091863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5" name="object 1205"/>
          <p:cNvSpPr/>
          <p:nvPr/>
        </p:nvSpPr>
        <p:spPr>
          <a:xfrm>
            <a:off x="11091863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6" name="object 1206"/>
          <p:cNvSpPr/>
          <p:nvPr/>
        </p:nvSpPr>
        <p:spPr>
          <a:xfrm>
            <a:off x="11091863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7" name="object 1207"/>
          <p:cNvSpPr/>
          <p:nvPr/>
        </p:nvSpPr>
        <p:spPr>
          <a:xfrm>
            <a:off x="11091863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8" name="object 1208"/>
          <p:cNvSpPr/>
          <p:nvPr/>
        </p:nvSpPr>
        <p:spPr>
          <a:xfrm>
            <a:off x="11091863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9" name="object 1209"/>
          <p:cNvSpPr/>
          <p:nvPr/>
        </p:nvSpPr>
        <p:spPr>
          <a:xfrm>
            <a:off x="11091863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0" name="object 1210"/>
          <p:cNvSpPr/>
          <p:nvPr/>
        </p:nvSpPr>
        <p:spPr>
          <a:xfrm>
            <a:off x="11091863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1" name="object 1211"/>
          <p:cNvSpPr/>
          <p:nvPr/>
        </p:nvSpPr>
        <p:spPr>
          <a:xfrm>
            <a:off x="11091863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2" name="object 1212"/>
          <p:cNvSpPr/>
          <p:nvPr/>
        </p:nvSpPr>
        <p:spPr>
          <a:xfrm>
            <a:off x="11091863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3" name="object 1213"/>
          <p:cNvSpPr/>
          <p:nvPr/>
        </p:nvSpPr>
        <p:spPr>
          <a:xfrm>
            <a:off x="11091863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4" name="object 1214"/>
          <p:cNvSpPr/>
          <p:nvPr/>
        </p:nvSpPr>
        <p:spPr>
          <a:xfrm>
            <a:off x="11091863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5" name="object 1215"/>
          <p:cNvSpPr/>
          <p:nvPr/>
        </p:nvSpPr>
        <p:spPr>
          <a:xfrm>
            <a:off x="11091863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6" name="object 1216"/>
          <p:cNvSpPr/>
          <p:nvPr/>
        </p:nvSpPr>
        <p:spPr>
          <a:xfrm>
            <a:off x="11091863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7" name="object 1217"/>
          <p:cNvSpPr/>
          <p:nvPr/>
        </p:nvSpPr>
        <p:spPr>
          <a:xfrm>
            <a:off x="11091863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8" name="object 1218"/>
          <p:cNvSpPr/>
          <p:nvPr/>
        </p:nvSpPr>
        <p:spPr>
          <a:xfrm>
            <a:off x="11091863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9" name="object 1219"/>
          <p:cNvSpPr/>
          <p:nvPr/>
        </p:nvSpPr>
        <p:spPr>
          <a:xfrm>
            <a:off x="11091863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0" name="object 1220"/>
          <p:cNvSpPr/>
          <p:nvPr/>
        </p:nvSpPr>
        <p:spPr>
          <a:xfrm>
            <a:off x="11091863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1" name="object 1221"/>
          <p:cNvSpPr/>
          <p:nvPr/>
        </p:nvSpPr>
        <p:spPr>
          <a:xfrm>
            <a:off x="11091863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2" name="object 1222"/>
          <p:cNvSpPr/>
          <p:nvPr/>
        </p:nvSpPr>
        <p:spPr>
          <a:xfrm>
            <a:off x="11091863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3" name="object 1223"/>
          <p:cNvSpPr/>
          <p:nvPr/>
        </p:nvSpPr>
        <p:spPr>
          <a:xfrm>
            <a:off x="11091863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4" name="object 1224"/>
          <p:cNvSpPr/>
          <p:nvPr/>
        </p:nvSpPr>
        <p:spPr>
          <a:xfrm>
            <a:off x="11091863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5" name="object 1225"/>
          <p:cNvSpPr/>
          <p:nvPr/>
        </p:nvSpPr>
        <p:spPr>
          <a:xfrm>
            <a:off x="11091863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6" name="object 1226"/>
          <p:cNvSpPr/>
          <p:nvPr/>
        </p:nvSpPr>
        <p:spPr>
          <a:xfrm>
            <a:off x="11091863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7" name="object 1227"/>
          <p:cNvSpPr/>
          <p:nvPr/>
        </p:nvSpPr>
        <p:spPr>
          <a:xfrm>
            <a:off x="11091863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8" name="object 1228"/>
          <p:cNvSpPr/>
          <p:nvPr/>
        </p:nvSpPr>
        <p:spPr>
          <a:xfrm>
            <a:off x="11091863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9" name="object 1229"/>
          <p:cNvSpPr/>
          <p:nvPr/>
        </p:nvSpPr>
        <p:spPr>
          <a:xfrm>
            <a:off x="11091863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0" name="object 1230"/>
          <p:cNvSpPr/>
          <p:nvPr/>
        </p:nvSpPr>
        <p:spPr>
          <a:xfrm>
            <a:off x="11091863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1" name="object 1231"/>
          <p:cNvSpPr/>
          <p:nvPr/>
        </p:nvSpPr>
        <p:spPr>
          <a:xfrm>
            <a:off x="11091863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2" name="object 1232"/>
          <p:cNvSpPr/>
          <p:nvPr/>
        </p:nvSpPr>
        <p:spPr>
          <a:xfrm>
            <a:off x="11091863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3" name="object 1233"/>
          <p:cNvSpPr/>
          <p:nvPr/>
        </p:nvSpPr>
        <p:spPr>
          <a:xfrm>
            <a:off x="11091863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4" name="object 1234"/>
          <p:cNvSpPr/>
          <p:nvPr/>
        </p:nvSpPr>
        <p:spPr>
          <a:xfrm>
            <a:off x="11091863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5" name="object 1235"/>
          <p:cNvSpPr/>
          <p:nvPr/>
        </p:nvSpPr>
        <p:spPr>
          <a:xfrm>
            <a:off x="11091863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6" name="object 1236"/>
          <p:cNvSpPr txBox="1"/>
          <p:nvPr/>
        </p:nvSpPr>
        <p:spPr>
          <a:xfrm>
            <a:off x="10970965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60M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37" name="object 1237"/>
          <p:cNvSpPr/>
          <p:nvPr/>
        </p:nvSpPr>
        <p:spPr>
          <a:xfrm>
            <a:off x="12058650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8" name="object 1238"/>
          <p:cNvSpPr/>
          <p:nvPr/>
        </p:nvSpPr>
        <p:spPr>
          <a:xfrm>
            <a:off x="12058650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9" name="object 1239"/>
          <p:cNvSpPr/>
          <p:nvPr/>
        </p:nvSpPr>
        <p:spPr>
          <a:xfrm>
            <a:off x="12058650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0" name="object 1240"/>
          <p:cNvSpPr/>
          <p:nvPr/>
        </p:nvSpPr>
        <p:spPr>
          <a:xfrm>
            <a:off x="12058650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1" name="object 1241"/>
          <p:cNvSpPr/>
          <p:nvPr/>
        </p:nvSpPr>
        <p:spPr>
          <a:xfrm>
            <a:off x="12058650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2" name="object 1242"/>
          <p:cNvSpPr/>
          <p:nvPr/>
        </p:nvSpPr>
        <p:spPr>
          <a:xfrm>
            <a:off x="12058650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3" name="object 1243"/>
          <p:cNvSpPr/>
          <p:nvPr/>
        </p:nvSpPr>
        <p:spPr>
          <a:xfrm>
            <a:off x="12058650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4" name="object 1244"/>
          <p:cNvSpPr/>
          <p:nvPr/>
        </p:nvSpPr>
        <p:spPr>
          <a:xfrm>
            <a:off x="12058650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5" name="object 1245"/>
          <p:cNvSpPr/>
          <p:nvPr/>
        </p:nvSpPr>
        <p:spPr>
          <a:xfrm>
            <a:off x="12058650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6" name="object 1246"/>
          <p:cNvSpPr/>
          <p:nvPr/>
        </p:nvSpPr>
        <p:spPr>
          <a:xfrm>
            <a:off x="12058650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7" name="object 1247"/>
          <p:cNvSpPr/>
          <p:nvPr/>
        </p:nvSpPr>
        <p:spPr>
          <a:xfrm>
            <a:off x="12058650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8" name="object 1248"/>
          <p:cNvSpPr/>
          <p:nvPr/>
        </p:nvSpPr>
        <p:spPr>
          <a:xfrm>
            <a:off x="12058650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9" name="object 1249"/>
          <p:cNvSpPr/>
          <p:nvPr/>
        </p:nvSpPr>
        <p:spPr>
          <a:xfrm>
            <a:off x="12058650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0" name="object 1250"/>
          <p:cNvSpPr/>
          <p:nvPr/>
        </p:nvSpPr>
        <p:spPr>
          <a:xfrm>
            <a:off x="12058650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1" name="object 1251"/>
          <p:cNvSpPr/>
          <p:nvPr/>
        </p:nvSpPr>
        <p:spPr>
          <a:xfrm>
            <a:off x="12058650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2" name="object 1252"/>
          <p:cNvSpPr/>
          <p:nvPr/>
        </p:nvSpPr>
        <p:spPr>
          <a:xfrm>
            <a:off x="12058650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3" name="object 1253"/>
          <p:cNvSpPr/>
          <p:nvPr/>
        </p:nvSpPr>
        <p:spPr>
          <a:xfrm>
            <a:off x="12058650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4" name="object 1254"/>
          <p:cNvSpPr/>
          <p:nvPr/>
        </p:nvSpPr>
        <p:spPr>
          <a:xfrm>
            <a:off x="12058650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5" name="object 1255"/>
          <p:cNvSpPr/>
          <p:nvPr/>
        </p:nvSpPr>
        <p:spPr>
          <a:xfrm>
            <a:off x="12058650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6" name="object 1256"/>
          <p:cNvSpPr/>
          <p:nvPr/>
        </p:nvSpPr>
        <p:spPr>
          <a:xfrm>
            <a:off x="12058650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7" name="object 1257"/>
          <p:cNvSpPr/>
          <p:nvPr/>
        </p:nvSpPr>
        <p:spPr>
          <a:xfrm>
            <a:off x="12058650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8" name="object 1258"/>
          <p:cNvSpPr/>
          <p:nvPr/>
        </p:nvSpPr>
        <p:spPr>
          <a:xfrm>
            <a:off x="12058650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9" name="object 1259"/>
          <p:cNvSpPr/>
          <p:nvPr/>
        </p:nvSpPr>
        <p:spPr>
          <a:xfrm>
            <a:off x="12058650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0" name="object 1260"/>
          <p:cNvSpPr/>
          <p:nvPr/>
        </p:nvSpPr>
        <p:spPr>
          <a:xfrm>
            <a:off x="12058650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1" name="object 1261"/>
          <p:cNvSpPr/>
          <p:nvPr/>
        </p:nvSpPr>
        <p:spPr>
          <a:xfrm>
            <a:off x="12058650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2" name="object 1262"/>
          <p:cNvSpPr/>
          <p:nvPr/>
        </p:nvSpPr>
        <p:spPr>
          <a:xfrm>
            <a:off x="12058650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3" name="object 1263"/>
          <p:cNvSpPr/>
          <p:nvPr/>
        </p:nvSpPr>
        <p:spPr>
          <a:xfrm>
            <a:off x="12058650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4" name="object 1264"/>
          <p:cNvSpPr/>
          <p:nvPr/>
        </p:nvSpPr>
        <p:spPr>
          <a:xfrm>
            <a:off x="12058650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5" name="object 1265"/>
          <p:cNvSpPr/>
          <p:nvPr/>
        </p:nvSpPr>
        <p:spPr>
          <a:xfrm>
            <a:off x="12058650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6" name="object 1266"/>
          <p:cNvSpPr/>
          <p:nvPr/>
        </p:nvSpPr>
        <p:spPr>
          <a:xfrm>
            <a:off x="12058650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7" name="object 1267"/>
          <p:cNvSpPr/>
          <p:nvPr/>
        </p:nvSpPr>
        <p:spPr>
          <a:xfrm>
            <a:off x="12058650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8" name="object 1268"/>
          <p:cNvSpPr/>
          <p:nvPr/>
        </p:nvSpPr>
        <p:spPr>
          <a:xfrm>
            <a:off x="12058650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9" name="object 1269"/>
          <p:cNvSpPr/>
          <p:nvPr/>
        </p:nvSpPr>
        <p:spPr>
          <a:xfrm>
            <a:off x="12058650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0" name="object 1270"/>
          <p:cNvSpPr/>
          <p:nvPr/>
        </p:nvSpPr>
        <p:spPr>
          <a:xfrm>
            <a:off x="12058650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1" name="object 1271"/>
          <p:cNvSpPr/>
          <p:nvPr/>
        </p:nvSpPr>
        <p:spPr>
          <a:xfrm>
            <a:off x="12058650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2" name="object 1272"/>
          <p:cNvSpPr/>
          <p:nvPr/>
        </p:nvSpPr>
        <p:spPr>
          <a:xfrm>
            <a:off x="12058650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3" name="object 1273"/>
          <p:cNvSpPr/>
          <p:nvPr/>
        </p:nvSpPr>
        <p:spPr>
          <a:xfrm>
            <a:off x="12058650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4" name="object 1274"/>
          <p:cNvSpPr/>
          <p:nvPr/>
        </p:nvSpPr>
        <p:spPr>
          <a:xfrm>
            <a:off x="12058650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5" name="object 1275"/>
          <p:cNvSpPr/>
          <p:nvPr/>
        </p:nvSpPr>
        <p:spPr>
          <a:xfrm>
            <a:off x="12058650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6" name="object 1276"/>
          <p:cNvSpPr/>
          <p:nvPr/>
        </p:nvSpPr>
        <p:spPr>
          <a:xfrm>
            <a:off x="12058650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7" name="object 1277"/>
          <p:cNvSpPr txBox="1"/>
          <p:nvPr/>
        </p:nvSpPr>
        <p:spPr>
          <a:xfrm>
            <a:off x="11937752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80M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278" name="object 127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58358" y="5670340"/>
            <a:ext cx="89534" cy="89534"/>
          </a:xfrm>
          <a:prstGeom prst="rect">
            <a:avLst/>
          </a:prstGeom>
        </p:spPr>
      </p:pic>
      <p:pic>
        <p:nvPicPr>
          <p:cNvPr id="1279" name="object 127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188913" y="6410116"/>
            <a:ext cx="89534" cy="89534"/>
          </a:xfrm>
          <a:prstGeom prst="rect">
            <a:avLst/>
          </a:prstGeom>
        </p:spPr>
      </p:pic>
      <p:pic>
        <p:nvPicPr>
          <p:cNvPr id="1280" name="object 128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68115" y="4306500"/>
            <a:ext cx="89534" cy="89534"/>
          </a:xfrm>
          <a:prstGeom prst="rect">
            <a:avLst/>
          </a:prstGeom>
        </p:spPr>
      </p:pic>
      <p:pic>
        <p:nvPicPr>
          <p:cNvPr id="1281" name="object 128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79201" y="5490171"/>
            <a:ext cx="89534" cy="89534"/>
          </a:xfrm>
          <a:prstGeom prst="rect">
            <a:avLst/>
          </a:prstGeom>
        </p:spPr>
      </p:pic>
      <p:grpSp>
        <p:nvGrpSpPr>
          <p:cNvPr id="1282" name="object 1282"/>
          <p:cNvGrpSpPr/>
          <p:nvPr/>
        </p:nvGrpSpPr>
        <p:grpSpPr>
          <a:xfrm>
            <a:off x="8185753" y="5969905"/>
            <a:ext cx="1444625" cy="720725"/>
            <a:chOff x="8185753" y="5969905"/>
            <a:chExt cx="1444625" cy="720725"/>
          </a:xfrm>
        </p:grpSpPr>
        <p:pic>
          <p:nvPicPr>
            <p:cNvPr id="1283" name="object 12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09830" y="6280394"/>
              <a:ext cx="89534" cy="89534"/>
            </a:xfrm>
            <a:prstGeom prst="rect">
              <a:avLst/>
            </a:prstGeom>
          </p:spPr>
        </p:pic>
        <p:pic>
          <p:nvPicPr>
            <p:cNvPr id="1284" name="object 128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00901" y="6046230"/>
              <a:ext cx="89534" cy="89534"/>
            </a:xfrm>
            <a:prstGeom prst="rect">
              <a:avLst/>
            </a:prstGeom>
          </p:spPr>
        </p:pic>
        <p:pic>
          <p:nvPicPr>
            <p:cNvPr id="1285" name="object 128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85753" y="5969905"/>
              <a:ext cx="1444021" cy="720723"/>
            </a:xfrm>
            <a:prstGeom prst="rect">
              <a:avLst/>
            </a:prstGeom>
          </p:spPr>
        </p:pic>
      </p:grpSp>
      <p:pic>
        <p:nvPicPr>
          <p:cNvPr id="1286" name="object 128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424987" y="5116696"/>
            <a:ext cx="89534" cy="89534"/>
          </a:xfrm>
          <a:prstGeom prst="rect">
            <a:avLst/>
          </a:prstGeom>
        </p:spPr>
      </p:pic>
      <p:grpSp>
        <p:nvGrpSpPr>
          <p:cNvPr id="1287" name="object 1287"/>
          <p:cNvGrpSpPr/>
          <p:nvPr/>
        </p:nvGrpSpPr>
        <p:grpSpPr>
          <a:xfrm>
            <a:off x="10261233" y="6317715"/>
            <a:ext cx="292100" cy="186690"/>
            <a:chOff x="10261233" y="6317715"/>
            <a:chExt cx="292100" cy="186690"/>
          </a:xfrm>
        </p:grpSpPr>
        <p:pic>
          <p:nvPicPr>
            <p:cNvPr id="1288" name="object 12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61233" y="6365079"/>
              <a:ext cx="89534" cy="89534"/>
            </a:xfrm>
            <a:prstGeom prst="rect">
              <a:avLst/>
            </a:prstGeom>
          </p:spPr>
        </p:pic>
        <p:sp>
          <p:nvSpPr>
            <p:cNvPr id="1289" name="object 1289"/>
            <p:cNvSpPr/>
            <p:nvPr/>
          </p:nvSpPr>
          <p:spPr>
            <a:xfrm>
              <a:off x="10386700" y="63224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BE5CC8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10386700" y="63224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BE5C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10396219" y="64196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10396219" y="64196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10468358" y="6407000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10468358" y="6407000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95" name="object 129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892429" y="6372650"/>
            <a:ext cx="89534" cy="89534"/>
          </a:xfrm>
          <a:prstGeom prst="rect">
            <a:avLst/>
          </a:prstGeom>
        </p:spPr>
      </p:pic>
      <p:grpSp>
        <p:nvGrpSpPr>
          <p:cNvPr id="1296" name="object 1296"/>
          <p:cNvGrpSpPr/>
          <p:nvPr/>
        </p:nvGrpSpPr>
        <p:grpSpPr>
          <a:xfrm>
            <a:off x="10839545" y="6333826"/>
            <a:ext cx="159385" cy="179705"/>
            <a:chOff x="10839545" y="6333826"/>
            <a:chExt cx="159385" cy="179705"/>
          </a:xfrm>
        </p:grpSpPr>
        <p:sp>
          <p:nvSpPr>
            <p:cNvPr id="1297" name="object 1297"/>
            <p:cNvSpPr/>
            <p:nvPr/>
          </p:nvSpPr>
          <p:spPr>
            <a:xfrm>
              <a:off x="10844307" y="63749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472D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10844307" y="63749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47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10908464" y="642849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33285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10908464" y="642849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533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10913838" y="639723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33285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10913838" y="639723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533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10879746" y="633858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25891B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10879746" y="633858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2589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05" name="object 130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17707" y="3362325"/>
            <a:ext cx="90487" cy="161925"/>
          </a:xfrm>
          <a:prstGeom prst="rect">
            <a:avLst/>
          </a:prstGeom>
        </p:spPr>
      </p:pic>
      <p:pic>
        <p:nvPicPr>
          <p:cNvPr id="1306" name="object 130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06459" y="3402838"/>
            <a:ext cx="95249" cy="95249"/>
          </a:xfrm>
          <a:prstGeom prst="rect">
            <a:avLst/>
          </a:prstGeom>
        </p:spPr>
      </p:pic>
      <p:pic>
        <p:nvPicPr>
          <p:cNvPr id="1307" name="object 130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39859" y="3402838"/>
            <a:ext cx="95249" cy="95249"/>
          </a:xfrm>
          <a:prstGeom prst="rect">
            <a:avLst/>
          </a:prstGeom>
        </p:spPr>
      </p:pic>
      <p:pic>
        <p:nvPicPr>
          <p:cNvPr id="1308" name="object 130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7059" y="3402838"/>
            <a:ext cx="95249" cy="95249"/>
          </a:xfrm>
          <a:prstGeom prst="rect">
            <a:avLst/>
          </a:prstGeom>
        </p:spPr>
      </p:pic>
      <p:pic>
        <p:nvPicPr>
          <p:cNvPr id="1309" name="object 130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297159" y="3402838"/>
            <a:ext cx="95249" cy="95249"/>
          </a:xfrm>
          <a:prstGeom prst="rect">
            <a:avLst/>
          </a:prstGeom>
        </p:spPr>
      </p:pic>
      <p:pic>
        <p:nvPicPr>
          <p:cNvPr id="1310" name="object 131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697209" y="3402838"/>
            <a:ext cx="95249" cy="95249"/>
          </a:xfrm>
          <a:prstGeom prst="rect">
            <a:avLst/>
          </a:prstGeom>
        </p:spPr>
      </p:pic>
      <p:pic>
        <p:nvPicPr>
          <p:cNvPr id="1311" name="object 13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278235" y="3402838"/>
            <a:ext cx="95249" cy="95249"/>
          </a:xfrm>
          <a:prstGeom prst="rect">
            <a:avLst/>
          </a:prstGeom>
        </p:spPr>
      </p:pic>
      <p:sp>
        <p:nvSpPr>
          <p:cNvPr id="1312" name="object 1312"/>
          <p:cNvSpPr txBox="1"/>
          <p:nvPr/>
        </p:nvSpPr>
        <p:spPr>
          <a:xfrm>
            <a:off x="7161410" y="2670362"/>
            <a:ext cx="4900295" cy="10737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2705100" algn="l"/>
              </a:tabLst>
            </a:pPr>
            <a:r>
              <a:rPr sz="1200" spc="-1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	</a:t>
            </a:r>
            <a:r>
              <a:rPr sz="12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78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819"/>
              </a:spcBef>
              <a:tabLst>
                <a:tab pos="1457325" algn="l"/>
                <a:tab pos="1993900" algn="l"/>
                <a:tab pos="2451735" algn="l"/>
                <a:tab pos="3250565" algn="l"/>
                <a:tab pos="3649979" algn="l"/>
                <a:tab pos="422910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Assam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Bihar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Chhattisg…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Goa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Gujarat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Haryana</a:t>
            </a:r>
            <a:endParaRPr sz="1000">
              <a:latin typeface="Segoe UI"/>
              <a:cs typeface="Segoe UI"/>
            </a:endParaRPr>
          </a:p>
          <a:p>
            <a:pPr marL="708660">
              <a:lnSpc>
                <a:spcPct val="100000"/>
              </a:lnSpc>
              <a:spcBef>
                <a:spcPts val="58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35M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13" name="object 13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94357" y="3362325"/>
            <a:ext cx="90487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1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1047</Words>
  <Application>Microsoft Office PowerPoint</Application>
  <PresentationFormat>Custom</PresentationFormat>
  <Paragraphs>198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Segoe UI</vt:lpstr>
      <vt:lpstr>Segoe UI Semibold</vt:lpstr>
      <vt:lpstr>Tahoma</vt:lpstr>
      <vt:lpstr>Trebuchet MS</vt:lpstr>
      <vt:lpstr>Verdana</vt:lpstr>
      <vt:lpstr>Wingdings</vt:lpstr>
      <vt:lpstr>Office Theme</vt:lpstr>
      <vt:lpstr>Report on Indian- Elections- Analysis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5. Conclusion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vt:lpstr>
      <vt:lpstr>6. Recommendations Dive deeper into specific election cycles or regions for nuanced insights. Investigate correlations between economic indicators, social factors, and electoral outcomes for a comprehensive understanding. Consider implications for political forecasting, voter education, and electoral integrity measures based on dataset findings. </vt:lpstr>
      <vt:lpstr>References The citations for data analysis methodologies and any referenced literature or sources used in the report are as follows::  Acknowledgements Bhavnani, Rikhil R., 2017, "India National and State Election Dataset", http://dx.doi.org/10.7910/DVN/26526 Harvard Dataverse Network V2. </vt:lpstr>
      <vt:lpstr>Inferences from Indian Elections Dataset</vt:lpstr>
      <vt:lpstr>Conclusion</vt:lpstr>
      <vt:lpstr>Sum of totvotpoll by st_name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on Indian- Elections- Analysis</dc:title>
  <dc:creator>LENOVO</dc:creator>
  <cp:lastModifiedBy>LENOVO</cp:lastModifiedBy>
  <cp:revision>19</cp:revision>
  <dcterms:created xsi:type="dcterms:W3CDTF">2024-04-28T09:57:56Z</dcterms:created>
  <dcterms:modified xsi:type="dcterms:W3CDTF">2024-05-04T12:42:32Z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2024-04-28T00:00:00Z</vt:filetime>
  </property>
  <property fmtid="{D5CDD505-2E9C-101B-9397-08002B2CF9AE}" pid="3" name="Producer">
    <vt:lpwstr>iLovePDF</vt:lpwstr>
  </property>
</Properties>
</file>